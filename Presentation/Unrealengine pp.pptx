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71" r:id="rId7"/>
    <p:sldId id="257" r:id="rId8"/>
    <p:sldId id="270" r:id="rId9"/>
    <p:sldId id="264" r:id="rId10"/>
    <p:sldId id="272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2C5DC-E5B3-43AD-BF8E-818D79EAC076}" v="91" dt="2026-02-11T08:45:21.541"/>
    <p1510:client id="{37EE9FFA-8993-D4E8-A8CC-9F5D025F23B2}" v="228" dt="2026-02-11T08:45:08.616"/>
    <p1510:client id="{918DEC33-A8E2-5D84-CA76-58650E82AC50}" v="308" dt="2026-02-11T08:06:33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PIONJAK Tadej (STD)" userId="S::tadej.spionjak@edu.vs.ch::65c42695-ef25-4ae5-8123-204466087ecd" providerId="AD" clId="Web-{918DEC33-A8E2-5D84-CA76-58650E82AC50}"/>
    <pc:docChg chg="addSld delSld modSld sldOrd">
      <pc:chgData name="ŠPIONJAK Tadej (STD)" userId="S::tadej.spionjak@edu.vs.ch::65c42695-ef25-4ae5-8123-204466087ecd" providerId="AD" clId="Web-{918DEC33-A8E2-5D84-CA76-58650E82AC50}" dt="2026-02-11T08:06:32.886" v="298" actId="20577"/>
      <pc:docMkLst>
        <pc:docMk/>
      </pc:docMkLst>
      <pc:sldChg chg="modSp">
        <pc:chgData name="ŠPIONJAK Tadej (STD)" userId="S::tadej.spionjak@edu.vs.ch::65c42695-ef25-4ae5-8123-204466087ecd" providerId="AD" clId="Web-{918DEC33-A8E2-5D84-CA76-58650E82AC50}" dt="2026-02-11T07:54:07.736" v="7" actId="20577"/>
        <pc:sldMkLst>
          <pc:docMk/>
          <pc:sldMk cId="2029217326" sldId="256"/>
        </pc:sldMkLst>
        <pc:spChg chg="mod">
          <ac:chgData name="ŠPIONJAK Tadej (STD)" userId="S::tadej.spionjak@edu.vs.ch::65c42695-ef25-4ae5-8123-204466087ecd" providerId="AD" clId="Web-{918DEC33-A8E2-5D84-CA76-58650E82AC50}" dt="2026-02-11T07:54:07.736" v="7" actId="20577"/>
          <ac:spMkLst>
            <pc:docMk/>
            <pc:sldMk cId="2029217326" sldId="256"/>
            <ac:spMk id="2" creationId="{744A0D3F-507C-F9EE-F752-69059CCD8BEB}"/>
          </ac:spMkLst>
        </pc:spChg>
      </pc:sldChg>
      <pc:sldChg chg="modSp">
        <pc:chgData name="ŠPIONJAK Tadej (STD)" userId="S::tadej.spionjak@edu.vs.ch::65c42695-ef25-4ae5-8123-204466087ecd" providerId="AD" clId="Web-{918DEC33-A8E2-5D84-CA76-58650E82AC50}" dt="2026-02-11T08:02:44.602" v="137" actId="20577"/>
        <pc:sldMkLst>
          <pc:docMk/>
          <pc:sldMk cId="4019893897" sldId="257"/>
        </pc:sldMkLst>
        <pc:spChg chg="mod">
          <ac:chgData name="ŠPIONJAK Tadej (STD)" userId="S::tadej.spionjak@edu.vs.ch::65c42695-ef25-4ae5-8123-204466087ecd" providerId="AD" clId="Web-{918DEC33-A8E2-5D84-CA76-58650E82AC50}" dt="2026-02-11T08:02:13.321" v="77" actId="20577"/>
          <ac:spMkLst>
            <pc:docMk/>
            <pc:sldMk cId="4019893897" sldId="257"/>
            <ac:spMk id="2" creationId="{4C692BE9-8C30-670D-2F7C-DF1A66FF0829}"/>
          </ac:spMkLst>
        </pc:spChg>
        <pc:spChg chg="mod">
          <ac:chgData name="ŠPIONJAK Tadej (STD)" userId="S::tadej.spionjak@edu.vs.ch::65c42695-ef25-4ae5-8123-204466087ecd" providerId="AD" clId="Web-{918DEC33-A8E2-5D84-CA76-58650E82AC50}" dt="2026-02-11T08:02:44.602" v="137" actId="20577"/>
          <ac:spMkLst>
            <pc:docMk/>
            <pc:sldMk cId="4019893897" sldId="257"/>
            <ac:spMk id="3" creationId="{8C2E2611-94B1-0136-17CD-48A7DC2FA698}"/>
          </ac:spMkLst>
        </pc:spChg>
      </pc:sldChg>
      <pc:sldChg chg="modSp ord">
        <pc:chgData name="ŠPIONJAK Tadej (STD)" userId="S::tadej.spionjak@edu.vs.ch::65c42695-ef25-4ae5-8123-204466087ecd" providerId="AD" clId="Web-{918DEC33-A8E2-5D84-CA76-58650E82AC50}" dt="2026-02-11T08:01:49.430" v="54" actId="20577"/>
        <pc:sldMkLst>
          <pc:docMk/>
          <pc:sldMk cId="4025588667" sldId="258"/>
        </pc:sldMkLst>
        <pc:spChg chg="mod">
          <ac:chgData name="ŠPIONJAK Tadej (STD)" userId="S::tadej.spionjak@edu.vs.ch::65c42695-ef25-4ae5-8123-204466087ecd" providerId="AD" clId="Web-{918DEC33-A8E2-5D84-CA76-58650E82AC50}" dt="2026-02-11T08:01:49.430" v="54" actId="20577"/>
          <ac:spMkLst>
            <pc:docMk/>
            <pc:sldMk cId="4025588667" sldId="258"/>
            <ac:spMk id="2" creationId="{318F1F6D-40C5-1BD9-423A-1B72E93E2327}"/>
          </ac:spMkLst>
        </pc:spChg>
      </pc:sldChg>
      <pc:sldChg chg="del">
        <pc:chgData name="ŠPIONJAK Tadej (STD)" userId="S::tadej.spionjak@edu.vs.ch::65c42695-ef25-4ae5-8123-204466087ecd" providerId="AD" clId="Web-{918DEC33-A8E2-5D84-CA76-58650E82AC50}" dt="2026-02-11T08:03:43.618" v="186"/>
        <pc:sldMkLst>
          <pc:docMk/>
          <pc:sldMk cId="2961897491" sldId="259"/>
        </pc:sldMkLst>
      </pc:sldChg>
      <pc:sldChg chg="del">
        <pc:chgData name="ŠPIONJAK Tadej (STD)" userId="S::tadej.spionjak@edu.vs.ch::65c42695-ef25-4ae5-8123-204466087ecd" providerId="AD" clId="Web-{918DEC33-A8E2-5D84-CA76-58650E82AC50}" dt="2026-02-11T08:03:44.353" v="187"/>
        <pc:sldMkLst>
          <pc:docMk/>
          <pc:sldMk cId="216781419" sldId="260"/>
        </pc:sldMkLst>
      </pc:sldChg>
      <pc:sldChg chg="del">
        <pc:chgData name="ŠPIONJAK Tadej (STD)" userId="S::tadej.spionjak@edu.vs.ch::65c42695-ef25-4ae5-8123-204466087ecd" providerId="AD" clId="Web-{918DEC33-A8E2-5D84-CA76-58650E82AC50}" dt="2026-02-11T08:03:41.587" v="184"/>
        <pc:sldMkLst>
          <pc:docMk/>
          <pc:sldMk cId="1478531844" sldId="261"/>
        </pc:sldMkLst>
      </pc:sldChg>
      <pc:sldChg chg="del">
        <pc:chgData name="ŠPIONJAK Tadej (STD)" userId="S::tadej.spionjak@edu.vs.ch::65c42695-ef25-4ae5-8123-204466087ecd" providerId="AD" clId="Web-{918DEC33-A8E2-5D84-CA76-58650E82AC50}" dt="2026-02-11T08:03:42.478" v="185"/>
        <pc:sldMkLst>
          <pc:docMk/>
          <pc:sldMk cId="1287495847" sldId="262"/>
        </pc:sldMkLst>
      </pc:sldChg>
      <pc:sldChg chg="modSp new">
        <pc:chgData name="ŠPIONJAK Tadej (STD)" userId="S::tadej.spionjak@edu.vs.ch::65c42695-ef25-4ae5-8123-204466087ecd" providerId="AD" clId="Web-{918DEC33-A8E2-5D84-CA76-58650E82AC50}" dt="2026-02-11T07:57:33.335" v="17" actId="20577"/>
        <pc:sldMkLst>
          <pc:docMk/>
          <pc:sldMk cId="457691454" sldId="263"/>
        </pc:sldMkLst>
        <pc:spChg chg="mod">
          <ac:chgData name="ŠPIONJAK Tadej (STD)" userId="S::tadej.spionjak@edu.vs.ch::65c42695-ef25-4ae5-8123-204466087ecd" providerId="AD" clId="Web-{918DEC33-A8E2-5D84-CA76-58650E82AC50}" dt="2026-02-11T07:57:33.335" v="17" actId="20577"/>
          <ac:spMkLst>
            <pc:docMk/>
            <pc:sldMk cId="457691454" sldId="263"/>
            <ac:spMk id="2" creationId="{80FD0B04-68E0-2ACA-2FCA-3336E5FA4BE4}"/>
          </ac:spMkLst>
        </pc:spChg>
      </pc:sldChg>
      <pc:sldChg chg="modSp new">
        <pc:chgData name="ŠPIONJAK Tadej (STD)" userId="S::tadej.spionjak@edu.vs.ch::65c42695-ef25-4ae5-8123-204466087ecd" providerId="AD" clId="Web-{918DEC33-A8E2-5D84-CA76-58650E82AC50}" dt="2026-02-11T08:03:40.525" v="183" actId="20577"/>
        <pc:sldMkLst>
          <pc:docMk/>
          <pc:sldMk cId="2396213657" sldId="264"/>
        </pc:sldMkLst>
        <pc:spChg chg="mod">
          <ac:chgData name="ŠPIONJAK Tadej (STD)" userId="S::tadej.spionjak@edu.vs.ch::65c42695-ef25-4ae5-8123-204466087ecd" providerId="AD" clId="Web-{918DEC33-A8E2-5D84-CA76-58650E82AC50}" dt="2026-02-11T08:03:40.525" v="183" actId="20577"/>
          <ac:spMkLst>
            <pc:docMk/>
            <pc:sldMk cId="2396213657" sldId="264"/>
            <ac:spMk id="2" creationId="{3DB50063-4FF0-00D5-65F4-4D9CE7CEBEA7}"/>
          </ac:spMkLst>
        </pc:spChg>
      </pc:sldChg>
      <pc:sldChg chg="modSp new">
        <pc:chgData name="ŠPIONJAK Tadej (STD)" userId="S::tadej.spionjak@edu.vs.ch::65c42695-ef25-4ae5-8123-204466087ecd" providerId="AD" clId="Web-{918DEC33-A8E2-5D84-CA76-58650E82AC50}" dt="2026-02-11T08:05:33.042" v="221" actId="20577"/>
        <pc:sldMkLst>
          <pc:docMk/>
          <pc:sldMk cId="297389937" sldId="265"/>
        </pc:sldMkLst>
        <pc:spChg chg="mod">
          <ac:chgData name="ŠPIONJAK Tadej (STD)" userId="S::tadej.spionjak@edu.vs.ch::65c42695-ef25-4ae5-8123-204466087ecd" providerId="AD" clId="Web-{918DEC33-A8E2-5D84-CA76-58650E82AC50}" dt="2026-02-11T08:05:08.198" v="220" actId="20577"/>
          <ac:spMkLst>
            <pc:docMk/>
            <pc:sldMk cId="297389937" sldId="265"/>
            <ac:spMk id="2" creationId="{F561AD8C-36DD-7829-BD8E-DA31B4195134}"/>
          </ac:spMkLst>
        </pc:spChg>
        <pc:spChg chg="mod">
          <ac:chgData name="ŠPIONJAK Tadej (STD)" userId="S::tadej.spionjak@edu.vs.ch::65c42695-ef25-4ae5-8123-204466087ecd" providerId="AD" clId="Web-{918DEC33-A8E2-5D84-CA76-58650E82AC50}" dt="2026-02-11T08:05:33.042" v="221" actId="20577"/>
          <ac:spMkLst>
            <pc:docMk/>
            <pc:sldMk cId="297389937" sldId="265"/>
            <ac:spMk id="3" creationId="{5C0E5C13-2F42-8335-E515-AB0AED9C2F34}"/>
          </ac:spMkLst>
        </pc:spChg>
      </pc:sldChg>
      <pc:sldChg chg="modSp new del">
        <pc:chgData name="ŠPIONJAK Tadej (STD)" userId="S::tadej.spionjak@edu.vs.ch::65c42695-ef25-4ae5-8123-204466087ecd" providerId="AD" clId="Web-{918DEC33-A8E2-5D84-CA76-58650E82AC50}" dt="2026-02-11T08:03:16.680" v="167"/>
        <pc:sldMkLst>
          <pc:docMk/>
          <pc:sldMk cId="2196810591" sldId="265"/>
        </pc:sldMkLst>
        <pc:spChg chg="mod">
          <ac:chgData name="ŠPIONJAK Tadej (STD)" userId="S::tadej.spionjak@edu.vs.ch::65c42695-ef25-4ae5-8123-204466087ecd" providerId="AD" clId="Web-{918DEC33-A8E2-5D84-CA76-58650E82AC50}" dt="2026-02-11T08:03:12.399" v="166" actId="20577"/>
          <ac:spMkLst>
            <pc:docMk/>
            <pc:sldMk cId="2196810591" sldId="265"/>
            <ac:spMk id="2" creationId="{DF9796E8-3CBA-B547-836B-E35F03820CA7}"/>
          </ac:spMkLst>
        </pc:spChg>
      </pc:sldChg>
      <pc:sldChg chg="modSp new">
        <pc:chgData name="ŠPIONJAK Tadej (STD)" userId="S::tadej.spionjak@edu.vs.ch::65c42695-ef25-4ae5-8123-204466087ecd" providerId="AD" clId="Web-{918DEC33-A8E2-5D84-CA76-58650E82AC50}" dt="2026-02-11T08:05:48.823" v="244" actId="20577"/>
        <pc:sldMkLst>
          <pc:docMk/>
          <pc:sldMk cId="2624086703" sldId="266"/>
        </pc:sldMkLst>
        <pc:spChg chg="mod">
          <ac:chgData name="ŠPIONJAK Tadej (STD)" userId="S::tadej.spionjak@edu.vs.ch::65c42695-ef25-4ae5-8123-204466087ecd" providerId="AD" clId="Web-{918DEC33-A8E2-5D84-CA76-58650E82AC50}" dt="2026-02-11T08:05:48.823" v="244" actId="20577"/>
          <ac:spMkLst>
            <pc:docMk/>
            <pc:sldMk cId="2624086703" sldId="266"/>
            <ac:spMk id="2" creationId="{1E28AFB1-8A7A-B172-D7B1-90A824228172}"/>
          </ac:spMkLst>
        </pc:spChg>
      </pc:sldChg>
      <pc:sldChg chg="modSp new">
        <pc:chgData name="ŠPIONJAK Tadej (STD)" userId="S::tadej.spionjak@edu.vs.ch::65c42695-ef25-4ae5-8123-204466087ecd" providerId="AD" clId="Web-{918DEC33-A8E2-5D84-CA76-58650E82AC50}" dt="2026-02-11T08:06:07.386" v="264" actId="20577"/>
        <pc:sldMkLst>
          <pc:docMk/>
          <pc:sldMk cId="761157137" sldId="267"/>
        </pc:sldMkLst>
        <pc:spChg chg="mod">
          <ac:chgData name="ŠPIONJAK Tadej (STD)" userId="S::tadej.spionjak@edu.vs.ch::65c42695-ef25-4ae5-8123-204466087ecd" providerId="AD" clId="Web-{918DEC33-A8E2-5D84-CA76-58650E82AC50}" dt="2026-02-11T08:06:07.386" v="264" actId="20577"/>
          <ac:spMkLst>
            <pc:docMk/>
            <pc:sldMk cId="761157137" sldId="267"/>
            <ac:spMk id="2" creationId="{112B59C9-D7A8-0317-1968-38B52CCB7530}"/>
          </ac:spMkLst>
        </pc:spChg>
      </pc:sldChg>
      <pc:sldChg chg="modSp new">
        <pc:chgData name="ŠPIONJAK Tadej (STD)" userId="S::tadej.spionjak@edu.vs.ch::65c42695-ef25-4ae5-8123-204466087ecd" providerId="AD" clId="Web-{918DEC33-A8E2-5D84-CA76-58650E82AC50}" dt="2026-02-11T08:06:19.245" v="272" actId="20577"/>
        <pc:sldMkLst>
          <pc:docMk/>
          <pc:sldMk cId="4211665210" sldId="268"/>
        </pc:sldMkLst>
        <pc:spChg chg="mod">
          <ac:chgData name="ŠPIONJAK Tadej (STD)" userId="S::tadej.spionjak@edu.vs.ch::65c42695-ef25-4ae5-8123-204466087ecd" providerId="AD" clId="Web-{918DEC33-A8E2-5D84-CA76-58650E82AC50}" dt="2026-02-11T08:06:19.245" v="272" actId="20577"/>
          <ac:spMkLst>
            <pc:docMk/>
            <pc:sldMk cId="4211665210" sldId="268"/>
            <ac:spMk id="2" creationId="{AFF46E95-2E97-E61B-88B9-6E1A97F1EF1D}"/>
          </ac:spMkLst>
        </pc:spChg>
      </pc:sldChg>
      <pc:sldChg chg="modSp new">
        <pc:chgData name="ŠPIONJAK Tadej (STD)" userId="S::tadej.spionjak@edu.vs.ch::65c42695-ef25-4ae5-8123-204466087ecd" providerId="AD" clId="Web-{918DEC33-A8E2-5D84-CA76-58650E82AC50}" dt="2026-02-11T08:06:32.886" v="298" actId="20577"/>
        <pc:sldMkLst>
          <pc:docMk/>
          <pc:sldMk cId="991167436" sldId="269"/>
        </pc:sldMkLst>
        <pc:spChg chg="mod">
          <ac:chgData name="ŠPIONJAK Tadej (STD)" userId="S::tadej.spionjak@edu.vs.ch::65c42695-ef25-4ae5-8123-204466087ecd" providerId="AD" clId="Web-{918DEC33-A8E2-5D84-CA76-58650E82AC50}" dt="2026-02-11T08:06:32.886" v="298" actId="20577"/>
          <ac:spMkLst>
            <pc:docMk/>
            <pc:sldMk cId="991167436" sldId="269"/>
            <ac:spMk id="2" creationId="{1429A97F-47BB-2EB8-B91D-07FC48C2C457}"/>
          </ac:spMkLst>
        </pc:spChg>
      </pc:sldChg>
    </pc:docChg>
  </pc:docChgLst>
  <pc:docChgLst>
    <pc:chgData name="ŠPIONJAK Tadej (STD)" userId="S::tadej.spionjak@edu.vs.ch::65c42695-ef25-4ae5-8123-204466087ecd" providerId="AD" clId="Web-{37EE9FFA-8993-D4E8-A8CC-9F5D025F23B2}"/>
    <pc:docChg chg="modSld">
      <pc:chgData name="ŠPIONJAK Tadej (STD)" userId="S::tadej.spionjak@edu.vs.ch::65c42695-ef25-4ae5-8123-204466087ecd" providerId="AD" clId="Web-{37EE9FFA-8993-D4E8-A8CC-9F5D025F23B2}" dt="2026-02-11T08:45:08.616" v="224" actId="20577"/>
      <pc:docMkLst>
        <pc:docMk/>
      </pc:docMkLst>
      <pc:sldChg chg="addSp delSp modSp">
        <pc:chgData name="ŠPIONJAK Tadej (STD)" userId="S::tadej.spionjak@edu.vs.ch::65c42695-ef25-4ae5-8123-204466087ecd" providerId="AD" clId="Web-{37EE9FFA-8993-D4E8-A8CC-9F5D025F23B2}" dt="2026-02-11T08:44:40.334" v="216" actId="1076"/>
        <pc:sldMkLst>
          <pc:docMk/>
          <pc:sldMk cId="4025588667" sldId="258"/>
        </pc:sldMkLst>
        <pc:spChg chg="mod">
          <ac:chgData name="ŠPIONJAK Tadej (STD)" userId="S::tadej.spionjak@edu.vs.ch::65c42695-ef25-4ae5-8123-204466087ecd" providerId="AD" clId="Web-{37EE9FFA-8993-D4E8-A8CC-9F5D025F23B2}" dt="2026-02-11T08:27:23.271" v="183" actId="20577"/>
          <ac:spMkLst>
            <pc:docMk/>
            <pc:sldMk cId="4025588667" sldId="258"/>
            <ac:spMk id="3" creationId="{CED2D7B6-A038-20F8-8D13-6A3B6506ABBD}"/>
          </ac:spMkLst>
        </pc:spChg>
        <pc:spChg chg="add mod">
          <ac:chgData name="ŠPIONJAK Tadej (STD)" userId="S::tadej.spionjak@edu.vs.ch::65c42695-ef25-4ae5-8123-204466087ecd" providerId="AD" clId="Web-{37EE9FFA-8993-D4E8-A8CC-9F5D025F23B2}" dt="2026-02-11T08:25:15.362" v="145" actId="20577"/>
          <ac:spMkLst>
            <pc:docMk/>
            <pc:sldMk cId="4025588667" sldId="258"/>
            <ac:spMk id="6" creationId="{9FB268C8-0FC4-4D48-DF3D-D03B5D380208}"/>
          </ac:spMkLst>
        </pc:spChg>
        <pc:picChg chg="add mod">
          <ac:chgData name="ŠPIONJAK Tadej (STD)" userId="S::tadej.spionjak@edu.vs.ch::65c42695-ef25-4ae5-8123-204466087ecd" providerId="AD" clId="Web-{37EE9FFA-8993-D4E8-A8CC-9F5D025F23B2}" dt="2026-02-11T08:44:40.334" v="216" actId="1076"/>
          <ac:picMkLst>
            <pc:docMk/>
            <pc:sldMk cId="4025588667" sldId="258"/>
            <ac:picMk id="4" creationId="{04BB6119-5ECC-0138-AF03-DC7F663871CF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16:39.266" v="6"/>
          <ac:picMkLst>
            <pc:docMk/>
            <pc:sldMk cId="4025588667" sldId="258"/>
            <ac:picMk id="4" creationId="{CC232044-F620-1200-1C45-168A3312881D}"/>
          </ac:picMkLst>
        </pc:picChg>
        <pc:picChg chg="add mod">
          <ac:chgData name="ŠPIONJAK Tadej (STD)" userId="S::tadej.spionjak@edu.vs.ch::65c42695-ef25-4ae5-8123-204466087ecd" providerId="AD" clId="Web-{37EE9FFA-8993-D4E8-A8CC-9F5D025F23B2}" dt="2026-02-11T08:26:16.895" v="171" actId="1076"/>
          <ac:picMkLst>
            <pc:docMk/>
            <pc:sldMk cId="4025588667" sldId="258"/>
            <ac:picMk id="7" creationId="{D68F789F-672A-A77D-FC51-F190FF9FD261}"/>
          </ac:picMkLst>
        </pc:picChg>
        <pc:picChg chg="add mod">
          <ac:chgData name="ŠPIONJAK Tadej (STD)" userId="S::tadej.spionjak@edu.vs.ch::65c42695-ef25-4ae5-8123-204466087ecd" providerId="AD" clId="Web-{37EE9FFA-8993-D4E8-A8CC-9F5D025F23B2}" dt="2026-02-11T08:26:30.520" v="176" actId="1076"/>
          <ac:picMkLst>
            <pc:docMk/>
            <pc:sldMk cId="4025588667" sldId="258"/>
            <ac:picMk id="8" creationId="{55442423-804C-E40A-7D91-E1682D0E84A4}"/>
          </ac:picMkLst>
        </pc:picChg>
        <pc:picChg chg="add mod">
          <ac:chgData name="ŠPIONJAK Tadej (STD)" userId="S::tadej.spionjak@edu.vs.ch::65c42695-ef25-4ae5-8123-204466087ecd" providerId="AD" clId="Web-{37EE9FFA-8993-D4E8-A8CC-9F5D025F23B2}" dt="2026-02-11T08:26:49.099" v="182" actId="1076"/>
          <ac:picMkLst>
            <pc:docMk/>
            <pc:sldMk cId="4025588667" sldId="258"/>
            <ac:picMk id="9" creationId="{4C2AF0A9-D44E-09DD-C353-5565B48A3A7F}"/>
          </ac:picMkLst>
        </pc:picChg>
        <pc:picChg chg="add mod">
          <ac:chgData name="ŠPIONJAK Tadej (STD)" userId="S::tadej.spionjak@edu.vs.ch::65c42695-ef25-4ae5-8123-204466087ecd" providerId="AD" clId="Web-{37EE9FFA-8993-D4E8-A8CC-9F5D025F23B2}" dt="2026-02-11T08:27:29.568" v="188" actId="1076"/>
          <ac:picMkLst>
            <pc:docMk/>
            <pc:sldMk cId="4025588667" sldId="258"/>
            <ac:picMk id="10" creationId="{838D10CE-40F1-8C01-FDE2-42595FFF49C0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28:21.476" v="209"/>
          <ac:picMkLst>
            <pc:docMk/>
            <pc:sldMk cId="4025588667" sldId="258"/>
            <ac:picMk id="11" creationId="{6DDA52B3-A522-79A4-64EA-2AAC1ABD1948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27:53.303" v="203"/>
          <ac:picMkLst>
            <pc:docMk/>
            <pc:sldMk cId="4025588667" sldId="258"/>
            <ac:picMk id="12" creationId="{2F801C71-2436-26A6-B400-D77B600C9AD9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27:52.866" v="202"/>
          <ac:picMkLst>
            <pc:docMk/>
            <pc:sldMk cId="4025588667" sldId="258"/>
            <ac:picMk id="13" creationId="{E56820C4-642D-D42D-52D1-2A76D5B4D304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27:51.772" v="201"/>
          <ac:picMkLst>
            <pc:docMk/>
            <pc:sldMk cId="4025588667" sldId="258"/>
            <ac:picMk id="14" creationId="{C7FA094C-5940-6551-345E-2CF2C80D3C8C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27:50.678" v="200"/>
          <ac:picMkLst>
            <pc:docMk/>
            <pc:sldMk cId="4025588667" sldId="258"/>
            <ac:picMk id="15" creationId="{5D511FE3-C902-F003-EA3D-64042FCB49C9}"/>
          </ac:picMkLst>
        </pc:picChg>
        <pc:picChg chg="add del mod">
          <ac:chgData name="ŠPIONJAK Tadej (STD)" userId="S::tadej.spionjak@edu.vs.ch::65c42695-ef25-4ae5-8123-204466087ecd" providerId="AD" clId="Web-{37EE9FFA-8993-D4E8-A8CC-9F5D025F23B2}" dt="2026-02-11T08:27:49.475" v="199"/>
          <ac:picMkLst>
            <pc:docMk/>
            <pc:sldMk cId="4025588667" sldId="258"/>
            <ac:picMk id="16" creationId="{0C0F9B7A-C0D3-E2B3-F28C-31D987118D81}"/>
          </ac:picMkLst>
        </pc:picChg>
        <pc:picChg chg="add mod">
          <ac:chgData name="ŠPIONJAK Tadej (STD)" userId="S::tadej.spionjak@edu.vs.ch::65c42695-ef25-4ae5-8123-204466087ecd" providerId="AD" clId="Web-{37EE9FFA-8993-D4E8-A8CC-9F5D025F23B2}" dt="2026-02-11T08:28:24.241" v="211" actId="1076"/>
          <ac:picMkLst>
            <pc:docMk/>
            <pc:sldMk cId="4025588667" sldId="258"/>
            <ac:picMk id="17" creationId="{F2B624DA-FCDE-A429-B7CF-8077A665D396}"/>
          </ac:picMkLst>
        </pc:picChg>
      </pc:sldChg>
      <pc:sldChg chg="modSp">
        <pc:chgData name="ŠPIONJAK Tadej (STD)" userId="S::tadej.spionjak@edu.vs.ch::65c42695-ef25-4ae5-8123-204466087ecd" providerId="AD" clId="Web-{37EE9FFA-8993-D4E8-A8CC-9F5D025F23B2}" dt="2026-02-11T08:45:08.616" v="224" actId="20577"/>
        <pc:sldMkLst>
          <pc:docMk/>
          <pc:sldMk cId="2624086703" sldId="266"/>
        </pc:sldMkLst>
        <pc:spChg chg="mod">
          <ac:chgData name="ŠPIONJAK Tadej (STD)" userId="S::tadej.spionjak@edu.vs.ch::65c42695-ef25-4ae5-8123-204466087ecd" providerId="AD" clId="Web-{37EE9FFA-8993-D4E8-A8CC-9F5D025F23B2}" dt="2026-02-11T08:45:08.616" v="224" actId="20577"/>
          <ac:spMkLst>
            <pc:docMk/>
            <pc:sldMk cId="2624086703" sldId="266"/>
            <ac:spMk id="3" creationId="{A8AA9383-4EBA-9EBE-396A-538380AE735F}"/>
          </ac:spMkLst>
        </pc:spChg>
      </pc:sldChg>
    </pc:docChg>
  </pc:docChgLst>
  <pc:docChgLst>
    <pc:chgData name="ANTHAMATTEN Elia (STD)" userId="de2ee9bd-2372-4e59-8057-983727246ceb" providerId="ADAL" clId="{1288FD62-7F38-4A17-9B9B-563BBA360915}"/>
    <pc:docChg chg="custSel addSld modSld sldOrd">
      <pc:chgData name="ANTHAMATTEN Elia (STD)" userId="de2ee9bd-2372-4e59-8057-983727246ceb" providerId="ADAL" clId="{1288FD62-7F38-4A17-9B9B-563BBA360915}" dt="2026-02-11T08:45:21.541" v="178" actId="732"/>
      <pc:docMkLst>
        <pc:docMk/>
      </pc:docMkLst>
      <pc:sldChg chg="modSp new mod">
        <pc:chgData name="ANTHAMATTEN Elia (STD)" userId="de2ee9bd-2372-4e59-8057-983727246ceb" providerId="ADAL" clId="{1288FD62-7F38-4A17-9B9B-563BBA360915}" dt="2026-02-11T07:40:19.464" v="21" actId="20577"/>
        <pc:sldMkLst>
          <pc:docMk/>
          <pc:sldMk cId="4019893897" sldId="257"/>
        </pc:sldMkLst>
        <pc:spChg chg="mod">
          <ac:chgData name="ANTHAMATTEN Elia (STD)" userId="de2ee9bd-2372-4e59-8057-983727246ceb" providerId="ADAL" clId="{1288FD62-7F38-4A17-9B9B-563BBA360915}" dt="2026-02-11T07:40:19.464" v="21" actId="20577"/>
          <ac:spMkLst>
            <pc:docMk/>
            <pc:sldMk cId="4019893897" sldId="257"/>
            <ac:spMk id="2" creationId="{4C692BE9-8C30-670D-2F7C-DF1A66FF0829}"/>
          </ac:spMkLst>
        </pc:spChg>
      </pc:sldChg>
      <pc:sldChg chg="modSp new mod">
        <pc:chgData name="ANTHAMATTEN Elia (STD)" userId="de2ee9bd-2372-4e59-8057-983727246ceb" providerId="ADAL" clId="{1288FD62-7F38-4A17-9B9B-563BBA360915}" dt="2026-02-11T08:45:21.541" v="178" actId="732"/>
        <pc:sldMkLst>
          <pc:docMk/>
          <pc:sldMk cId="4025588667" sldId="258"/>
        </pc:sldMkLst>
        <pc:spChg chg="mod">
          <ac:chgData name="ANTHAMATTEN Elia (STD)" userId="de2ee9bd-2372-4e59-8057-983727246ceb" providerId="ADAL" clId="{1288FD62-7F38-4A17-9B9B-563BBA360915}" dt="2026-02-11T07:40:45.578" v="27" actId="20577"/>
          <ac:spMkLst>
            <pc:docMk/>
            <pc:sldMk cId="4025588667" sldId="258"/>
            <ac:spMk id="2" creationId="{318F1F6D-40C5-1BD9-423A-1B72E93E2327}"/>
          </ac:spMkLst>
        </pc:spChg>
        <pc:spChg chg="mod">
          <ac:chgData name="ANTHAMATTEN Elia (STD)" userId="de2ee9bd-2372-4e59-8057-983727246ceb" providerId="ADAL" clId="{1288FD62-7F38-4A17-9B9B-563BBA360915}" dt="2026-02-11T08:23:54.898" v="170" actId="20577"/>
          <ac:spMkLst>
            <pc:docMk/>
            <pc:sldMk cId="4025588667" sldId="258"/>
            <ac:spMk id="3" creationId="{CED2D7B6-A038-20F8-8D13-6A3B6506ABBD}"/>
          </ac:spMkLst>
        </pc:spChg>
        <pc:picChg chg="mod modCrop">
          <ac:chgData name="ANTHAMATTEN Elia (STD)" userId="de2ee9bd-2372-4e59-8057-983727246ceb" providerId="ADAL" clId="{1288FD62-7F38-4A17-9B9B-563BBA360915}" dt="2026-02-11T08:45:21.541" v="178" actId="732"/>
          <ac:picMkLst>
            <pc:docMk/>
            <pc:sldMk cId="4025588667" sldId="258"/>
            <ac:picMk id="4" creationId="{04BB6119-5ECC-0138-AF03-DC7F663871CF}"/>
          </ac:picMkLst>
        </pc:picChg>
        <pc:picChg chg="mod modCrop">
          <ac:chgData name="ANTHAMATTEN Elia (STD)" userId="de2ee9bd-2372-4e59-8057-983727246ceb" providerId="ADAL" clId="{1288FD62-7F38-4A17-9B9B-563BBA360915}" dt="2026-02-11T08:26:10.841" v="172" actId="732"/>
          <ac:picMkLst>
            <pc:docMk/>
            <pc:sldMk cId="4025588667" sldId="258"/>
            <ac:picMk id="7" creationId="{D68F789F-672A-A77D-FC51-F190FF9FD261}"/>
          </ac:picMkLst>
        </pc:picChg>
      </pc:sldChg>
      <pc:sldChg chg="modSp new mod">
        <pc:chgData name="ANTHAMATTEN Elia (STD)" userId="de2ee9bd-2372-4e59-8057-983727246ceb" providerId="ADAL" clId="{1288FD62-7F38-4A17-9B9B-563BBA360915}" dt="2026-02-11T07:41:24.797" v="41" actId="20577"/>
        <pc:sldMkLst>
          <pc:docMk/>
          <pc:sldMk cId="2961897491" sldId="259"/>
        </pc:sldMkLst>
        <pc:spChg chg="mod">
          <ac:chgData name="ANTHAMATTEN Elia (STD)" userId="de2ee9bd-2372-4e59-8057-983727246ceb" providerId="ADAL" clId="{1288FD62-7F38-4A17-9B9B-563BBA360915}" dt="2026-02-11T07:41:24.797" v="41" actId="20577"/>
          <ac:spMkLst>
            <pc:docMk/>
            <pc:sldMk cId="2961897491" sldId="259"/>
            <ac:spMk id="2" creationId="{8461C079-D0FD-3993-2767-40BBB60EAAAF}"/>
          </ac:spMkLst>
        </pc:spChg>
      </pc:sldChg>
      <pc:sldChg chg="modSp new mod">
        <pc:chgData name="ANTHAMATTEN Elia (STD)" userId="de2ee9bd-2372-4e59-8057-983727246ceb" providerId="ADAL" clId="{1288FD62-7F38-4A17-9B9B-563BBA360915}" dt="2026-02-11T07:42:58.623" v="48" actId="20577"/>
        <pc:sldMkLst>
          <pc:docMk/>
          <pc:sldMk cId="216781419" sldId="260"/>
        </pc:sldMkLst>
        <pc:spChg chg="mod">
          <ac:chgData name="ANTHAMATTEN Elia (STD)" userId="de2ee9bd-2372-4e59-8057-983727246ceb" providerId="ADAL" clId="{1288FD62-7F38-4A17-9B9B-563BBA360915}" dt="2026-02-11T07:42:58.623" v="48" actId="20577"/>
          <ac:spMkLst>
            <pc:docMk/>
            <pc:sldMk cId="216781419" sldId="260"/>
            <ac:spMk id="2" creationId="{5190FB22-4AED-DD55-E2A7-4C202C6A7395}"/>
          </ac:spMkLst>
        </pc:spChg>
      </pc:sldChg>
      <pc:sldChg chg="modSp new mod">
        <pc:chgData name="ANTHAMATTEN Elia (STD)" userId="de2ee9bd-2372-4e59-8057-983727246ceb" providerId="ADAL" clId="{1288FD62-7F38-4A17-9B9B-563BBA360915}" dt="2026-02-11T07:49:20.487" v="65" actId="20577"/>
        <pc:sldMkLst>
          <pc:docMk/>
          <pc:sldMk cId="1478531844" sldId="261"/>
        </pc:sldMkLst>
        <pc:spChg chg="mod">
          <ac:chgData name="ANTHAMATTEN Elia (STD)" userId="de2ee9bd-2372-4e59-8057-983727246ceb" providerId="ADAL" clId="{1288FD62-7F38-4A17-9B9B-563BBA360915}" dt="2026-02-11T07:49:20.487" v="65" actId="20577"/>
          <ac:spMkLst>
            <pc:docMk/>
            <pc:sldMk cId="1478531844" sldId="261"/>
            <ac:spMk id="2" creationId="{7E9DCE9B-B8F2-F4AE-993C-BFF09D8EAD3F}"/>
          </ac:spMkLst>
        </pc:spChg>
      </pc:sldChg>
      <pc:sldChg chg="modSp new mod ord">
        <pc:chgData name="ANTHAMATTEN Elia (STD)" userId="de2ee9bd-2372-4e59-8057-983727246ceb" providerId="ADAL" clId="{1288FD62-7F38-4A17-9B9B-563BBA360915}" dt="2026-02-11T07:50:43.287" v="87" actId="20577"/>
        <pc:sldMkLst>
          <pc:docMk/>
          <pc:sldMk cId="1287495847" sldId="262"/>
        </pc:sldMkLst>
        <pc:spChg chg="mod">
          <ac:chgData name="ANTHAMATTEN Elia (STD)" userId="de2ee9bd-2372-4e59-8057-983727246ceb" providerId="ADAL" clId="{1288FD62-7F38-4A17-9B9B-563BBA360915}" dt="2026-02-11T07:50:43.287" v="87" actId="20577"/>
          <ac:spMkLst>
            <pc:docMk/>
            <pc:sldMk cId="1287495847" sldId="262"/>
            <ac:spMk id="2" creationId="{247F65E4-99AE-9F05-F841-F6B2844D15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925B5-3098-6FA5-9E70-E73BD99A6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EAF0357-C485-0F1B-ECB6-7277342E6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97A2CC-6125-7C1F-7B0A-E67B128E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578971-229B-A13D-A843-174831A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D6CE5D-4B30-1226-E079-1DCE737A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71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38FA1-AA53-D153-6BB9-2952CCA8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CD4E74-4457-6768-7C9C-5D067566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365840-3CBF-2454-569C-9F722B3B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54F6ED-20AD-32F8-04DA-A249BCF0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13F55-8084-6252-4BD4-A5CA921C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56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289A4-CBE7-4B75-536A-E7A1984B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7BAD98-DE88-A1D9-3B83-C7930C925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9EFC68-73AD-394A-7AEB-2BF2FFE8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1DD17-1E51-4CF1-F9F4-4C306A89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8E27F4-3003-CFB9-BF0F-E72A6F07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554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8643C-0FB1-24FE-778A-CE3CD1C9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AEF5F-1062-7D01-E728-1261D396E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E1D9D2-ADE6-0F69-BCFF-E8AC78A7E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049113-7DD0-2F06-5FBA-6571F0D9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947B0D-3FE8-1BB8-BF8D-2BAFB757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8C6A06-62D1-0CAF-8607-BA2334ED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200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1155A-4CE0-856E-2DB0-099CADE67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506FC4-02F9-9F5F-D847-ADD3D57DA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32C644-EC1C-FFF6-2023-2D1A31320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17348D-7CCF-B1F5-93C1-F431224B0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24B80F-256E-5E57-DD77-9E9054330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65803CB-39B2-23E0-25FF-F18A51B3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4C195E-9AFC-4696-FFC7-7E3CB21A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CA86EA-F733-88D7-E5B4-E12A1B40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403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16F15-033E-621C-7F0E-D9A07C40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F24306-0738-27DA-85D2-64B3B1D0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29B968-D68F-712E-A101-5A80E821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067B26-1D95-7868-EFE3-82EC264C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440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9C9E748-517B-BC25-B49D-CE9D3AF7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BA30F2-D7C1-0973-D2AF-44C2E85C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1CAAD9-B387-BF9C-7FE2-E1F08C35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994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EAAAAE-5215-D79D-E9F6-CF0A8AD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3C260-BFD7-7771-1D2D-73D13D4B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4B9F96-93FD-E90E-A077-F0345196E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ED1C2B-49DF-D43D-EC7F-78225527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7DE780-7629-A3E4-8C43-3A72030F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EFAEC4-EC3D-55FF-120B-7062D23B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782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950CD-9905-B359-DB3D-E53EEA7E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1F9CD9B-D22E-563B-9D2A-5DC7AEA6B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D91E08-63A9-8140-FDB6-3F70DA562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BC7DBA-0595-45BC-AB8B-A89BB5E7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D369D7-70C0-D3E6-F1EA-B1A9EA54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0523B6-8FAC-5847-5881-50F63E2E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937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4D8A8C-4FC5-8005-1F61-AEC566DD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E325E5-DFC0-212C-4756-C1C30D9F3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3132B3-59FA-EB5B-B265-9D72C487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2A7467-90AA-4D84-E88C-827B3EA9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081B16-6C89-FE39-1D99-3A3C3D19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550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7B50EBA-210E-12F3-2F3C-91874AF08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004CFC-B72D-58FF-BFB0-76FCF1A54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24EF59-6EFA-D2D9-30A2-FE48EF1F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A1803D-8600-477E-9CED-9C154978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59A1FB-CF3F-1B02-532B-A8708E45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120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3D9F020-2F75-BA58-5D4C-4EF3788D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F7D490-9059-CF00-7932-C21ABD4B5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EF64F4-7707-0185-51D0-B2157A1E7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0ADAD-9187-47F9-A249-492AE8E7021B}" type="datetimeFigureOut">
              <a:rPr lang="de-CH" smtClean="0"/>
              <a:t>18.03.2026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4DD96D-8BAF-35D3-097D-930A7A4BC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2937DF-C406-4754-D37D-771BC2141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96558-CB45-4C08-9B26-34B99B57B6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17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A0D3F-507C-F9EE-F752-69059CCD8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VR-Game(</a:t>
            </a:r>
            <a:r>
              <a:rPr lang="de-CH"/>
              <a:t>Strong tanding</a:t>
            </a:r>
            <a:r>
              <a:rPr lang="de-CH" dirty="0"/>
              <a:t>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500EA9-CB02-0BBB-B697-1026090C42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Elia, Tadej, Ben, </a:t>
            </a:r>
            <a:r>
              <a:rPr lang="de-CH" dirty="0" err="1"/>
              <a:t>Aurelien</a:t>
            </a:r>
            <a:r>
              <a:rPr lang="de-CH" dirty="0"/>
              <a:t>, Safal</a:t>
            </a:r>
          </a:p>
        </p:txBody>
      </p:sp>
    </p:spTree>
    <p:extLst>
      <p:ext uri="{BB962C8B-B14F-4D97-AF65-F5344CB8AC3E}">
        <p14:creationId xmlns:p14="http://schemas.microsoft.com/office/powerpoint/2010/main" val="202921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0B04-68E0-2ACA-2FCA-3336E5FA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Live-Demo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CFE2-6CFE-DEFC-4FED-736CF2D28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9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4D8F-F6AF-EF62-987C-DC96360D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Tool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45FCD-689E-3852-2F6F-5480D4DC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Unreal Engine</a:t>
            </a:r>
          </a:p>
          <a:p>
            <a:r>
              <a:rPr lang="de-CH"/>
              <a:t>Github</a:t>
            </a:r>
          </a:p>
          <a:p>
            <a:r>
              <a:rPr lang="de-CH"/>
              <a:t>Sketchla</a:t>
            </a:r>
          </a:p>
          <a:p>
            <a:r>
              <a:rPr lang="de-CH"/>
              <a:t>Meta Quest Link</a:t>
            </a:r>
          </a:p>
          <a:p>
            <a:endParaRPr lang="de-CH"/>
          </a:p>
          <a:p>
            <a:endParaRPr lang="de-CH" dirty="0"/>
          </a:p>
        </p:txBody>
      </p:sp>
      <p:pic>
        <p:nvPicPr>
          <p:cNvPr id="12" name="Picture 11" descr="Download free Meta Quest Developer Hub for macOS">
            <a:extLst>
              <a:ext uri="{FF2B5EF4-FFF2-40B4-BE49-F238E27FC236}">
                <a16:creationId xmlns:a16="http://schemas.microsoft.com/office/drawing/2014/main" id="{3000DB78-6805-8E8E-9E58-65200798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" r="-2" b="-2"/>
          <a:stretch>
            <a:fillRect/>
          </a:stretch>
        </p:blipFill>
        <p:spPr>
          <a:xfrm>
            <a:off x="6518833" y="932787"/>
            <a:ext cx="2481812" cy="2480799"/>
          </a:xfrm>
          <a:prstGeom prst="rect">
            <a:avLst/>
          </a:prstGeom>
        </p:spPr>
      </p:pic>
      <p:pic>
        <p:nvPicPr>
          <p:cNvPr id="13" name="Picture 12" descr="GitHub – Wikipedia">
            <a:extLst>
              <a:ext uri="{FF2B5EF4-FFF2-40B4-BE49-F238E27FC236}">
                <a16:creationId xmlns:a16="http://schemas.microsoft.com/office/drawing/2014/main" id="{0A9EFDB0-E03A-3F19-B0F5-AB41B642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1" r="-1" b="-1"/>
          <a:stretch>
            <a:fillRect/>
          </a:stretch>
        </p:blipFill>
        <p:spPr>
          <a:xfrm>
            <a:off x="9056394" y="919877"/>
            <a:ext cx="2477468" cy="2493709"/>
          </a:xfrm>
          <a:prstGeom prst="rect">
            <a:avLst/>
          </a:prstGeom>
        </p:spPr>
      </p:pic>
      <p:pic>
        <p:nvPicPr>
          <p:cNvPr id="14" name="Picture 13" descr="Sketchfab - The best 3D viewer on the web">
            <a:extLst>
              <a:ext uri="{FF2B5EF4-FFF2-40B4-BE49-F238E27FC236}">
                <a16:creationId xmlns:a16="http://schemas.microsoft.com/office/drawing/2014/main" id="{1EB3D228-3F8F-3836-EC99-6BA10076E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" r="-2" b="-2"/>
          <a:stretch>
            <a:fillRect/>
          </a:stretch>
        </p:blipFill>
        <p:spPr>
          <a:xfrm>
            <a:off x="6518833" y="3470432"/>
            <a:ext cx="2481812" cy="2480799"/>
          </a:xfrm>
          <a:prstGeom prst="rect">
            <a:avLst/>
          </a:prstGeom>
        </p:spPr>
      </p:pic>
      <p:pic>
        <p:nvPicPr>
          <p:cNvPr id="18" name="Picture 17" descr="Unreal Engine 5.7 is now available - Unreal Engine">
            <a:extLst>
              <a:ext uri="{FF2B5EF4-FFF2-40B4-BE49-F238E27FC236}">
                <a16:creationId xmlns:a16="http://schemas.microsoft.com/office/drawing/2014/main" id="{73DC1C2D-6C11-72D2-D27C-B29389F1B1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609" r="23234" b="2"/>
          <a:stretch>
            <a:fillRect/>
          </a:stretch>
        </p:blipFill>
        <p:spPr>
          <a:xfrm>
            <a:off x="9056394" y="3463675"/>
            <a:ext cx="2477468" cy="24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3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92BE9-8C30-670D-2F7C-DF1A66FF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Endresultat vs. Zielsetzung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2E2611-94B1-0136-17CD-48A7DC2FA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CH" dirty="0"/>
              <a:t>Wie hat sich das Projekt entwickelt?</a:t>
            </a:r>
          </a:p>
          <a:p>
            <a:pPr lvl="1"/>
            <a:r>
              <a:rPr lang="de-CH" dirty="0"/>
              <a:t>Erst war es schwierig (Unreal Engine)</a:t>
            </a:r>
          </a:p>
          <a:p>
            <a:pPr lvl="1"/>
            <a:r>
              <a:rPr lang="de-CH" dirty="0"/>
              <a:t>Haben die Tutorials gesehen</a:t>
            </a:r>
          </a:p>
          <a:p>
            <a:pPr lvl="1"/>
            <a:r>
              <a:rPr lang="de-CH" dirty="0"/>
              <a:t>Haben Assets von Sketchlab installiert:</a:t>
            </a:r>
          </a:p>
          <a:p>
            <a:pPr lvl="2"/>
            <a:r>
              <a:rPr lang="de-CH" dirty="0"/>
              <a:t>Environment</a:t>
            </a:r>
          </a:p>
          <a:p>
            <a:pPr lvl="2"/>
            <a:r>
              <a:rPr lang="de-CH" dirty="0"/>
              <a:t>Zombie</a:t>
            </a:r>
          </a:p>
          <a:p>
            <a:pPr lvl="2"/>
            <a:r>
              <a:rPr lang="de-CH" dirty="0"/>
              <a:t>Waffe</a:t>
            </a:r>
          </a:p>
          <a:p>
            <a:pPr lvl="1"/>
            <a:r>
              <a:rPr lang="de-CH" dirty="0"/>
              <a:t>Anwendung in Unreal</a:t>
            </a:r>
          </a:p>
          <a:p>
            <a:pPr lvl="1"/>
            <a:r>
              <a:rPr lang="de-CH" dirty="0"/>
              <a:t>Lustige Moments</a:t>
            </a:r>
          </a:p>
          <a:p>
            <a:pPr lvl="1"/>
            <a:r>
              <a:rPr lang="de-CH" dirty="0"/>
              <a:t>Am Ende das Produkt</a:t>
            </a:r>
          </a:p>
        </p:txBody>
      </p:sp>
    </p:spTree>
    <p:extLst>
      <p:ext uri="{BB962C8B-B14F-4D97-AF65-F5344CB8AC3E}">
        <p14:creationId xmlns:p14="http://schemas.microsoft.com/office/powerpoint/2010/main" val="401989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0357-5CE1-D7BF-974B-3F68E01B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Endresultat vs. Zielsetzung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4D9D-7817-5D55-78D1-D8F6CB4FC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Was wurde erreicht? Was nicht?</a:t>
            </a:r>
          </a:p>
        </p:txBody>
      </p:sp>
    </p:spTree>
    <p:extLst>
      <p:ext uri="{BB962C8B-B14F-4D97-AF65-F5344CB8AC3E}">
        <p14:creationId xmlns:p14="http://schemas.microsoft.com/office/powerpoint/2010/main" val="2764003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0063-4FF0-00D5-65F4-4D9CE7CE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lief gut?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C46DD-AC74-255F-912D-68F4AD958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Tadaj:</a:t>
            </a:r>
          </a:p>
          <a:p>
            <a:pPr lvl="1"/>
            <a:r>
              <a:rPr lang="en-US" dirty="0"/>
              <a:t>Waffen </a:t>
            </a:r>
            <a:r>
              <a:rPr lang="en-US" dirty="0" err="1"/>
              <a:t>schiessen</a:t>
            </a:r>
            <a:r>
              <a:rPr lang="en-US" dirty="0"/>
              <a:t> direct</a:t>
            </a:r>
          </a:p>
          <a:p>
            <a:r>
              <a:rPr lang="de-CH" dirty="0" err="1"/>
              <a:t>Aurelien</a:t>
            </a:r>
            <a:r>
              <a:rPr lang="de-CH" dirty="0"/>
              <a:t>:</a:t>
            </a:r>
          </a:p>
          <a:p>
            <a:pPr lvl="1"/>
            <a:r>
              <a:rPr lang="en-US" dirty="0"/>
              <a:t>Das </a:t>
            </a:r>
            <a:r>
              <a:rPr lang="en-US" dirty="0" err="1"/>
              <a:t>Skeket</a:t>
            </a:r>
            <a:r>
              <a:rPr lang="en-US" dirty="0"/>
              <a:t> des Zombies</a:t>
            </a:r>
          </a:p>
          <a:p>
            <a:pPr lvl="1"/>
            <a:r>
              <a:rPr lang="en-US" dirty="0"/>
              <a:t>Die Blueprints von Assets </a:t>
            </a:r>
            <a:r>
              <a:rPr lang="en-US" dirty="0" err="1"/>
              <a:t>funkioneren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gut</a:t>
            </a:r>
          </a:p>
          <a:p>
            <a:r>
              <a:rPr lang="en-US" dirty="0"/>
              <a:t>Ben: </a:t>
            </a:r>
          </a:p>
          <a:p>
            <a:pPr lvl="1"/>
            <a:r>
              <a:rPr lang="en-US" dirty="0"/>
              <a:t>Assets </a:t>
            </a:r>
            <a:r>
              <a:rPr lang="en-US" dirty="0" err="1"/>
              <a:t>finden</a:t>
            </a:r>
            <a:endParaRPr lang="en-US" dirty="0"/>
          </a:p>
          <a:p>
            <a:pPr lvl="1"/>
            <a:r>
              <a:rPr lang="en-US" dirty="0"/>
              <a:t>Assets in Welt </a:t>
            </a:r>
            <a:r>
              <a:rPr lang="en-US" dirty="0" err="1"/>
              <a:t>ziehen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21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D8EE-FD03-E44D-78DF-BBC84061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 gab es </a:t>
            </a:r>
            <a:r>
              <a:rPr lang="en-US" dirty="0" err="1"/>
              <a:t>Probleme</a:t>
            </a:r>
            <a:r>
              <a:rPr lang="en-US" dirty="0"/>
              <a:t>?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4058-0911-6FCC-922F-1388F0AC6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Tadaj:</a:t>
            </a:r>
          </a:p>
          <a:p>
            <a:pPr lvl="1"/>
            <a:r>
              <a:rPr lang="en-US" dirty="0"/>
              <a:t>Bullets </a:t>
            </a:r>
            <a:r>
              <a:rPr lang="en-US" dirty="0" err="1"/>
              <a:t>gehen</a:t>
            </a:r>
            <a:r>
              <a:rPr lang="en-US" dirty="0"/>
              <a:t> nicht </a:t>
            </a:r>
            <a:r>
              <a:rPr lang="en-US" dirty="0" err="1"/>
              <a:t>gerade</a:t>
            </a:r>
            <a:endParaRPr lang="en-US" dirty="0"/>
          </a:p>
          <a:p>
            <a:r>
              <a:rPr lang="de-CH" dirty="0" err="1"/>
              <a:t>Aurelien</a:t>
            </a:r>
            <a:r>
              <a:rPr lang="de-CH" dirty="0"/>
              <a:t>: </a:t>
            </a:r>
          </a:p>
          <a:p>
            <a:pPr lvl="1"/>
            <a:r>
              <a:rPr lang="en-US" dirty="0" err="1"/>
              <a:t>Scheisse</a:t>
            </a:r>
            <a:r>
              <a:rPr lang="en-US" dirty="0"/>
              <a:t> Pivot</a:t>
            </a:r>
          </a:p>
          <a:p>
            <a:r>
              <a:rPr lang="en-US" dirty="0"/>
              <a:t>Ben: </a:t>
            </a:r>
          </a:p>
          <a:p>
            <a:pPr lvl="1"/>
            <a:r>
              <a:rPr lang="en-US" dirty="0"/>
              <a:t>Size Scaling</a:t>
            </a:r>
          </a:p>
          <a:p>
            <a:pPr lvl="1"/>
            <a:r>
              <a:rPr lang="en-US" dirty="0"/>
              <a:t>Teleport Zone</a:t>
            </a:r>
          </a:p>
        </p:txBody>
      </p:sp>
    </p:spTree>
    <p:extLst>
      <p:ext uri="{BB962C8B-B14F-4D97-AF65-F5344CB8AC3E}">
        <p14:creationId xmlns:p14="http://schemas.microsoft.com/office/powerpoint/2010/main" val="378271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AD8C-36DD-7829-BD8E-DA31B419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Worauf</a:t>
            </a:r>
            <a:r>
              <a:rPr lang="en-US"/>
              <a:t> </a:t>
            </a:r>
            <a:r>
              <a:rPr lang="en-US" err="1"/>
              <a:t>sind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 </a:t>
            </a:r>
            <a:r>
              <a:rPr lang="de-CH"/>
              <a:t>stolz</a:t>
            </a:r>
            <a:r>
              <a:rPr lang="en-US"/>
              <a:t> (</a:t>
            </a:r>
            <a:r>
              <a:rPr lang="en-US" err="1"/>
              <a:t>Lösungen</a:t>
            </a:r>
            <a:r>
              <a:rPr lang="en-US"/>
              <a:t>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5C13-2F42-8335-E515-AB0AED9C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/>
              <a:t>Auf alles (Gesamtes Projekt)</a:t>
            </a:r>
          </a:p>
          <a:p>
            <a:r>
              <a:rPr lang="en-US" noProof="1"/>
              <a:t>Blueprints lernen könnte</a:t>
            </a:r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738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AFB1-8A7A-B172-D7B1-90A82422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Was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gelernt?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9383-4EBA-9EBE-396A-538380AE7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Wie man </a:t>
            </a:r>
            <a:r>
              <a:rPr lang="en-US" dirty="0" err="1"/>
              <a:t>mit</a:t>
            </a:r>
            <a:r>
              <a:rPr lang="en-US" dirty="0"/>
              <a:t> Unreal </a:t>
            </a:r>
            <a:r>
              <a:rPr lang="en-US" dirty="0" err="1"/>
              <a:t>umgeht</a:t>
            </a:r>
            <a:endParaRPr lang="en-US" dirty="0"/>
          </a:p>
          <a:p>
            <a:r>
              <a:rPr lang="en-US" dirty="0"/>
              <a:t>Blueprint (Node Coding</a:t>
            </a:r>
          </a:p>
          <a:p>
            <a:r>
              <a:rPr lang="en-US" dirty="0"/>
              <a:t>Teamwork</a:t>
            </a:r>
          </a:p>
        </p:txBody>
      </p:sp>
    </p:spTree>
    <p:extLst>
      <p:ext uri="{BB962C8B-B14F-4D97-AF65-F5344CB8AC3E}">
        <p14:creationId xmlns:p14="http://schemas.microsoft.com/office/powerpoint/2010/main" val="262408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59C9-D7A8-0317-1968-38B52CCB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Was hat </a:t>
            </a:r>
            <a:r>
              <a:rPr lang="en-US" err="1"/>
              <a:t>uns</a:t>
            </a:r>
            <a:r>
              <a:rPr lang="en-US"/>
              <a:t> überrascht?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FF1AB-8964-7212-8FB4-CB8CDB97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Komplexität</a:t>
            </a:r>
            <a:r>
              <a:rPr lang="en-US" dirty="0"/>
              <a:t> von Software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57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6E95-2E97-E61B-88B9-6E1A97F1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Reflektion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DA1C0-367D-6611-4054-E45F28C96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6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A97F-47BB-2EB8-B91D-07FC48C2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Was </a:t>
            </a:r>
            <a:r>
              <a:rPr lang="en-US" err="1"/>
              <a:t>würden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anders</a:t>
            </a:r>
            <a:r>
              <a:rPr lang="en-US"/>
              <a:t> </a:t>
            </a:r>
            <a:r>
              <a:rPr lang="en-US" err="1"/>
              <a:t>machen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2F353-13D9-4C37-0D57-9E91B9047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6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7443C7252A364EA82FF0EDB3C44616" ma:contentTypeVersion="16" ma:contentTypeDescription="Crée un document." ma:contentTypeScope="" ma:versionID="99dd13c5d007134322681d689c73e4af">
  <xsd:schema xmlns:xsd="http://www.w3.org/2001/XMLSchema" xmlns:xs="http://www.w3.org/2001/XMLSchema" xmlns:p="http://schemas.microsoft.com/office/2006/metadata/properties" xmlns:ns3="7b482e70-4f35-40a3-b75e-ffa04ee0c79f" xmlns:ns4="4582224d-bab5-40fa-bd6d-5f2de2104ce9" targetNamespace="http://schemas.microsoft.com/office/2006/metadata/properties" ma:root="true" ma:fieldsID="b16fc3d7505b8814540dfc36f1e50148" ns3:_="" ns4:_="">
    <xsd:import namespace="7b482e70-4f35-40a3-b75e-ffa04ee0c79f"/>
    <xsd:import namespace="4582224d-bab5-40fa-bd6d-5f2de2104c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82e70-4f35-40a3-b75e-ffa04ee0c7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82224d-bab5-40fa-bd6d-5f2de2104ce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482e70-4f35-40a3-b75e-ffa04ee0c79f" xsi:nil="true"/>
  </documentManagement>
</p:properties>
</file>

<file path=customXml/itemProps1.xml><?xml version="1.0" encoding="utf-8"?>
<ds:datastoreItem xmlns:ds="http://schemas.openxmlformats.org/officeDocument/2006/customXml" ds:itemID="{8419668F-5759-4465-9DD6-CB2CD64ED883}">
  <ds:schemaRefs>
    <ds:schemaRef ds:uri="4582224d-bab5-40fa-bd6d-5f2de2104ce9"/>
    <ds:schemaRef ds:uri="7b482e70-4f35-40a3-b75e-ffa04ee0c7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71C1D4C-DDB7-40E3-8640-20852E4CEA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61F33B-DBCF-4D99-8A24-A37E84CD3907}">
  <ds:schemaRefs>
    <ds:schemaRef ds:uri="4582224d-bab5-40fa-bd6d-5f2de2104ce9"/>
    <ds:schemaRef ds:uri="7b482e70-4f35-40a3-b75e-ffa04ee0c79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VR-Game(Strong tanding)</vt:lpstr>
      <vt:lpstr>Live-Demo</vt:lpstr>
      <vt:lpstr>Tool</vt:lpstr>
      <vt:lpstr>Endresultat vs. Zielsetzung</vt:lpstr>
      <vt:lpstr>Endresultat vs. Zielsetzung</vt:lpstr>
      <vt:lpstr>Was lief gut?</vt:lpstr>
      <vt:lpstr>Wo gab es Probleme?</vt:lpstr>
      <vt:lpstr>Worauf sind wir stolz (Lösungen)?</vt:lpstr>
      <vt:lpstr>Was haben wir gelernt?</vt:lpstr>
      <vt:lpstr>Was hat uns überrascht?</vt:lpstr>
      <vt:lpstr>Reflektion</vt:lpstr>
      <vt:lpstr>Was würden wir anders machen?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ANTHAMATTEN Elia (STD)</dc:creator>
  <cp:lastModifiedBy>CHITTILAPPILLY Safal (STD)</cp:lastModifiedBy>
  <cp:revision>5</cp:revision>
  <dcterms:created xsi:type="dcterms:W3CDTF">2026-02-11T07:30:05Z</dcterms:created>
  <dcterms:modified xsi:type="dcterms:W3CDTF">2026-03-18T07:25:19Z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0x0101003A7443C7252A364EA82FF0EDB3C44616</vt:lpwstr>
  </property>
</Properties>
</file>