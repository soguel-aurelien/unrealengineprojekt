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84" y="2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2925B5-3098-6FA5-9E70-E73BD99A6D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EAF0357-C485-0F1B-ECB6-7277342E62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797A2CC-6125-7C1F-7B0A-E67B128EA2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11.02.2026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E578971-229B-A13D-A843-174831AB15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0D6CE5D-4B30-1226-E079-1DCE737A0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07109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038FA1-AA53-D153-6BB9-2952CCA89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CD4E74-4457-6768-7C9C-5D06756630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8365840-3CBF-2454-569C-9F722B3BA8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11.02.2026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D54F6ED-20AD-32F8-04DA-A249BCF0A0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8E13F55-8084-6252-4BD4-A5CA921C5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65604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0289A4-CBE7-4B75-536A-E7A1984BA5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87BAD98-DE88-A1D9-3B83-C7930C925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39EFC68-73AD-394A-7AEB-2BF2FFE81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11.02.2026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971DD17-1E51-4CF1-F9F4-4C306A89B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E8E27F4-3003-CFB9-BF0F-E72A6F079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15543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F8643C-0FB1-24FE-778A-CE3CD1C9C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A8AEF5F-1062-7D01-E728-1261D396ED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1E1D9D2-ADE6-0F69-BCFF-E8AC78A7E8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C049113-7DD0-2F06-5FBA-6571F0D94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11.02.2026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C947B0D-3FE8-1BB8-BF8D-2BAFB7577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98C6A06-62D1-0CAF-8607-BA2334EDB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420027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01155A-4CE0-856E-2DB0-099CADE67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2506FC4-02F9-9F5F-D847-ADD3D57DA3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032C644-EC1C-FFF6-2023-2D1A313208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B17348D-7CCF-B1F5-93C1-F431224B0C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C24B80F-256E-5E57-DD77-9E90543308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65803CB-39B2-23E0-25FF-F18A51B3D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11.02.2026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04C195E-9AFC-4696-FFC7-7E3CB21A7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8CA86EA-F733-88D7-E5B4-E12A1B40D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240300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F16F15-033E-621C-7F0E-D9A07C401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DF24306-0738-27DA-85D2-64B3B1D06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11.02.2026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C29B968-D68F-712E-A101-5A80E821F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D067B26-1D95-7868-EFE3-82EC264C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24407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9C9E748-517B-BC25-B49D-CE9D3AF78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11.02.2026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5BA30F2-D7C1-0973-D2AF-44C2E85C0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B1CAAD9-B387-BF9C-7FE2-E1F08C35B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099433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EAAAAE-5215-D79D-E9F6-CF0A8ADDC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33C260-BFD7-7771-1D2D-73D13D4B7B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24B9F96-93FD-E90E-A077-F0345196E9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5ED1C2B-49DF-D43D-EC7F-782255273C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11.02.2026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77DE780-7629-A3E4-8C43-3A72030F5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DEFAEC4-EC3D-55FF-120B-7062D23B7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378283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5950CD-9905-B359-DB3D-E53EEA7EA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51F9CD9B-D22E-563B-9D2A-5DC7AEA6B6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AD91E08-63A9-8140-FDB6-3F70DA562D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3BC7DBA-0595-45BC-AB8B-A89BB5E77B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11.02.2026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1D369D7-70C0-D3E6-F1EA-B1A9EA542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D0523B6-8FAC-5847-5881-50F63E2EE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493795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4D8A8C-4FC5-8005-1F61-AEC566DD5A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1E325E5-DFC0-212C-4756-C1C30D9F36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43132B3-59FA-EB5B-B265-9D72C487E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11.02.2026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C2A7467-90AA-4D84-E88C-827B3EA91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C081B16-6C89-FE39-1D99-3A3C3D19A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655078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7B50EBA-210E-12F3-2F3C-91874AF085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3004CFC-B72D-58FF-BFB0-76FCF1A548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424EF59-6EFA-D2D9-30A2-FE48EF1F8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11.02.2026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EA1803D-8600-477E-9CED-9C1549782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359A1FB-CF3F-1B02-532B-A8708E45C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212060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3D9F020-2F75-BA58-5D4C-4EF3788D3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FF7D490-9059-CF00-7932-C21ABD4B57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3EF64F4-7707-0185-51D0-B2157A1E76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70ADAD-9187-47F9-A249-492AE8E7021B}" type="datetimeFigureOut">
              <a:rPr lang="de-CH" smtClean="0"/>
              <a:t>11.02.2026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4DD96D-8BAF-35D3-097D-930A7A4BCD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12937DF-C406-4754-D37D-771BC2141F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696558-CB45-4C08-9B26-34B99B57B64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11770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4A0D3F-507C-F9EE-F752-69059CCD8B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/>
              <a:t>VR Game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F500EA9-CB02-0BBB-B697-1026090C42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292173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</Words>
  <Application>Microsoft Office PowerPoint</Application>
  <PresentationFormat>Breitbild</PresentationFormat>
  <Paragraphs>1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</vt:lpstr>
      <vt:lpstr>VR Game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ANTHAMATTEN Elia (STD)</dc:creator>
  <cp:lastModifiedBy>ANTHAMATTEN Elia (STD)</cp:lastModifiedBy>
  <cp:revision>1</cp:revision>
  <dcterms:created xsi:type="dcterms:W3CDTF">2026-02-11T07:30:05Z</dcterms:created>
  <dcterms:modified xsi:type="dcterms:W3CDTF">2026-02-11T07:30:39Z</dcterms:modified>
</cp:coreProperties>
</file>