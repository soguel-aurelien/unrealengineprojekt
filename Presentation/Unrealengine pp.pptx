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3" r:id="rId6"/>
    <p:sldId id="258" r:id="rId7"/>
    <p:sldId id="257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18DEC33-A8E2-5D84-CA76-58650E82AC50}" v="308" dt="2026-02-11T08:06:33.0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ŠPIONJAK Tadej (STD)" userId="S::tadej.spionjak@edu.vs.ch::65c42695-ef25-4ae5-8123-204466087ecd" providerId="AD" clId="Web-{918DEC33-A8E2-5D84-CA76-58650E82AC50}"/>
    <pc:docChg chg="addSld delSld modSld sldOrd">
      <pc:chgData name="ŠPIONJAK Tadej (STD)" userId="S::tadej.spionjak@edu.vs.ch::65c42695-ef25-4ae5-8123-204466087ecd" providerId="AD" clId="Web-{918DEC33-A8E2-5D84-CA76-58650E82AC50}" dt="2026-02-11T08:06:32.886" v="298" actId="20577"/>
      <pc:docMkLst>
        <pc:docMk/>
      </pc:docMkLst>
      <pc:sldChg chg="modSp">
        <pc:chgData name="ŠPIONJAK Tadej (STD)" userId="S::tadej.spionjak@edu.vs.ch::65c42695-ef25-4ae5-8123-204466087ecd" providerId="AD" clId="Web-{918DEC33-A8E2-5D84-CA76-58650E82AC50}" dt="2026-02-11T07:54:07.736" v="7" actId="20577"/>
        <pc:sldMkLst>
          <pc:docMk/>
          <pc:sldMk cId="2029217326" sldId="256"/>
        </pc:sldMkLst>
        <pc:spChg chg="mod">
          <ac:chgData name="ŠPIONJAK Tadej (STD)" userId="S::tadej.spionjak@edu.vs.ch::65c42695-ef25-4ae5-8123-204466087ecd" providerId="AD" clId="Web-{918DEC33-A8E2-5D84-CA76-58650E82AC50}" dt="2026-02-11T07:54:07.736" v="7" actId="20577"/>
          <ac:spMkLst>
            <pc:docMk/>
            <pc:sldMk cId="2029217326" sldId="256"/>
            <ac:spMk id="2" creationId="{744A0D3F-507C-F9EE-F752-69059CCD8BEB}"/>
          </ac:spMkLst>
        </pc:spChg>
      </pc:sldChg>
      <pc:sldChg chg="modSp">
        <pc:chgData name="ŠPIONJAK Tadej (STD)" userId="S::tadej.spionjak@edu.vs.ch::65c42695-ef25-4ae5-8123-204466087ecd" providerId="AD" clId="Web-{918DEC33-A8E2-5D84-CA76-58650E82AC50}" dt="2026-02-11T08:02:44.602" v="137" actId="20577"/>
        <pc:sldMkLst>
          <pc:docMk/>
          <pc:sldMk cId="4019893897" sldId="257"/>
        </pc:sldMkLst>
        <pc:spChg chg="mod">
          <ac:chgData name="ŠPIONJAK Tadej (STD)" userId="S::tadej.spionjak@edu.vs.ch::65c42695-ef25-4ae5-8123-204466087ecd" providerId="AD" clId="Web-{918DEC33-A8E2-5D84-CA76-58650E82AC50}" dt="2026-02-11T08:02:13.321" v="77" actId="20577"/>
          <ac:spMkLst>
            <pc:docMk/>
            <pc:sldMk cId="4019893897" sldId="257"/>
            <ac:spMk id="2" creationId="{4C692BE9-8C30-670D-2F7C-DF1A66FF0829}"/>
          </ac:spMkLst>
        </pc:spChg>
        <pc:spChg chg="mod">
          <ac:chgData name="ŠPIONJAK Tadej (STD)" userId="S::tadej.spionjak@edu.vs.ch::65c42695-ef25-4ae5-8123-204466087ecd" providerId="AD" clId="Web-{918DEC33-A8E2-5D84-CA76-58650E82AC50}" dt="2026-02-11T08:02:44.602" v="137" actId="20577"/>
          <ac:spMkLst>
            <pc:docMk/>
            <pc:sldMk cId="4019893897" sldId="257"/>
            <ac:spMk id="3" creationId="{8C2E2611-94B1-0136-17CD-48A7DC2FA698}"/>
          </ac:spMkLst>
        </pc:spChg>
      </pc:sldChg>
      <pc:sldChg chg="modSp ord">
        <pc:chgData name="ŠPIONJAK Tadej (STD)" userId="S::tadej.spionjak@edu.vs.ch::65c42695-ef25-4ae5-8123-204466087ecd" providerId="AD" clId="Web-{918DEC33-A8E2-5D84-CA76-58650E82AC50}" dt="2026-02-11T08:01:49.430" v="54" actId="20577"/>
        <pc:sldMkLst>
          <pc:docMk/>
          <pc:sldMk cId="4025588667" sldId="258"/>
        </pc:sldMkLst>
        <pc:spChg chg="mod">
          <ac:chgData name="ŠPIONJAK Tadej (STD)" userId="S::tadej.spionjak@edu.vs.ch::65c42695-ef25-4ae5-8123-204466087ecd" providerId="AD" clId="Web-{918DEC33-A8E2-5D84-CA76-58650E82AC50}" dt="2026-02-11T08:01:49.430" v="54" actId="20577"/>
          <ac:spMkLst>
            <pc:docMk/>
            <pc:sldMk cId="4025588667" sldId="258"/>
            <ac:spMk id="2" creationId="{318F1F6D-40C5-1BD9-423A-1B72E93E2327}"/>
          </ac:spMkLst>
        </pc:spChg>
      </pc:sldChg>
      <pc:sldChg chg="del">
        <pc:chgData name="ŠPIONJAK Tadej (STD)" userId="S::tadej.spionjak@edu.vs.ch::65c42695-ef25-4ae5-8123-204466087ecd" providerId="AD" clId="Web-{918DEC33-A8E2-5D84-CA76-58650E82AC50}" dt="2026-02-11T08:03:43.618" v="186"/>
        <pc:sldMkLst>
          <pc:docMk/>
          <pc:sldMk cId="2961897491" sldId="259"/>
        </pc:sldMkLst>
      </pc:sldChg>
      <pc:sldChg chg="del">
        <pc:chgData name="ŠPIONJAK Tadej (STD)" userId="S::tadej.spionjak@edu.vs.ch::65c42695-ef25-4ae5-8123-204466087ecd" providerId="AD" clId="Web-{918DEC33-A8E2-5D84-CA76-58650E82AC50}" dt="2026-02-11T08:03:44.353" v="187"/>
        <pc:sldMkLst>
          <pc:docMk/>
          <pc:sldMk cId="216781419" sldId="260"/>
        </pc:sldMkLst>
      </pc:sldChg>
      <pc:sldChg chg="del">
        <pc:chgData name="ŠPIONJAK Tadej (STD)" userId="S::tadej.spionjak@edu.vs.ch::65c42695-ef25-4ae5-8123-204466087ecd" providerId="AD" clId="Web-{918DEC33-A8E2-5D84-CA76-58650E82AC50}" dt="2026-02-11T08:03:41.587" v="184"/>
        <pc:sldMkLst>
          <pc:docMk/>
          <pc:sldMk cId="1478531844" sldId="261"/>
        </pc:sldMkLst>
      </pc:sldChg>
      <pc:sldChg chg="del">
        <pc:chgData name="ŠPIONJAK Tadej (STD)" userId="S::tadej.spionjak@edu.vs.ch::65c42695-ef25-4ae5-8123-204466087ecd" providerId="AD" clId="Web-{918DEC33-A8E2-5D84-CA76-58650E82AC50}" dt="2026-02-11T08:03:42.478" v="185"/>
        <pc:sldMkLst>
          <pc:docMk/>
          <pc:sldMk cId="1287495847" sldId="262"/>
        </pc:sldMkLst>
      </pc:sldChg>
      <pc:sldChg chg="modSp new">
        <pc:chgData name="ŠPIONJAK Tadej (STD)" userId="S::tadej.spionjak@edu.vs.ch::65c42695-ef25-4ae5-8123-204466087ecd" providerId="AD" clId="Web-{918DEC33-A8E2-5D84-CA76-58650E82AC50}" dt="2026-02-11T07:57:33.335" v="17" actId="20577"/>
        <pc:sldMkLst>
          <pc:docMk/>
          <pc:sldMk cId="457691454" sldId="263"/>
        </pc:sldMkLst>
        <pc:spChg chg="mod">
          <ac:chgData name="ŠPIONJAK Tadej (STD)" userId="S::tadej.spionjak@edu.vs.ch::65c42695-ef25-4ae5-8123-204466087ecd" providerId="AD" clId="Web-{918DEC33-A8E2-5D84-CA76-58650E82AC50}" dt="2026-02-11T07:57:33.335" v="17" actId="20577"/>
          <ac:spMkLst>
            <pc:docMk/>
            <pc:sldMk cId="457691454" sldId="263"/>
            <ac:spMk id="2" creationId="{80FD0B04-68E0-2ACA-2FCA-3336E5FA4BE4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3:40.525" v="183" actId="20577"/>
        <pc:sldMkLst>
          <pc:docMk/>
          <pc:sldMk cId="2396213657" sldId="264"/>
        </pc:sldMkLst>
        <pc:spChg chg="mod">
          <ac:chgData name="ŠPIONJAK Tadej (STD)" userId="S::tadej.spionjak@edu.vs.ch::65c42695-ef25-4ae5-8123-204466087ecd" providerId="AD" clId="Web-{918DEC33-A8E2-5D84-CA76-58650E82AC50}" dt="2026-02-11T08:03:40.525" v="183" actId="20577"/>
          <ac:spMkLst>
            <pc:docMk/>
            <pc:sldMk cId="2396213657" sldId="264"/>
            <ac:spMk id="2" creationId="{3DB50063-4FF0-00D5-65F4-4D9CE7CEBEA7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5:33.042" v="221" actId="20577"/>
        <pc:sldMkLst>
          <pc:docMk/>
          <pc:sldMk cId="297389937" sldId="265"/>
        </pc:sldMkLst>
        <pc:spChg chg="mod">
          <ac:chgData name="ŠPIONJAK Tadej (STD)" userId="S::tadej.spionjak@edu.vs.ch::65c42695-ef25-4ae5-8123-204466087ecd" providerId="AD" clId="Web-{918DEC33-A8E2-5D84-CA76-58650E82AC50}" dt="2026-02-11T08:05:08.198" v="220" actId="20577"/>
          <ac:spMkLst>
            <pc:docMk/>
            <pc:sldMk cId="297389937" sldId="265"/>
            <ac:spMk id="2" creationId="{F561AD8C-36DD-7829-BD8E-DA31B4195134}"/>
          </ac:spMkLst>
        </pc:spChg>
        <pc:spChg chg="mod">
          <ac:chgData name="ŠPIONJAK Tadej (STD)" userId="S::tadej.spionjak@edu.vs.ch::65c42695-ef25-4ae5-8123-204466087ecd" providerId="AD" clId="Web-{918DEC33-A8E2-5D84-CA76-58650E82AC50}" dt="2026-02-11T08:05:33.042" v="221" actId="20577"/>
          <ac:spMkLst>
            <pc:docMk/>
            <pc:sldMk cId="297389937" sldId="265"/>
            <ac:spMk id="3" creationId="{5C0E5C13-2F42-8335-E515-AB0AED9C2F34}"/>
          </ac:spMkLst>
        </pc:spChg>
      </pc:sldChg>
      <pc:sldChg chg="modSp new del">
        <pc:chgData name="ŠPIONJAK Tadej (STD)" userId="S::tadej.spionjak@edu.vs.ch::65c42695-ef25-4ae5-8123-204466087ecd" providerId="AD" clId="Web-{918DEC33-A8E2-5D84-CA76-58650E82AC50}" dt="2026-02-11T08:03:16.680" v="167"/>
        <pc:sldMkLst>
          <pc:docMk/>
          <pc:sldMk cId="2196810591" sldId="265"/>
        </pc:sldMkLst>
        <pc:spChg chg="mod">
          <ac:chgData name="ŠPIONJAK Tadej (STD)" userId="S::tadej.spionjak@edu.vs.ch::65c42695-ef25-4ae5-8123-204466087ecd" providerId="AD" clId="Web-{918DEC33-A8E2-5D84-CA76-58650E82AC50}" dt="2026-02-11T08:03:12.399" v="166" actId="20577"/>
          <ac:spMkLst>
            <pc:docMk/>
            <pc:sldMk cId="2196810591" sldId="265"/>
            <ac:spMk id="2" creationId="{DF9796E8-3CBA-B547-836B-E35F03820CA7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5:48.823" v="244" actId="20577"/>
        <pc:sldMkLst>
          <pc:docMk/>
          <pc:sldMk cId="2624086703" sldId="266"/>
        </pc:sldMkLst>
        <pc:spChg chg="mod">
          <ac:chgData name="ŠPIONJAK Tadej (STD)" userId="S::tadej.spionjak@edu.vs.ch::65c42695-ef25-4ae5-8123-204466087ecd" providerId="AD" clId="Web-{918DEC33-A8E2-5D84-CA76-58650E82AC50}" dt="2026-02-11T08:05:48.823" v="244" actId="20577"/>
          <ac:spMkLst>
            <pc:docMk/>
            <pc:sldMk cId="2624086703" sldId="266"/>
            <ac:spMk id="2" creationId="{1E28AFB1-8A7A-B172-D7B1-90A824228172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6:07.386" v="264" actId="20577"/>
        <pc:sldMkLst>
          <pc:docMk/>
          <pc:sldMk cId="761157137" sldId="267"/>
        </pc:sldMkLst>
        <pc:spChg chg="mod">
          <ac:chgData name="ŠPIONJAK Tadej (STD)" userId="S::tadej.spionjak@edu.vs.ch::65c42695-ef25-4ae5-8123-204466087ecd" providerId="AD" clId="Web-{918DEC33-A8E2-5D84-CA76-58650E82AC50}" dt="2026-02-11T08:06:07.386" v="264" actId="20577"/>
          <ac:spMkLst>
            <pc:docMk/>
            <pc:sldMk cId="761157137" sldId="267"/>
            <ac:spMk id="2" creationId="{112B59C9-D7A8-0317-1968-38B52CCB7530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6:19.245" v="272" actId="20577"/>
        <pc:sldMkLst>
          <pc:docMk/>
          <pc:sldMk cId="4211665210" sldId="268"/>
        </pc:sldMkLst>
        <pc:spChg chg="mod">
          <ac:chgData name="ŠPIONJAK Tadej (STD)" userId="S::tadej.spionjak@edu.vs.ch::65c42695-ef25-4ae5-8123-204466087ecd" providerId="AD" clId="Web-{918DEC33-A8E2-5D84-CA76-58650E82AC50}" dt="2026-02-11T08:06:19.245" v="272" actId="20577"/>
          <ac:spMkLst>
            <pc:docMk/>
            <pc:sldMk cId="4211665210" sldId="268"/>
            <ac:spMk id="2" creationId="{AFF46E95-2E97-E61B-88B9-6E1A97F1EF1D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6:32.886" v="298" actId="20577"/>
        <pc:sldMkLst>
          <pc:docMk/>
          <pc:sldMk cId="991167436" sldId="269"/>
        </pc:sldMkLst>
        <pc:spChg chg="mod">
          <ac:chgData name="ŠPIONJAK Tadej (STD)" userId="S::tadej.spionjak@edu.vs.ch::65c42695-ef25-4ae5-8123-204466087ecd" providerId="AD" clId="Web-{918DEC33-A8E2-5D84-CA76-58650E82AC50}" dt="2026-02-11T08:06:32.886" v="298" actId="20577"/>
          <ac:spMkLst>
            <pc:docMk/>
            <pc:sldMk cId="991167436" sldId="269"/>
            <ac:spMk id="2" creationId="{1429A97F-47BB-2EB8-B91D-07FC48C2C457}"/>
          </ac:spMkLst>
        </pc:spChg>
      </pc:sldChg>
    </pc:docChg>
  </pc:docChgLst>
  <pc:docChgLst>
    <pc:chgData name="ANTHAMATTEN Elia (STD)" userId="de2ee9bd-2372-4e59-8057-983727246ceb" providerId="ADAL" clId="{1288FD62-7F38-4A17-9B9B-563BBA360915}"/>
    <pc:docChg chg="custSel addSld modSld sldOrd">
      <pc:chgData name="ANTHAMATTEN Elia (STD)" userId="de2ee9bd-2372-4e59-8057-983727246ceb" providerId="ADAL" clId="{1288FD62-7F38-4A17-9B9B-563BBA360915}" dt="2026-02-11T07:50:43.287" v="87" actId="20577"/>
      <pc:docMkLst>
        <pc:docMk/>
      </pc:docMkLst>
      <pc:sldChg chg="modSp new mod">
        <pc:chgData name="ANTHAMATTEN Elia (STD)" userId="de2ee9bd-2372-4e59-8057-983727246ceb" providerId="ADAL" clId="{1288FD62-7F38-4A17-9B9B-563BBA360915}" dt="2026-02-11T07:40:19.464" v="21" actId="20577"/>
        <pc:sldMkLst>
          <pc:docMk/>
          <pc:sldMk cId="4019893897" sldId="257"/>
        </pc:sldMkLst>
        <pc:spChg chg="mod">
          <ac:chgData name="ANTHAMATTEN Elia (STD)" userId="de2ee9bd-2372-4e59-8057-983727246ceb" providerId="ADAL" clId="{1288FD62-7F38-4A17-9B9B-563BBA360915}" dt="2026-02-11T07:40:19.464" v="21" actId="20577"/>
          <ac:spMkLst>
            <pc:docMk/>
            <pc:sldMk cId="4019893897" sldId="257"/>
            <ac:spMk id="2" creationId="{4C692BE9-8C30-670D-2F7C-DF1A66FF0829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7:40:45.578" v="27" actId="20577"/>
        <pc:sldMkLst>
          <pc:docMk/>
          <pc:sldMk cId="4025588667" sldId="258"/>
        </pc:sldMkLst>
        <pc:spChg chg="mod">
          <ac:chgData name="ANTHAMATTEN Elia (STD)" userId="de2ee9bd-2372-4e59-8057-983727246ceb" providerId="ADAL" clId="{1288FD62-7F38-4A17-9B9B-563BBA360915}" dt="2026-02-11T07:40:45.578" v="27" actId="20577"/>
          <ac:spMkLst>
            <pc:docMk/>
            <pc:sldMk cId="4025588667" sldId="258"/>
            <ac:spMk id="2" creationId="{318F1F6D-40C5-1BD9-423A-1B72E93E2327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7:41:24.797" v="41" actId="20577"/>
        <pc:sldMkLst>
          <pc:docMk/>
          <pc:sldMk cId="2961897491" sldId="259"/>
        </pc:sldMkLst>
        <pc:spChg chg="mod">
          <ac:chgData name="ANTHAMATTEN Elia (STD)" userId="de2ee9bd-2372-4e59-8057-983727246ceb" providerId="ADAL" clId="{1288FD62-7F38-4A17-9B9B-563BBA360915}" dt="2026-02-11T07:41:24.797" v="41" actId="20577"/>
          <ac:spMkLst>
            <pc:docMk/>
            <pc:sldMk cId="2961897491" sldId="259"/>
            <ac:spMk id="2" creationId="{8461C079-D0FD-3993-2767-40BBB60EAAAF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7:42:58.623" v="48" actId="20577"/>
        <pc:sldMkLst>
          <pc:docMk/>
          <pc:sldMk cId="216781419" sldId="260"/>
        </pc:sldMkLst>
        <pc:spChg chg="mod">
          <ac:chgData name="ANTHAMATTEN Elia (STD)" userId="de2ee9bd-2372-4e59-8057-983727246ceb" providerId="ADAL" clId="{1288FD62-7F38-4A17-9B9B-563BBA360915}" dt="2026-02-11T07:42:58.623" v="48" actId="20577"/>
          <ac:spMkLst>
            <pc:docMk/>
            <pc:sldMk cId="216781419" sldId="260"/>
            <ac:spMk id="2" creationId="{5190FB22-4AED-DD55-E2A7-4C202C6A7395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7:49:20.487" v="65" actId="20577"/>
        <pc:sldMkLst>
          <pc:docMk/>
          <pc:sldMk cId="1478531844" sldId="261"/>
        </pc:sldMkLst>
        <pc:spChg chg="mod">
          <ac:chgData name="ANTHAMATTEN Elia (STD)" userId="de2ee9bd-2372-4e59-8057-983727246ceb" providerId="ADAL" clId="{1288FD62-7F38-4A17-9B9B-563BBA360915}" dt="2026-02-11T07:49:20.487" v="65" actId="20577"/>
          <ac:spMkLst>
            <pc:docMk/>
            <pc:sldMk cId="1478531844" sldId="261"/>
            <ac:spMk id="2" creationId="{7E9DCE9B-B8F2-F4AE-993C-BFF09D8EAD3F}"/>
          </ac:spMkLst>
        </pc:spChg>
      </pc:sldChg>
      <pc:sldChg chg="modSp new mod ord">
        <pc:chgData name="ANTHAMATTEN Elia (STD)" userId="de2ee9bd-2372-4e59-8057-983727246ceb" providerId="ADAL" clId="{1288FD62-7F38-4A17-9B9B-563BBA360915}" dt="2026-02-11T07:50:43.287" v="87" actId="20577"/>
        <pc:sldMkLst>
          <pc:docMk/>
          <pc:sldMk cId="1287495847" sldId="262"/>
        </pc:sldMkLst>
        <pc:spChg chg="mod">
          <ac:chgData name="ANTHAMATTEN Elia (STD)" userId="de2ee9bd-2372-4e59-8057-983727246ceb" providerId="ADAL" clId="{1288FD62-7F38-4A17-9B9B-563BBA360915}" dt="2026-02-11T07:50:43.287" v="87" actId="20577"/>
          <ac:spMkLst>
            <pc:docMk/>
            <pc:sldMk cId="1287495847" sldId="262"/>
            <ac:spMk id="2" creationId="{247F65E4-99AE-9F05-F841-F6B2844D15A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2925B5-3098-6FA5-9E70-E73BD99A6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EAF0357-C485-0F1B-ECB6-7277342E62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797A2CC-6125-7C1F-7B0A-E67B128EA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578971-229B-A13D-A843-174831AB1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D6CE5D-4B30-1226-E079-1DCE737A0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0710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038FA1-AA53-D153-6BB9-2952CCA89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CD4E74-4457-6768-7C9C-5D0675663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8365840-3CBF-2454-569C-9F722B3BA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54F6ED-20AD-32F8-04DA-A249BCF0A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E13F55-8084-6252-4BD4-A5CA921C5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6560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289A4-CBE7-4B75-536A-E7A1984BA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87BAD98-DE88-A1D9-3B83-C7930C925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9EFC68-73AD-394A-7AEB-2BF2FFE81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71DD17-1E51-4CF1-F9F4-4C306A89B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8E27F4-3003-CFB9-BF0F-E72A6F079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5543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F8643C-0FB1-24FE-778A-CE3CD1C9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8AEF5F-1062-7D01-E728-1261D396ED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1E1D9D2-ADE6-0F69-BCFF-E8AC78A7E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049113-7DD0-2F06-5FBA-6571F0D94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947B0D-3FE8-1BB8-BF8D-2BAFB7577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98C6A06-62D1-0CAF-8607-BA2334EDB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42002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01155A-4CE0-856E-2DB0-099CADE67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506FC4-02F9-9F5F-D847-ADD3D57DA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032C644-EC1C-FFF6-2023-2D1A31320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B17348D-7CCF-B1F5-93C1-F431224B0C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C24B80F-256E-5E57-DD77-9E9054330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65803CB-39B2-23E0-25FF-F18A51B3D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4C195E-9AFC-4696-FFC7-7E3CB21A7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CA86EA-F733-88D7-E5B4-E12A1B40D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24030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F16F15-033E-621C-7F0E-D9A07C401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DF24306-0738-27DA-85D2-64B3B1D06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29B968-D68F-712E-A101-5A80E821F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D067B26-1D95-7868-EFE3-82EC264C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24407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9C9E748-517B-BC25-B49D-CE9D3AF7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BA30F2-D7C1-0973-D2AF-44C2E85C0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B1CAAD9-B387-BF9C-7FE2-E1F08C35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09943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EAAAAE-5215-D79D-E9F6-CF0A8ADDC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3C260-BFD7-7771-1D2D-73D13D4B7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4B9F96-93FD-E90E-A077-F0345196E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5ED1C2B-49DF-D43D-EC7F-782255273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7DE780-7629-A3E4-8C43-3A72030F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DEFAEC4-EC3D-55FF-120B-7062D23B7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37828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5950CD-9905-B359-DB3D-E53EEA7EA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1F9CD9B-D22E-563B-9D2A-5DC7AEA6B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AD91E08-63A9-8140-FDB6-3F70DA562D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3BC7DBA-0595-45BC-AB8B-A89BB5E77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1D369D7-70C0-D3E6-F1EA-B1A9EA542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D0523B6-8FAC-5847-5881-50F63E2EE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49379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4D8A8C-4FC5-8005-1F61-AEC566DD5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1E325E5-DFC0-212C-4756-C1C30D9F3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3132B3-59FA-EB5B-B265-9D72C487E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2A7467-90AA-4D84-E88C-827B3EA91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C081B16-6C89-FE39-1D99-3A3C3D19A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5507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B50EBA-210E-12F3-2F3C-91874AF085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004CFC-B72D-58FF-BFB0-76FCF1A54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24EF59-6EFA-D2D9-30A2-FE48EF1F8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A1803D-8600-477E-9CED-9C1549782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59A1FB-CF3F-1B02-532B-A8708E45C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21206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3D9F020-2F75-BA58-5D4C-4EF3788D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F7D490-9059-CF00-7932-C21ABD4B5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EF64F4-7707-0185-51D0-B2157A1E76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4DD96D-8BAF-35D3-097D-930A7A4BCD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2937DF-C406-4754-D37D-771BC2141F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177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4A0D3F-507C-F9EE-F752-69059CCD8B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/>
              <a:t>VR Game(Name)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F500EA9-CB02-0BBB-B697-1026090C42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/>
              <a:t>Elia, Tadej, Ben, </a:t>
            </a:r>
            <a:r>
              <a:rPr lang="de-CH" err="1"/>
              <a:t>Aurelien</a:t>
            </a:r>
            <a:r>
              <a:rPr lang="de-CH"/>
              <a:t>, </a:t>
            </a:r>
            <a:r>
              <a:rPr lang="de-CH" err="1"/>
              <a:t>Safal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9217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0B04-68E0-2ACA-2FCA-3336E5FA4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Live-Demo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05CFE2-6CFE-DEFC-4FED-736CF2D28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91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8F1F6D-40C5-1BD9-423A-1B72E93E2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Tools (Gebraucht, Ungebraucht)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2D7B6-A038-20F8-8D13-6A3B6506A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25588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692BE9-8C30-670D-2F7C-DF1A66FF0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Endresultat vs. Zielsetzung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2E2611-94B1-0136-17CD-48A7DC2FA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/>
              <a:t>Wie hat sich das Projekt entwickelt?</a:t>
            </a:r>
          </a:p>
          <a:p>
            <a:r>
              <a:rPr lang="de-CH"/>
              <a:t>Was wurde erreicht? Was nicht?</a:t>
            </a:r>
          </a:p>
        </p:txBody>
      </p:sp>
    </p:spTree>
    <p:extLst>
      <p:ext uri="{BB962C8B-B14F-4D97-AF65-F5344CB8AC3E}">
        <p14:creationId xmlns:p14="http://schemas.microsoft.com/office/powerpoint/2010/main" val="4019893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50063-4FF0-00D5-65F4-4D9CE7CEB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lief gut? / Wo gab es </a:t>
            </a:r>
            <a:r>
              <a:rPr lang="en-US" err="1"/>
              <a:t>Probleme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C46DD-AC74-255F-912D-68F4AD9585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213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1AD8C-36DD-7829-BD8E-DA31B4195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Worauf</a:t>
            </a:r>
            <a:r>
              <a:rPr lang="en-US"/>
              <a:t> </a:t>
            </a:r>
            <a:r>
              <a:rPr lang="en-US" err="1"/>
              <a:t>sind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 </a:t>
            </a:r>
            <a:r>
              <a:rPr lang="de-CH"/>
              <a:t>stolz</a:t>
            </a:r>
            <a:r>
              <a:rPr lang="en-US"/>
              <a:t> (</a:t>
            </a:r>
            <a:r>
              <a:rPr lang="en-US" err="1"/>
              <a:t>Lösungen</a:t>
            </a:r>
            <a:r>
              <a:rPr lang="en-US"/>
              <a:t>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E5C13-2F42-8335-E515-AB0AED9C2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97389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8AFB1-8A7A-B172-D7B1-90A824228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</a:t>
            </a:r>
            <a:r>
              <a:rPr lang="en-US" err="1"/>
              <a:t>haben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 gelernt?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A9383-4EBA-9EBE-396A-538380AE7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086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B59C9-D7A8-0317-1968-38B52CCB7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hat </a:t>
            </a:r>
            <a:r>
              <a:rPr lang="en-US" err="1"/>
              <a:t>uns</a:t>
            </a:r>
            <a:r>
              <a:rPr lang="en-US"/>
              <a:t> überrascht?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FF1AB-8964-7212-8FB4-CB8CDB97F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157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6E95-2E97-E61B-88B9-6E1A97F1E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Reflektion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7DA1C0-367D-6611-4054-E45F28C96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665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9A97F-47BB-2EB8-B91D-07FC48C2C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</a:t>
            </a:r>
            <a:r>
              <a:rPr lang="en-US" err="1"/>
              <a:t>würden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 </a:t>
            </a:r>
            <a:r>
              <a:rPr lang="en-US" err="1"/>
              <a:t>anders</a:t>
            </a:r>
            <a:r>
              <a:rPr lang="en-US"/>
              <a:t> </a:t>
            </a:r>
            <a:r>
              <a:rPr lang="en-US" err="1"/>
              <a:t>machen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2F353-13D9-4C37-0D57-9E91B9047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1674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b482e70-4f35-40a3-b75e-ffa04ee0c79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A7443C7252A364EA82FF0EDB3C44616" ma:contentTypeVersion="16" ma:contentTypeDescription="Crée un document." ma:contentTypeScope="" ma:versionID="99dd13c5d007134322681d689c73e4af">
  <xsd:schema xmlns:xsd="http://www.w3.org/2001/XMLSchema" xmlns:xs="http://www.w3.org/2001/XMLSchema" xmlns:p="http://schemas.microsoft.com/office/2006/metadata/properties" xmlns:ns3="7b482e70-4f35-40a3-b75e-ffa04ee0c79f" xmlns:ns4="4582224d-bab5-40fa-bd6d-5f2de2104ce9" targetNamespace="http://schemas.microsoft.com/office/2006/metadata/properties" ma:root="true" ma:fieldsID="b16fc3d7505b8814540dfc36f1e50148" ns3:_="" ns4:_="">
    <xsd:import namespace="7b482e70-4f35-40a3-b75e-ffa04ee0c79f"/>
    <xsd:import namespace="4582224d-bab5-40fa-bd6d-5f2de2104ce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482e70-4f35-40a3-b75e-ffa04ee0c7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82224d-bab5-40fa-bd6d-5f2de2104ce9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71C1D4C-DDB7-40E3-8640-20852E4CEA3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061F33B-DBCF-4D99-8A24-A37E84CD3907}">
  <ds:schemaRefs>
    <ds:schemaRef ds:uri="4582224d-bab5-40fa-bd6d-5f2de2104ce9"/>
    <ds:schemaRef ds:uri="7b482e70-4f35-40a3-b75e-ffa04ee0c79f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8419668F-5759-4465-9DD6-CB2CD64ED883}">
  <ds:schemaRefs>
    <ds:schemaRef ds:uri="4582224d-bab5-40fa-bd6d-5f2de2104ce9"/>
    <ds:schemaRef ds:uri="7b482e70-4f35-40a3-b75e-ffa04ee0c7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10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</vt:lpstr>
      <vt:lpstr>VR Game(Name)</vt:lpstr>
      <vt:lpstr>Live-Demo</vt:lpstr>
      <vt:lpstr>Tools (Gebraucht, Ungebraucht)</vt:lpstr>
      <vt:lpstr>Endresultat vs. Zielsetzung</vt:lpstr>
      <vt:lpstr>Was lief gut? / Wo gab es Probleme?</vt:lpstr>
      <vt:lpstr>Worauf sind wir stolz (Lösungen)?</vt:lpstr>
      <vt:lpstr>Was haben wir gelernt?</vt:lpstr>
      <vt:lpstr>Was hat uns überrascht?</vt:lpstr>
      <vt:lpstr>Reflektion</vt:lpstr>
      <vt:lpstr>Was würden wir anders machen?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ANTHAMATTEN Elia (STD)</dc:creator>
  <cp:revision>1</cp:revision>
  <dcterms:created xsi:type="dcterms:W3CDTF">2026-02-11T07:30:05Z</dcterms:created>
  <dcterms:modified xsi:type="dcterms:W3CDTF">2026-02-11T08:07:11Z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0x0101003A7443C7252A364EA82FF0EDB3C44616</vt:lpwstr>
  </property>
</Properties>
</file>