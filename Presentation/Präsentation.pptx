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71" r:id="rId1"/>
  </p:sldMasterIdLst>
  <p:notesMasterIdLst>
    <p:notesMasterId r:id="rId14"/>
  </p:notesMasterIdLst>
  <p:sldIdLst>
    <p:sldId id="256" r:id="rId2"/>
    <p:sldId id="298" r:id="rId3"/>
    <p:sldId id="299" r:id="rId4"/>
    <p:sldId id="300" r:id="rId5"/>
    <p:sldId id="301" r:id="rId6"/>
    <p:sldId id="302" r:id="rId7"/>
    <p:sldId id="303" r:id="rId8"/>
    <p:sldId id="304" r:id="rId9"/>
    <p:sldId id="305" r:id="rId10"/>
    <p:sldId id="306" r:id="rId11"/>
    <p:sldId id="307" r:id="rId12"/>
    <p:sldId id="308" r:id="rId13"/>
  </p:sldIdLst>
  <p:sldSz cx="9144000" cy="5143500" type="screen16x9"/>
  <p:notesSz cx="6858000" cy="9144000"/>
  <p:embeddedFontLst>
    <p:embeddedFont>
      <p:font typeface="Nosifer" panose="020B0604020202020204" charset="0"/>
      <p:regular r:id="rId15"/>
    </p:embeddedFont>
    <p:embeddedFont>
      <p:font typeface="Overpass" panose="020B0604020202020204" charset="0"/>
      <p:regular r:id="rId16"/>
      <p:bold r:id="rId17"/>
      <p:italic r:id="rId18"/>
      <p:boldItalic r:id="rId19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CBE52BA3-F247-6729-70B1-6B8FC1FD90DC}" v="460" dt="2026-03-18T08:04:31.505"/>
    <p1510:client id="{FBE5E64E-5863-41D0-82B6-47D9F73502AC}" v="180" dt="2026-03-18T08:08:51.488"/>
  </p1510:revLst>
</p1510:revInfo>
</file>

<file path=ppt/tableStyles.xml><?xml version="1.0" encoding="utf-8"?>
<a:tblStyleLst xmlns:a="http://schemas.openxmlformats.org/drawingml/2006/main" def="{0F6D62F3-0B2B-4ECB-90C8-25C93323FF7C}">
  <a:tblStyle styleId="{0F6D62F3-0B2B-4ECB-90C8-25C93323FF7C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99" d="100"/>
          <a:sy n="199" d="100"/>
        </p:scale>
        <p:origin x="3222" y="6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font" Target="fonts/font4.fntdata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3.fntdata"/><Relationship Id="rId25" Type="http://schemas.microsoft.com/office/2015/10/relationships/revisionInfo" Target="revisionInfo.xml"/><Relationship Id="rId2" Type="http://schemas.openxmlformats.org/officeDocument/2006/relationships/slide" Target="slides/slide1.xml"/><Relationship Id="rId16" Type="http://schemas.openxmlformats.org/officeDocument/2006/relationships/font" Target="fonts/font2.fntdata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microsoft.com/office/2016/11/relationships/changesInfo" Target="changesInfos/changesInfo1.xml"/><Relationship Id="rId5" Type="http://schemas.openxmlformats.org/officeDocument/2006/relationships/slide" Target="slides/slide4.xml"/><Relationship Id="rId15" Type="http://schemas.openxmlformats.org/officeDocument/2006/relationships/font" Target="fonts/font1.fntdata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font" Target="fonts/font5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Relationship Id="rId22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CHITTILAPPILLY Safal (STD)" userId="f35e5cdc-d6cf-4861-aeb7-8dfedcf55cf6" providerId="ADAL" clId="{EC1C5136-FDF0-4B1B-9A98-E318CF2BF480}"/>
    <pc:docChg chg="addSld delSld modSld delMainMaster">
      <pc:chgData name="CHITTILAPPILLY Safal (STD)" userId="f35e5cdc-d6cf-4861-aeb7-8dfedcf55cf6" providerId="ADAL" clId="{EC1C5136-FDF0-4B1B-9A98-E318CF2BF480}" dt="2026-03-18T08:08:51.488" v="179" actId="255"/>
      <pc:docMkLst>
        <pc:docMk/>
      </pc:docMkLst>
      <pc:sldChg chg="modSp mod">
        <pc:chgData name="CHITTILAPPILLY Safal (STD)" userId="f35e5cdc-d6cf-4861-aeb7-8dfedcf55cf6" providerId="ADAL" clId="{EC1C5136-FDF0-4B1B-9A98-E318CF2BF480}" dt="2026-03-18T08:00:10.656" v="168" actId="113"/>
        <pc:sldMkLst>
          <pc:docMk/>
          <pc:sldMk cId="0" sldId="256"/>
        </pc:sldMkLst>
        <pc:spChg chg="mod">
          <ac:chgData name="CHITTILAPPILLY Safal (STD)" userId="f35e5cdc-d6cf-4861-aeb7-8dfedcf55cf6" providerId="ADAL" clId="{EC1C5136-FDF0-4B1B-9A98-E318CF2BF480}" dt="2026-03-18T07:44:37.743" v="42" actId="255"/>
          <ac:spMkLst>
            <pc:docMk/>
            <pc:sldMk cId="0" sldId="256"/>
            <ac:spMk id="434" creationId="{00000000-0000-0000-0000-000000000000}"/>
          </ac:spMkLst>
        </pc:spChg>
        <pc:spChg chg="mod">
          <ac:chgData name="CHITTILAPPILLY Safal (STD)" userId="f35e5cdc-d6cf-4861-aeb7-8dfedcf55cf6" providerId="ADAL" clId="{EC1C5136-FDF0-4B1B-9A98-E318CF2BF480}" dt="2026-03-18T08:00:10.656" v="168" actId="113"/>
          <ac:spMkLst>
            <pc:docMk/>
            <pc:sldMk cId="0" sldId="256"/>
            <ac:spMk id="435" creationId="{00000000-0000-0000-0000-000000000000}"/>
          </ac:spMkLst>
        </pc:spChg>
      </pc:sldChg>
      <pc:sldChg chg="modSp del mod">
        <pc:chgData name="CHITTILAPPILLY Safal (STD)" userId="f35e5cdc-d6cf-4861-aeb7-8dfedcf55cf6" providerId="ADAL" clId="{EC1C5136-FDF0-4B1B-9A98-E318CF2BF480}" dt="2026-03-18T07:57:38.836" v="68" actId="47"/>
        <pc:sldMkLst>
          <pc:docMk/>
          <pc:sldMk cId="0" sldId="257"/>
        </pc:sldMkLst>
        <pc:spChg chg="mod">
          <ac:chgData name="CHITTILAPPILLY Safal (STD)" userId="f35e5cdc-d6cf-4861-aeb7-8dfedcf55cf6" providerId="ADAL" clId="{EC1C5136-FDF0-4B1B-9A98-E318CF2BF480}" dt="2026-03-18T07:45:16.020" v="67" actId="255"/>
          <ac:spMkLst>
            <pc:docMk/>
            <pc:sldMk cId="0" sldId="257"/>
            <ac:spMk id="560" creationId="{00000000-0000-0000-0000-000000000000}"/>
          </ac:spMkLst>
        </pc:spChg>
      </pc:sldChg>
      <pc:sldChg chg="del">
        <pc:chgData name="CHITTILAPPILLY Safal (STD)" userId="f35e5cdc-d6cf-4861-aeb7-8dfedcf55cf6" providerId="ADAL" clId="{EC1C5136-FDF0-4B1B-9A98-E318CF2BF480}" dt="2026-03-18T07:57:40.586" v="69" actId="47"/>
        <pc:sldMkLst>
          <pc:docMk/>
          <pc:sldMk cId="0" sldId="258"/>
        </pc:sldMkLst>
      </pc:sldChg>
      <pc:sldChg chg="del">
        <pc:chgData name="CHITTILAPPILLY Safal (STD)" userId="f35e5cdc-d6cf-4861-aeb7-8dfedcf55cf6" providerId="ADAL" clId="{EC1C5136-FDF0-4B1B-9A98-E318CF2BF480}" dt="2026-03-18T07:57:41.246" v="70" actId="47"/>
        <pc:sldMkLst>
          <pc:docMk/>
          <pc:sldMk cId="0" sldId="259"/>
        </pc:sldMkLst>
      </pc:sldChg>
      <pc:sldChg chg="del">
        <pc:chgData name="CHITTILAPPILLY Safal (STD)" userId="f35e5cdc-d6cf-4861-aeb7-8dfedcf55cf6" providerId="ADAL" clId="{EC1C5136-FDF0-4B1B-9A98-E318CF2BF480}" dt="2026-03-18T07:57:41.739" v="71" actId="47"/>
        <pc:sldMkLst>
          <pc:docMk/>
          <pc:sldMk cId="0" sldId="260"/>
        </pc:sldMkLst>
      </pc:sldChg>
      <pc:sldChg chg="del">
        <pc:chgData name="CHITTILAPPILLY Safal (STD)" userId="f35e5cdc-d6cf-4861-aeb7-8dfedcf55cf6" providerId="ADAL" clId="{EC1C5136-FDF0-4B1B-9A98-E318CF2BF480}" dt="2026-03-18T07:57:41.980" v="72" actId="47"/>
        <pc:sldMkLst>
          <pc:docMk/>
          <pc:sldMk cId="0" sldId="261"/>
        </pc:sldMkLst>
      </pc:sldChg>
      <pc:sldChg chg="del">
        <pc:chgData name="CHITTILAPPILLY Safal (STD)" userId="f35e5cdc-d6cf-4861-aeb7-8dfedcf55cf6" providerId="ADAL" clId="{EC1C5136-FDF0-4B1B-9A98-E318CF2BF480}" dt="2026-03-18T07:57:42.107" v="73" actId="47"/>
        <pc:sldMkLst>
          <pc:docMk/>
          <pc:sldMk cId="0" sldId="262"/>
        </pc:sldMkLst>
      </pc:sldChg>
      <pc:sldChg chg="del">
        <pc:chgData name="CHITTILAPPILLY Safal (STD)" userId="f35e5cdc-d6cf-4861-aeb7-8dfedcf55cf6" providerId="ADAL" clId="{EC1C5136-FDF0-4B1B-9A98-E318CF2BF480}" dt="2026-03-18T07:57:42.278" v="74" actId="47"/>
        <pc:sldMkLst>
          <pc:docMk/>
          <pc:sldMk cId="0" sldId="263"/>
        </pc:sldMkLst>
      </pc:sldChg>
      <pc:sldChg chg="del">
        <pc:chgData name="CHITTILAPPILLY Safal (STD)" userId="f35e5cdc-d6cf-4861-aeb7-8dfedcf55cf6" providerId="ADAL" clId="{EC1C5136-FDF0-4B1B-9A98-E318CF2BF480}" dt="2026-03-18T07:57:42.442" v="75" actId="47"/>
        <pc:sldMkLst>
          <pc:docMk/>
          <pc:sldMk cId="0" sldId="264"/>
        </pc:sldMkLst>
      </pc:sldChg>
      <pc:sldChg chg="del">
        <pc:chgData name="CHITTILAPPILLY Safal (STD)" userId="f35e5cdc-d6cf-4861-aeb7-8dfedcf55cf6" providerId="ADAL" clId="{EC1C5136-FDF0-4B1B-9A98-E318CF2BF480}" dt="2026-03-18T07:57:42.599" v="76" actId="47"/>
        <pc:sldMkLst>
          <pc:docMk/>
          <pc:sldMk cId="0" sldId="265"/>
        </pc:sldMkLst>
      </pc:sldChg>
      <pc:sldChg chg="del">
        <pc:chgData name="CHITTILAPPILLY Safal (STD)" userId="f35e5cdc-d6cf-4861-aeb7-8dfedcf55cf6" providerId="ADAL" clId="{EC1C5136-FDF0-4B1B-9A98-E318CF2BF480}" dt="2026-03-18T07:57:42.757" v="77" actId="47"/>
        <pc:sldMkLst>
          <pc:docMk/>
          <pc:sldMk cId="0" sldId="266"/>
        </pc:sldMkLst>
      </pc:sldChg>
      <pc:sldChg chg="del">
        <pc:chgData name="CHITTILAPPILLY Safal (STD)" userId="f35e5cdc-d6cf-4861-aeb7-8dfedcf55cf6" providerId="ADAL" clId="{EC1C5136-FDF0-4B1B-9A98-E318CF2BF480}" dt="2026-03-18T07:57:42.945" v="78" actId="47"/>
        <pc:sldMkLst>
          <pc:docMk/>
          <pc:sldMk cId="0" sldId="267"/>
        </pc:sldMkLst>
      </pc:sldChg>
      <pc:sldChg chg="del">
        <pc:chgData name="CHITTILAPPILLY Safal (STD)" userId="f35e5cdc-d6cf-4861-aeb7-8dfedcf55cf6" providerId="ADAL" clId="{EC1C5136-FDF0-4B1B-9A98-E318CF2BF480}" dt="2026-03-18T07:57:43.075" v="79" actId="47"/>
        <pc:sldMkLst>
          <pc:docMk/>
          <pc:sldMk cId="0" sldId="268"/>
        </pc:sldMkLst>
      </pc:sldChg>
      <pc:sldChg chg="del">
        <pc:chgData name="CHITTILAPPILLY Safal (STD)" userId="f35e5cdc-d6cf-4861-aeb7-8dfedcf55cf6" providerId="ADAL" clId="{EC1C5136-FDF0-4B1B-9A98-E318CF2BF480}" dt="2026-03-18T07:57:43.229" v="80" actId="47"/>
        <pc:sldMkLst>
          <pc:docMk/>
          <pc:sldMk cId="0" sldId="269"/>
        </pc:sldMkLst>
      </pc:sldChg>
      <pc:sldChg chg="del">
        <pc:chgData name="CHITTILAPPILLY Safal (STD)" userId="f35e5cdc-d6cf-4861-aeb7-8dfedcf55cf6" providerId="ADAL" clId="{EC1C5136-FDF0-4B1B-9A98-E318CF2BF480}" dt="2026-03-18T07:57:43.385" v="81" actId="47"/>
        <pc:sldMkLst>
          <pc:docMk/>
          <pc:sldMk cId="0" sldId="270"/>
        </pc:sldMkLst>
      </pc:sldChg>
      <pc:sldChg chg="del">
        <pc:chgData name="CHITTILAPPILLY Safal (STD)" userId="f35e5cdc-d6cf-4861-aeb7-8dfedcf55cf6" providerId="ADAL" clId="{EC1C5136-FDF0-4B1B-9A98-E318CF2BF480}" dt="2026-03-18T07:57:43.552" v="82" actId="47"/>
        <pc:sldMkLst>
          <pc:docMk/>
          <pc:sldMk cId="0" sldId="271"/>
        </pc:sldMkLst>
      </pc:sldChg>
      <pc:sldChg chg="del">
        <pc:chgData name="CHITTILAPPILLY Safal (STD)" userId="f35e5cdc-d6cf-4861-aeb7-8dfedcf55cf6" providerId="ADAL" clId="{EC1C5136-FDF0-4B1B-9A98-E318CF2BF480}" dt="2026-03-18T07:57:43.693" v="83" actId="47"/>
        <pc:sldMkLst>
          <pc:docMk/>
          <pc:sldMk cId="0" sldId="272"/>
        </pc:sldMkLst>
      </pc:sldChg>
      <pc:sldChg chg="del">
        <pc:chgData name="CHITTILAPPILLY Safal (STD)" userId="f35e5cdc-d6cf-4861-aeb7-8dfedcf55cf6" providerId="ADAL" clId="{EC1C5136-FDF0-4B1B-9A98-E318CF2BF480}" dt="2026-03-18T07:57:43.873" v="84" actId="47"/>
        <pc:sldMkLst>
          <pc:docMk/>
          <pc:sldMk cId="0" sldId="273"/>
        </pc:sldMkLst>
      </pc:sldChg>
      <pc:sldChg chg="del">
        <pc:chgData name="CHITTILAPPILLY Safal (STD)" userId="f35e5cdc-d6cf-4861-aeb7-8dfedcf55cf6" providerId="ADAL" clId="{EC1C5136-FDF0-4B1B-9A98-E318CF2BF480}" dt="2026-03-18T07:57:44.046" v="85" actId="47"/>
        <pc:sldMkLst>
          <pc:docMk/>
          <pc:sldMk cId="0" sldId="274"/>
        </pc:sldMkLst>
      </pc:sldChg>
      <pc:sldChg chg="del">
        <pc:chgData name="CHITTILAPPILLY Safal (STD)" userId="f35e5cdc-d6cf-4861-aeb7-8dfedcf55cf6" providerId="ADAL" clId="{EC1C5136-FDF0-4B1B-9A98-E318CF2BF480}" dt="2026-03-18T07:57:44.203" v="86" actId="47"/>
        <pc:sldMkLst>
          <pc:docMk/>
          <pc:sldMk cId="0" sldId="275"/>
        </pc:sldMkLst>
      </pc:sldChg>
      <pc:sldChg chg="del">
        <pc:chgData name="CHITTILAPPILLY Safal (STD)" userId="f35e5cdc-d6cf-4861-aeb7-8dfedcf55cf6" providerId="ADAL" clId="{EC1C5136-FDF0-4B1B-9A98-E318CF2BF480}" dt="2026-03-18T07:57:44.356" v="87" actId="47"/>
        <pc:sldMkLst>
          <pc:docMk/>
          <pc:sldMk cId="0" sldId="276"/>
        </pc:sldMkLst>
      </pc:sldChg>
      <pc:sldChg chg="del">
        <pc:chgData name="CHITTILAPPILLY Safal (STD)" userId="f35e5cdc-d6cf-4861-aeb7-8dfedcf55cf6" providerId="ADAL" clId="{EC1C5136-FDF0-4B1B-9A98-E318CF2BF480}" dt="2026-03-18T07:57:44.536" v="88" actId="47"/>
        <pc:sldMkLst>
          <pc:docMk/>
          <pc:sldMk cId="0" sldId="277"/>
        </pc:sldMkLst>
      </pc:sldChg>
      <pc:sldChg chg="del">
        <pc:chgData name="CHITTILAPPILLY Safal (STD)" userId="f35e5cdc-d6cf-4861-aeb7-8dfedcf55cf6" providerId="ADAL" clId="{EC1C5136-FDF0-4B1B-9A98-E318CF2BF480}" dt="2026-03-18T07:57:44.647" v="89" actId="47"/>
        <pc:sldMkLst>
          <pc:docMk/>
          <pc:sldMk cId="0" sldId="278"/>
        </pc:sldMkLst>
      </pc:sldChg>
      <pc:sldChg chg="del">
        <pc:chgData name="CHITTILAPPILLY Safal (STD)" userId="f35e5cdc-d6cf-4861-aeb7-8dfedcf55cf6" providerId="ADAL" clId="{EC1C5136-FDF0-4B1B-9A98-E318CF2BF480}" dt="2026-03-18T07:57:44.812" v="90" actId="47"/>
        <pc:sldMkLst>
          <pc:docMk/>
          <pc:sldMk cId="0" sldId="279"/>
        </pc:sldMkLst>
      </pc:sldChg>
      <pc:sldChg chg="del">
        <pc:chgData name="CHITTILAPPILLY Safal (STD)" userId="f35e5cdc-d6cf-4861-aeb7-8dfedcf55cf6" providerId="ADAL" clId="{EC1C5136-FDF0-4B1B-9A98-E318CF2BF480}" dt="2026-03-18T07:57:44.970" v="91" actId="47"/>
        <pc:sldMkLst>
          <pc:docMk/>
          <pc:sldMk cId="0" sldId="280"/>
        </pc:sldMkLst>
      </pc:sldChg>
      <pc:sldChg chg="del">
        <pc:chgData name="CHITTILAPPILLY Safal (STD)" userId="f35e5cdc-d6cf-4861-aeb7-8dfedcf55cf6" providerId="ADAL" clId="{EC1C5136-FDF0-4B1B-9A98-E318CF2BF480}" dt="2026-03-18T07:57:45.105" v="92" actId="47"/>
        <pc:sldMkLst>
          <pc:docMk/>
          <pc:sldMk cId="0" sldId="281"/>
        </pc:sldMkLst>
      </pc:sldChg>
      <pc:sldChg chg="del">
        <pc:chgData name="CHITTILAPPILLY Safal (STD)" userId="f35e5cdc-d6cf-4861-aeb7-8dfedcf55cf6" providerId="ADAL" clId="{EC1C5136-FDF0-4B1B-9A98-E318CF2BF480}" dt="2026-03-18T07:57:45.576" v="93" actId="47"/>
        <pc:sldMkLst>
          <pc:docMk/>
          <pc:sldMk cId="0" sldId="282"/>
        </pc:sldMkLst>
      </pc:sldChg>
      <pc:sldChg chg="del">
        <pc:chgData name="CHITTILAPPILLY Safal (STD)" userId="f35e5cdc-d6cf-4861-aeb7-8dfedcf55cf6" providerId="ADAL" clId="{EC1C5136-FDF0-4B1B-9A98-E318CF2BF480}" dt="2026-03-18T07:57:45.629" v="94" actId="47"/>
        <pc:sldMkLst>
          <pc:docMk/>
          <pc:sldMk cId="0" sldId="283"/>
        </pc:sldMkLst>
      </pc:sldChg>
      <pc:sldChg chg="del">
        <pc:chgData name="CHITTILAPPILLY Safal (STD)" userId="f35e5cdc-d6cf-4861-aeb7-8dfedcf55cf6" providerId="ADAL" clId="{EC1C5136-FDF0-4B1B-9A98-E318CF2BF480}" dt="2026-03-18T07:57:45.776" v="95" actId="47"/>
        <pc:sldMkLst>
          <pc:docMk/>
          <pc:sldMk cId="0" sldId="284"/>
        </pc:sldMkLst>
      </pc:sldChg>
      <pc:sldChg chg="del">
        <pc:chgData name="CHITTILAPPILLY Safal (STD)" userId="f35e5cdc-d6cf-4861-aeb7-8dfedcf55cf6" providerId="ADAL" clId="{EC1C5136-FDF0-4B1B-9A98-E318CF2BF480}" dt="2026-03-18T07:57:45.977" v="96" actId="47"/>
        <pc:sldMkLst>
          <pc:docMk/>
          <pc:sldMk cId="0" sldId="285"/>
        </pc:sldMkLst>
      </pc:sldChg>
      <pc:sldChg chg="del">
        <pc:chgData name="CHITTILAPPILLY Safal (STD)" userId="f35e5cdc-d6cf-4861-aeb7-8dfedcf55cf6" providerId="ADAL" clId="{EC1C5136-FDF0-4B1B-9A98-E318CF2BF480}" dt="2026-03-18T07:57:46.067" v="97" actId="47"/>
        <pc:sldMkLst>
          <pc:docMk/>
          <pc:sldMk cId="0" sldId="286"/>
        </pc:sldMkLst>
      </pc:sldChg>
      <pc:sldChg chg="del">
        <pc:chgData name="CHITTILAPPILLY Safal (STD)" userId="f35e5cdc-d6cf-4861-aeb7-8dfedcf55cf6" providerId="ADAL" clId="{EC1C5136-FDF0-4B1B-9A98-E318CF2BF480}" dt="2026-03-18T07:57:46.262" v="98" actId="47"/>
        <pc:sldMkLst>
          <pc:docMk/>
          <pc:sldMk cId="0" sldId="287"/>
        </pc:sldMkLst>
      </pc:sldChg>
      <pc:sldChg chg="del">
        <pc:chgData name="CHITTILAPPILLY Safal (STD)" userId="f35e5cdc-d6cf-4861-aeb7-8dfedcf55cf6" providerId="ADAL" clId="{EC1C5136-FDF0-4B1B-9A98-E318CF2BF480}" dt="2026-03-18T07:57:46.406" v="99" actId="47"/>
        <pc:sldMkLst>
          <pc:docMk/>
          <pc:sldMk cId="0" sldId="288"/>
        </pc:sldMkLst>
      </pc:sldChg>
      <pc:sldChg chg="del">
        <pc:chgData name="CHITTILAPPILLY Safal (STD)" userId="f35e5cdc-d6cf-4861-aeb7-8dfedcf55cf6" providerId="ADAL" clId="{EC1C5136-FDF0-4B1B-9A98-E318CF2BF480}" dt="2026-03-18T07:57:46.569" v="100" actId="47"/>
        <pc:sldMkLst>
          <pc:docMk/>
          <pc:sldMk cId="0" sldId="289"/>
        </pc:sldMkLst>
      </pc:sldChg>
      <pc:sldChg chg="del">
        <pc:chgData name="CHITTILAPPILLY Safal (STD)" userId="f35e5cdc-d6cf-4861-aeb7-8dfedcf55cf6" providerId="ADAL" clId="{EC1C5136-FDF0-4B1B-9A98-E318CF2BF480}" dt="2026-03-18T07:57:46.754" v="101" actId="47"/>
        <pc:sldMkLst>
          <pc:docMk/>
          <pc:sldMk cId="0" sldId="290"/>
        </pc:sldMkLst>
      </pc:sldChg>
      <pc:sldChg chg="del">
        <pc:chgData name="CHITTILAPPILLY Safal (STD)" userId="f35e5cdc-d6cf-4861-aeb7-8dfedcf55cf6" providerId="ADAL" clId="{EC1C5136-FDF0-4B1B-9A98-E318CF2BF480}" dt="2026-03-18T07:57:46.919" v="102" actId="47"/>
        <pc:sldMkLst>
          <pc:docMk/>
          <pc:sldMk cId="0" sldId="291"/>
        </pc:sldMkLst>
      </pc:sldChg>
      <pc:sldChg chg="del">
        <pc:chgData name="CHITTILAPPILLY Safal (STD)" userId="f35e5cdc-d6cf-4861-aeb7-8dfedcf55cf6" providerId="ADAL" clId="{EC1C5136-FDF0-4B1B-9A98-E318CF2BF480}" dt="2026-03-18T07:57:47.120" v="103" actId="47"/>
        <pc:sldMkLst>
          <pc:docMk/>
          <pc:sldMk cId="0" sldId="292"/>
        </pc:sldMkLst>
      </pc:sldChg>
      <pc:sldChg chg="del">
        <pc:chgData name="CHITTILAPPILLY Safal (STD)" userId="f35e5cdc-d6cf-4861-aeb7-8dfedcf55cf6" providerId="ADAL" clId="{EC1C5136-FDF0-4B1B-9A98-E318CF2BF480}" dt="2026-03-18T07:57:47.269" v="104" actId="47"/>
        <pc:sldMkLst>
          <pc:docMk/>
          <pc:sldMk cId="0" sldId="293"/>
        </pc:sldMkLst>
      </pc:sldChg>
      <pc:sldChg chg="del">
        <pc:chgData name="CHITTILAPPILLY Safal (STD)" userId="f35e5cdc-d6cf-4861-aeb7-8dfedcf55cf6" providerId="ADAL" clId="{EC1C5136-FDF0-4B1B-9A98-E318CF2BF480}" dt="2026-03-18T07:57:47.406" v="105" actId="47"/>
        <pc:sldMkLst>
          <pc:docMk/>
          <pc:sldMk cId="0" sldId="294"/>
        </pc:sldMkLst>
      </pc:sldChg>
      <pc:sldChg chg="del">
        <pc:chgData name="CHITTILAPPILLY Safal (STD)" userId="f35e5cdc-d6cf-4861-aeb7-8dfedcf55cf6" providerId="ADAL" clId="{EC1C5136-FDF0-4B1B-9A98-E318CF2BF480}" dt="2026-03-18T07:57:47.553" v="106" actId="47"/>
        <pc:sldMkLst>
          <pc:docMk/>
          <pc:sldMk cId="0" sldId="295"/>
        </pc:sldMkLst>
      </pc:sldChg>
      <pc:sldChg chg="del">
        <pc:chgData name="CHITTILAPPILLY Safal (STD)" userId="f35e5cdc-d6cf-4861-aeb7-8dfedcf55cf6" providerId="ADAL" clId="{EC1C5136-FDF0-4B1B-9A98-E318CF2BF480}" dt="2026-03-18T07:57:48.283" v="107" actId="47"/>
        <pc:sldMkLst>
          <pc:docMk/>
          <pc:sldMk cId="0" sldId="296"/>
        </pc:sldMkLst>
      </pc:sldChg>
      <pc:sldChg chg="modSp mod">
        <pc:chgData name="CHITTILAPPILLY Safal (STD)" userId="f35e5cdc-d6cf-4861-aeb7-8dfedcf55cf6" providerId="ADAL" clId="{EC1C5136-FDF0-4B1B-9A98-E318CF2BF480}" dt="2026-03-18T08:00:02.543" v="167" actId="113"/>
        <pc:sldMkLst>
          <pc:docMk/>
          <pc:sldMk cId="191453177" sldId="298"/>
        </pc:sldMkLst>
        <pc:spChg chg="mod">
          <ac:chgData name="CHITTILAPPILLY Safal (STD)" userId="f35e5cdc-d6cf-4861-aeb7-8dfedcf55cf6" providerId="ADAL" clId="{EC1C5136-FDF0-4B1B-9A98-E318CF2BF480}" dt="2026-03-18T08:00:02.543" v="167" actId="113"/>
          <ac:spMkLst>
            <pc:docMk/>
            <pc:sldMk cId="191453177" sldId="298"/>
            <ac:spMk id="3" creationId="{CDC94286-8481-0A6A-66D5-99BB733E0BE0}"/>
          </ac:spMkLst>
        </pc:spChg>
      </pc:sldChg>
      <pc:sldChg chg="modSp mod">
        <pc:chgData name="CHITTILAPPILLY Safal (STD)" userId="f35e5cdc-d6cf-4861-aeb7-8dfedcf55cf6" providerId="ADAL" clId="{EC1C5136-FDF0-4B1B-9A98-E318CF2BF480}" dt="2026-03-18T08:00:16.083" v="169" actId="113"/>
        <pc:sldMkLst>
          <pc:docMk/>
          <pc:sldMk cId="1566551949" sldId="299"/>
        </pc:sldMkLst>
        <pc:spChg chg="mod">
          <ac:chgData name="CHITTILAPPILLY Safal (STD)" userId="f35e5cdc-d6cf-4861-aeb7-8dfedcf55cf6" providerId="ADAL" clId="{EC1C5136-FDF0-4B1B-9A98-E318CF2BF480}" dt="2026-03-18T08:00:16.083" v="169" actId="113"/>
          <ac:spMkLst>
            <pc:docMk/>
            <pc:sldMk cId="1566551949" sldId="299"/>
            <ac:spMk id="3" creationId="{506063CE-D31F-3474-041A-3B57B23CE3E2}"/>
          </ac:spMkLst>
        </pc:spChg>
      </pc:sldChg>
      <pc:sldChg chg="modSp mod">
        <pc:chgData name="CHITTILAPPILLY Safal (STD)" userId="f35e5cdc-d6cf-4861-aeb7-8dfedcf55cf6" providerId="ADAL" clId="{EC1C5136-FDF0-4B1B-9A98-E318CF2BF480}" dt="2026-03-18T08:00:36.502" v="171" actId="113"/>
        <pc:sldMkLst>
          <pc:docMk/>
          <pc:sldMk cId="4084430946" sldId="301"/>
        </pc:sldMkLst>
        <pc:spChg chg="mod">
          <ac:chgData name="CHITTILAPPILLY Safal (STD)" userId="f35e5cdc-d6cf-4861-aeb7-8dfedcf55cf6" providerId="ADAL" clId="{EC1C5136-FDF0-4B1B-9A98-E318CF2BF480}" dt="2026-03-18T08:00:36.502" v="171" actId="113"/>
          <ac:spMkLst>
            <pc:docMk/>
            <pc:sldMk cId="4084430946" sldId="301"/>
            <ac:spMk id="3" creationId="{F11765CF-6B48-3061-9DD1-B4D53E795B76}"/>
          </ac:spMkLst>
        </pc:spChg>
      </pc:sldChg>
      <pc:sldChg chg="modSp mod">
        <pc:chgData name="CHITTILAPPILLY Safal (STD)" userId="f35e5cdc-d6cf-4861-aeb7-8dfedcf55cf6" providerId="ADAL" clId="{EC1C5136-FDF0-4B1B-9A98-E318CF2BF480}" dt="2026-03-18T08:04:33.270" v="173" actId="113"/>
        <pc:sldMkLst>
          <pc:docMk/>
          <pc:sldMk cId="3844847244" sldId="302"/>
        </pc:sldMkLst>
        <pc:spChg chg="mod">
          <ac:chgData name="CHITTILAPPILLY Safal (STD)" userId="f35e5cdc-d6cf-4861-aeb7-8dfedcf55cf6" providerId="ADAL" clId="{EC1C5136-FDF0-4B1B-9A98-E318CF2BF480}" dt="2026-03-18T08:04:33.270" v="173" actId="113"/>
          <ac:spMkLst>
            <pc:docMk/>
            <pc:sldMk cId="3844847244" sldId="302"/>
            <ac:spMk id="3" creationId="{B28F2C22-B59F-A279-74C3-14C5F10F1D4A}"/>
          </ac:spMkLst>
        </pc:spChg>
      </pc:sldChg>
      <pc:sldChg chg="modSp mod">
        <pc:chgData name="CHITTILAPPILLY Safal (STD)" userId="f35e5cdc-d6cf-4861-aeb7-8dfedcf55cf6" providerId="ADAL" clId="{EC1C5136-FDF0-4B1B-9A98-E318CF2BF480}" dt="2026-03-18T08:04:48.746" v="176" actId="113"/>
        <pc:sldMkLst>
          <pc:docMk/>
          <pc:sldMk cId="1164516334" sldId="303"/>
        </pc:sldMkLst>
        <pc:spChg chg="mod">
          <ac:chgData name="CHITTILAPPILLY Safal (STD)" userId="f35e5cdc-d6cf-4861-aeb7-8dfedcf55cf6" providerId="ADAL" clId="{EC1C5136-FDF0-4B1B-9A98-E318CF2BF480}" dt="2026-03-18T08:04:48.746" v="176" actId="113"/>
          <ac:spMkLst>
            <pc:docMk/>
            <pc:sldMk cId="1164516334" sldId="303"/>
            <ac:spMk id="3" creationId="{4CDB8E30-0C30-D17D-9776-8AE7603CF78B}"/>
          </ac:spMkLst>
        </pc:spChg>
      </pc:sldChg>
      <pc:sldChg chg="modSp mod">
        <pc:chgData name="CHITTILAPPILLY Safal (STD)" userId="f35e5cdc-d6cf-4861-aeb7-8dfedcf55cf6" providerId="ADAL" clId="{EC1C5136-FDF0-4B1B-9A98-E318CF2BF480}" dt="2026-03-18T08:08:38.202" v="177" actId="113"/>
        <pc:sldMkLst>
          <pc:docMk/>
          <pc:sldMk cId="2956841680" sldId="304"/>
        </pc:sldMkLst>
        <pc:spChg chg="mod">
          <ac:chgData name="CHITTILAPPILLY Safal (STD)" userId="f35e5cdc-d6cf-4861-aeb7-8dfedcf55cf6" providerId="ADAL" clId="{EC1C5136-FDF0-4B1B-9A98-E318CF2BF480}" dt="2026-03-18T08:08:38.202" v="177" actId="113"/>
          <ac:spMkLst>
            <pc:docMk/>
            <pc:sldMk cId="2956841680" sldId="304"/>
            <ac:spMk id="3" creationId="{B24256CA-7E82-075A-F152-2DE7918FCB7F}"/>
          </ac:spMkLst>
        </pc:spChg>
      </pc:sldChg>
      <pc:sldChg chg="modSp mod">
        <pc:chgData name="CHITTILAPPILLY Safal (STD)" userId="f35e5cdc-d6cf-4861-aeb7-8dfedcf55cf6" providerId="ADAL" clId="{EC1C5136-FDF0-4B1B-9A98-E318CF2BF480}" dt="2026-03-18T08:08:51.488" v="179" actId="255"/>
        <pc:sldMkLst>
          <pc:docMk/>
          <pc:sldMk cId="3222609354" sldId="305"/>
        </pc:sldMkLst>
        <pc:spChg chg="mod">
          <ac:chgData name="CHITTILAPPILLY Safal (STD)" userId="f35e5cdc-d6cf-4861-aeb7-8dfedcf55cf6" providerId="ADAL" clId="{EC1C5136-FDF0-4B1B-9A98-E318CF2BF480}" dt="2026-03-18T08:08:51.488" v="179" actId="255"/>
          <ac:spMkLst>
            <pc:docMk/>
            <pc:sldMk cId="3222609354" sldId="305"/>
            <ac:spMk id="3" creationId="{E0EC9B3E-52D4-4BF9-C422-2542983E9D78}"/>
          </ac:spMkLst>
        </pc:spChg>
      </pc:sldChg>
      <pc:sldChg chg="modSp new mod">
        <pc:chgData name="CHITTILAPPILLY Safal (STD)" userId="f35e5cdc-d6cf-4861-aeb7-8dfedcf55cf6" providerId="ADAL" clId="{EC1C5136-FDF0-4B1B-9A98-E318CF2BF480}" dt="2026-03-18T07:58:41.561" v="118" actId="20577"/>
        <pc:sldMkLst>
          <pc:docMk/>
          <pc:sldMk cId="3125400315" sldId="306"/>
        </pc:sldMkLst>
        <pc:spChg chg="mod">
          <ac:chgData name="CHITTILAPPILLY Safal (STD)" userId="f35e5cdc-d6cf-4861-aeb7-8dfedcf55cf6" providerId="ADAL" clId="{EC1C5136-FDF0-4B1B-9A98-E318CF2BF480}" dt="2026-03-18T07:58:41.561" v="118" actId="20577"/>
          <ac:spMkLst>
            <pc:docMk/>
            <pc:sldMk cId="3125400315" sldId="306"/>
            <ac:spMk id="2" creationId="{A4516892-C00E-313C-FF64-B873412C38FA}"/>
          </ac:spMkLst>
        </pc:spChg>
      </pc:sldChg>
      <pc:sldChg chg="modSp new mod">
        <pc:chgData name="CHITTILAPPILLY Safal (STD)" userId="f35e5cdc-d6cf-4861-aeb7-8dfedcf55cf6" providerId="ADAL" clId="{EC1C5136-FDF0-4B1B-9A98-E318CF2BF480}" dt="2026-03-18T07:59:28.893" v="156" actId="1076"/>
        <pc:sldMkLst>
          <pc:docMk/>
          <pc:sldMk cId="2779227167" sldId="307"/>
        </pc:sldMkLst>
        <pc:spChg chg="mod">
          <ac:chgData name="CHITTILAPPILLY Safal (STD)" userId="f35e5cdc-d6cf-4861-aeb7-8dfedcf55cf6" providerId="ADAL" clId="{EC1C5136-FDF0-4B1B-9A98-E318CF2BF480}" dt="2026-03-18T07:59:05.622" v="155" actId="20577"/>
          <ac:spMkLst>
            <pc:docMk/>
            <pc:sldMk cId="2779227167" sldId="307"/>
            <ac:spMk id="2" creationId="{6A8E8923-795B-0343-A98E-2F62B6D08B6E}"/>
          </ac:spMkLst>
        </pc:spChg>
        <pc:spChg chg="mod">
          <ac:chgData name="CHITTILAPPILLY Safal (STD)" userId="f35e5cdc-d6cf-4861-aeb7-8dfedcf55cf6" providerId="ADAL" clId="{EC1C5136-FDF0-4B1B-9A98-E318CF2BF480}" dt="2026-03-18T07:59:28.893" v="156" actId="1076"/>
          <ac:spMkLst>
            <pc:docMk/>
            <pc:sldMk cId="2779227167" sldId="307"/>
            <ac:spMk id="3" creationId="{4F9E98EC-6BBA-1982-420C-A84B5EEC6C17}"/>
          </ac:spMkLst>
        </pc:spChg>
      </pc:sldChg>
      <pc:sldChg chg="modSp new mod">
        <pc:chgData name="CHITTILAPPILLY Safal (STD)" userId="f35e5cdc-d6cf-4861-aeb7-8dfedcf55cf6" providerId="ADAL" clId="{EC1C5136-FDF0-4B1B-9A98-E318CF2BF480}" dt="2026-03-18T07:59:44.729" v="166" actId="20577"/>
        <pc:sldMkLst>
          <pc:docMk/>
          <pc:sldMk cId="4045245401" sldId="308"/>
        </pc:sldMkLst>
        <pc:spChg chg="mod">
          <ac:chgData name="CHITTILAPPILLY Safal (STD)" userId="f35e5cdc-d6cf-4861-aeb7-8dfedcf55cf6" providerId="ADAL" clId="{EC1C5136-FDF0-4B1B-9A98-E318CF2BF480}" dt="2026-03-18T07:59:44.729" v="166" actId="20577"/>
          <ac:spMkLst>
            <pc:docMk/>
            <pc:sldMk cId="4045245401" sldId="308"/>
            <ac:spMk id="2" creationId="{2EDACD8F-AB50-D991-EEC3-02103D6D5589}"/>
          </ac:spMkLst>
        </pc:spChg>
      </pc:sldChg>
      <pc:sldMasterChg chg="delSldLayout">
        <pc:chgData name="CHITTILAPPILLY Safal (STD)" userId="f35e5cdc-d6cf-4861-aeb7-8dfedcf55cf6" providerId="ADAL" clId="{EC1C5136-FDF0-4B1B-9A98-E318CF2BF480}" dt="2026-03-18T07:57:44.536" v="88" actId="47"/>
        <pc:sldMasterMkLst>
          <pc:docMk/>
          <pc:sldMasterMk cId="0" sldId="2147483671"/>
        </pc:sldMasterMkLst>
        <pc:sldLayoutChg chg="del">
          <pc:chgData name="CHITTILAPPILLY Safal (STD)" userId="f35e5cdc-d6cf-4861-aeb7-8dfedcf55cf6" providerId="ADAL" clId="{EC1C5136-FDF0-4B1B-9A98-E318CF2BF480}" dt="2026-03-18T07:57:41.739" v="71" actId="47"/>
          <pc:sldLayoutMkLst>
            <pc:docMk/>
            <pc:sldMasterMk cId="0" sldId="2147483671"/>
            <pc:sldLayoutMk cId="0" sldId="2147483649"/>
          </pc:sldLayoutMkLst>
        </pc:sldLayoutChg>
        <pc:sldLayoutChg chg="del">
          <pc:chgData name="CHITTILAPPILLY Safal (STD)" userId="f35e5cdc-d6cf-4861-aeb7-8dfedcf55cf6" providerId="ADAL" clId="{EC1C5136-FDF0-4B1B-9A98-E318CF2BF480}" dt="2026-03-18T07:57:42.107" v="73" actId="47"/>
          <pc:sldLayoutMkLst>
            <pc:docMk/>
            <pc:sldMasterMk cId="0" sldId="2147483671"/>
            <pc:sldLayoutMk cId="0" sldId="2147483651"/>
          </pc:sldLayoutMkLst>
        </pc:sldLayoutChg>
        <pc:sldLayoutChg chg="del">
          <pc:chgData name="CHITTILAPPILLY Safal (STD)" userId="f35e5cdc-d6cf-4861-aeb7-8dfedcf55cf6" providerId="ADAL" clId="{EC1C5136-FDF0-4B1B-9A98-E318CF2BF480}" dt="2026-03-18T07:57:44.356" v="87" actId="47"/>
          <pc:sldLayoutMkLst>
            <pc:docMk/>
            <pc:sldMasterMk cId="0" sldId="2147483671"/>
            <pc:sldLayoutMk cId="0" sldId="2147483652"/>
          </pc:sldLayoutMkLst>
        </pc:sldLayoutChg>
        <pc:sldLayoutChg chg="del">
          <pc:chgData name="CHITTILAPPILLY Safal (STD)" userId="f35e5cdc-d6cf-4861-aeb7-8dfedcf55cf6" providerId="ADAL" clId="{EC1C5136-FDF0-4B1B-9A98-E318CF2BF480}" dt="2026-03-18T07:57:41.980" v="72" actId="47"/>
          <pc:sldLayoutMkLst>
            <pc:docMk/>
            <pc:sldMasterMk cId="0" sldId="2147483671"/>
            <pc:sldLayoutMk cId="0" sldId="2147483653"/>
          </pc:sldLayoutMkLst>
        </pc:sldLayoutChg>
        <pc:sldLayoutChg chg="del">
          <pc:chgData name="CHITTILAPPILLY Safal (STD)" userId="f35e5cdc-d6cf-4861-aeb7-8dfedcf55cf6" providerId="ADAL" clId="{EC1C5136-FDF0-4B1B-9A98-E318CF2BF480}" dt="2026-03-18T07:57:42.599" v="76" actId="47"/>
          <pc:sldLayoutMkLst>
            <pc:docMk/>
            <pc:sldMasterMk cId="0" sldId="2147483671"/>
            <pc:sldLayoutMk cId="0" sldId="2147483654"/>
          </pc:sldLayoutMkLst>
        </pc:sldLayoutChg>
        <pc:sldLayoutChg chg="del">
          <pc:chgData name="CHITTILAPPILLY Safal (STD)" userId="f35e5cdc-d6cf-4861-aeb7-8dfedcf55cf6" providerId="ADAL" clId="{EC1C5136-FDF0-4B1B-9A98-E318CF2BF480}" dt="2026-03-18T07:57:41.246" v="70" actId="47"/>
          <pc:sldLayoutMkLst>
            <pc:docMk/>
            <pc:sldMasterMk cId="0" sldId="2147483671"/>
            <pc:sldLayoutMk cId="0" sldId="2147483655"/>
          </pc:sldLayoutMkLst>
        </pc:sldLayoutChg>
        <pc:sldLayoutChg chg="del">
          <pc:chgData name="CHITTILAPPILLY Safal (STD)" userId="f35e5cdc-d6cf-4861-aeb7-8dfedcf55cf6" providerId="ADAL" clId="{EC1C5136-FDF0-4B1B-9A98-E318CF2BF480}" dt="2026-03-18T07:57:42.757" v="77" actId="47"/>
          <pc:sldLayoutMkLst>
            <pc:docMk/>
            <pc:sldMasterMk cId="0" sldId="2147483671"/>
            <pc:sldLayoutMk cId="0" sldId="2147483656"/>
          </pc:sldLayoutMkLst>
        </pc:sldLayoutChg>
        <pc:sldLayoutChg chg="del">
          <pc:chgData name="CHITTILAPPILLY Safal (STD)" userId="f35e5cdc-d6cf-4861-aeb7-8dfedcf55cf6" providerId="ADAL" clId="{EC1C5136-FDF0-4B1B-9A98-E318CF2BF480}" dt="2026-03-18T07:57:43.873" v="84" actId="47"/>
          <pc:sldLayoutMkLst>
            <pc:docMk/>
            <pc:sldMasterMk cId="0" sldId="2147483671"/>
            <pc:sldLayoutMk cId="0" sldId="2147483657"/>
          </pc:sldLayoutMkLst>
        </pc:sldLayoutChg>
        <pc:sldLayoutChg chg="del">
          <pc:chgData name="CHITTILAPPILLY Safal (STD)" userId="f35e5cdc-d6cf-4861-aeb7-8dfedcf55cf6" providerId="ADAL" clId="{EC1C5136-FDF0-4B1B-9A98-E318CF2BF480}" dt="2026-03-18T07:57:40.586" v="69" actId="47"/>
          <pc:sldLayoutMkLst>
            <pc:docMk/>
            <pc:sldMasterMk cId="0" sldId="2147483671"/>
            <pc:sldLayoutMk cId="0" sldId="2147483659"/>
          </pc:sldLayoutMkLst>
        </pc:sldLayoutChg>
        <pc:sldLayoutChg chg="del">
          <pc:chgData name="CHITTILAPPILLY Safal (STD)" userId="f35e5cdc-d6cf-4861-aeb7-8dfedcf55cf6" providerId="ADAL" clId="{EC1C5136-FDF0-4B1B-9A98-E318CF2BF480}" dt="2026-03-18T07:57:42.945" v="78" actId="47"/>
          <pc:sldLayoutMkLst>
            <pc:docMk/>
            <pc:sldMasterMk cId="0" sldId="2147483671"/>
            <pc:sldLayoutMk cId="0" sldId="2147483660"/>
          </pc:sldLayoutMkLst>
        </pc:sldLayoutChg>
        <pc:sldLayoutChg chg="del">
          <pc:chgData name="CHITTILAPPILLY Safal (STD)" userId="f35e5cdc-d6cf-4861-aeb7-8dfedcf55cf6" providerId="ADAL" clId="{EC1C5136-FDF0-4B1B-9A98-E318CF2BF480}" dt="2026-03-18T07:57:44.536" v="88" actId="47"/>
          <pc:sldLayoutMkLst>
            <pc:docMk/>
            <pc:sldMasterMk cId="0" sldId="2147483671"/>
            <pc:sldLayoutMk cId="0" sldId="2147483661"/>
          </pc:sldLayoutMkLst>
        </pc:sldLayoutChg>
        <pc:sldLayoutChg chg="del">
          <pc:chgData name="CHITTILAPPILLY Safal (STD)" userId="f35e5cdc-d6cf-4861-aeb7-8dfedcf55cf6" providerId="ADAL" clId="{EC1C5136-FDF0-4B1B-9A98-E318CF2BF480}" dt="2026-03-18T07:57:43.552" v="82" actId="47"/>
          <pc:sldLayoutMkLst>
            <pc:docMk/>
            <pc:sldMasterMk cId="0" sldId="2147483671"/>
            <pc:sldLayoutMk cId="0" sldId="2147483662"/>
          </pc:sldLayoutMkLst>
        </pc:sldLayoutChg>
        <pc:sldLayoutChg chg="del">
          <pc:chgData name="CHITTILAPPILLY Safal (STD)" userId="f35e5cdc-d6cf-4861-aeb7-8dfedcf55cf6" providerId="ADAL" clId="{EC1C5136-FDF0-4B1B-9A98-E318CF2BF480}" dt="2026-03-18T07:57:42.278" v="74" actId="47"/>
          <pc:sldLayoutMkLst>
            <pc:docMk/>
            <pc:sldMasterMk cId="0" sldId="2147483671"/>
            <pc:sldLayoutMk cId="0" sldId="2147483663"/>
          </pc:sldLayoutMkLst>
        </pc:sldLayoutChg>
        <pc:sldLayoutChg chg="del">
          <pc:chgData name="CHITTILAPPILLY Safal (STD)" userId="f35e5cdc-d6cf-4861-aeb7-8dfedcf55cf6" providerId="ADAL" clId="{EC1C5136-FDF0-4B1B-9A98-E318CF2BF480}" dt="2026-03-18T07:57:42.442" v="75" actId="47"/>
          <pc:sldLayoutMkLst>
            <pc:docMk/>
            <pc:sldMasterMk cId="0" sldId="2147483671"/>
            <pc:sldLayoutMk cId="0" sldId="2147483664"/>
          </pc:sldLayoutMkLst>
        </pc:sldLayoutChg>
        <pc:sldLayoutChg chg="del">
          <pc:chgData name="CHITTILAPPILLY Safal (STD)" userId="f35e5cdc-d6cf-4861-aeb7-8dfedcf55cf6" providerId="ADAL" clId="{EC1C5136-FDF0-4B1B-9A98-E318CF2BF480}" dt="2026-03-18T07:57:44.046" v="85" actId="47"/>
          <pc:sldLayoutMkLst>
            <pc:docMk/>
            <pc:sldMasterMk cId="0" sldId="2147483671"/>
            <pc:sldLayoutMk cId="0" sldId="2147483665"/>
          </pc:sldLayoutMkLst>
        </pc:sldLayoutChg>
        <pc:sldLayoutChg chg="del">
          <pc:chgData name="CHITTILAPPILLY Safal (STD)" userId="f35e5cdc-d6cf-4861-aeb7-8dfedcf55cf6" providerId="ADAL" clId="{EC1C5136-FDF0-4B1B-9A98-E318CF2BF480}" dt="2026-03-18T07:57:44.203" v="86" actId="47"/>
          <pc:sldLayoutMkLst>
            <pc:docMk/>
            <pc:sldMasterMk cId="0" sldId="2147483671"/>
            <pc:sldLayoutMk cId="0" sldId="2147483666"/>
          </pc:sldLayoutMkLst>
        </pc:sldLayoutChg>
      </pc:sldMasterChg>
      <pc:sldMasterChg chg="del delSldLayout">
        <pc:chgData name="CHITTILAPPILLY Safal (STD)" userId="f35e5cdc-d6cf-4861-aeb7-8dfedcf55cf6" providerId="ADAL" clId="{EC1C5136-FDF0-4B1B-9A98-E318CF2BF480}" dt="2026-03-18T07:57:48.283" v="107" actId="47"/>
        <pc:sldMasterMkLst>
          <pc:docMk/>
          <pc:sldMasterMk cId="0" sldId="2147483672"/>
        </pc:sldMasterMkLst>
        <pc:sldLayoutChg chg="del">
          <pc:chgData name="CHITTILAPPILLY Safal (STD)" userId="f35e5cdc-d6cf-4861-aeb7-8dfedcf55cf6" providerId="ADAL" clId="{EC1C5136-FDF0-4B1B-9A98-E318CF2BF480}" dt="2026-03-18T07:57:48.283" v="107" actId="47"/>
          <pc:sldLayoutMkLst>
            <pc:docMk/>
            <pc:sldMasterMk cId="0" sldId="2147483672"/>
            <pc:sldLayoutMk cId="0" sldId="2147483669"/>
          </pc:sldLayoutMkLst>
        </pc:sldLayoutChg>
        <pc:sldLayoutChg chg="del">
          <pc:chgData name="CHITTILAPPILLY Safal (STD)" userId="f35e5cdc-d6cf-4861-aeb7-8dfedcf55cf6" providerId="ADAL" clId="{EC1C5136-FDF0-4B1B-9A98-E318CF2BF480}" dt="2026-03-18T07:57:47.553" v="106" actId="47"/>
          <pc:sldLayoutMkLst>
            <pc:docMk/>
            <pc:sldMasterMk cId="0" sldId="2147483672"/>
            <pc:sldLayoutMk cId="0" sldId="2147483670"/>
          </pc:sldLayoutMkLst>
        </pc:sldLayoutChg>
      </pc:sldMasterChg>
    </pc:docChg>
  </pc:docChgLst>
  <pc:docChgLst>
    <pc:chgData name="ANTHAMATTEN Elia (STD)" userId="S::elia.anthamatten@edu.vs.ch::de2ee9bd-2372-4e59-8057-983727246ceb" providerId="AD" clId="Web-{CBE52BA3-F247-6729-70B1-6B8FC1FD90DC}"/>
    <pc:docChg chg="addSld delSld modSld">
      <pc:chgData name="ANTHAMATTEN Elia (STD)" userId="S::elia.anthamatten@edu.vs.ch::de2ee9bd-2372-4e59-8057-983727246ceb" providerId="AD" clId="Web-{CBE52BA3-F247-6729-70B1-6B8FC1FD90DC}" dt="2026-03-18T08:04:31.505" v="457" actId="20577"/>
      <pc:docMkLst>
        <pc:docMk/>
      </pc:docMkLst>
      <pc:sldChg chg="modSp">
        <pc:chgData name="ANTHAMATTEN Elia (STD)" userId="S::elia.anthamatten@edu.vs.ch::de2ee9bd-2372-4e59-8057-983727246ceb" providerId="AD" clId="Web-{CBE52BA3-F247-6729-70B1-6B8FC1FD90DC}" dt="2026-03-18T07:43:11.941" v="1" actId="20577"/>
        <pc:sldMkLst>
          <pc:docMk/>
          <pc:sldMk cId="0" sldId="256"/>
        </pc:sldMkLst>
        <pc:spChg chg="mod">
          <ac:chgData name="ANTHAMATTEN Elia (STD)" userId="S::elia.anthamatten@edu.vs.ch::de2ee9bd-2372-4e59-8057-983727246ceb" providerId="AD" clId="Web-{CBE52BA3-F247-6729-70B1-6B8FC1FD90DC}" dt="2026-03-18T07:43:11.941" v="1" actId="20577"/>
          <ac:spMkLst>
            <pc:docMk/>
            <pc:sldMk cId="0" sldId="256"/>
            <ac:spMk id="435" creationId="{00000000-0000-0000-0000-000000000000}"/>
          </ac:spMkLst>
        </pc:spChg>
      </pc:sldChg>
      <pc:sldChg chg="new del">
        <pc:chgData name="ANTHAMATTEN Elia (STD)" userId="S::elia.anthamatten@edu.vs.ch::de2ee9bd-2372-4e59-8057-983727246ceb" providerId="AD" clId="Web-{CBE52BA3-F247-6729-70B1-6B8FC1FD90DC}" dt="2026-03-18T07:44:02.425" v="4"/>
        <pc:sldMkLst>
          <pc:docMk/>
          <pc:sldMk cId="2952532645" sldId="297"/>
        </pc:sldMkLst>
      </pc:sldChg>
      <pc:sldChg chg="addSp modSp new">
        <pc:chgData name="ANTHAMATTEN Elia (STD)" userId="S::elia.anthamatten@edu.vs.ch::de2ee9bd-2372-4e59-8057-983727246ceb" providerId="AD" clId="Web-{CBE52BA3-F247-6729-70B1-6B8FC1FD90DC}" dt="2026-03-18T07:46:35.019" v="56" actId="14100"/>
        <pc:sldMkLst>
          <pc:docMk/>
          <pc:sldMk cId="191453177" sldId="298"/>
        </pc:sldMkLst>
        <pc:spChg chg="mod">
          <ac:chgData name="ANTHAMATTEN Elia (STD)" userId="S::elia.anthamatten@edu.vs.ch::de2ee9bd-2372-4e59-8057-983727246ceb" providerId="AD" clId="Web-{CBE52BA3-F247-6729-70B1-6B8FC1FD90DC}" dt="2026-03-18T07:44:15.691" v="8" actId="20577"/>
          <ac:spMkLst>
            <pc:docMk/>
            <pc:sldMk cId="191453177" sldId="298"/>
            <ac:spMk id="2" creationId="{ABF30EBF-F1BA-4734-A1C0-475BBD723531}"/>
          </ac:spMkLst>
        </pc:spChg>
        <pc:spChg chg="mod">
          <ac:chgData name="ANTHAMATTEN Elia (STD)" userId="S::elia.anthamatten@edu.vs.ch::de2ee9bd-2372-4e59-8057-983727246ceb" providerId="AD" clId="Web-{CBE52BA3-F247-6729-70B1-6B8FC1FD90DC}" dt="2026-03-18T07:44:47.878" v="16" actId="1076"/>
          <ac:spMkLst>
            <pc:docMk/>
            <pc:sldMk cId="191453177" sldId="298"/>
            <ac:spMk id="3" creationId="{CDC94286-8481-0A6A-66D5-99BB733E0BE0}"/>
          </ac:spMkLst>
        </pc:spChg>
        <pc:picChg chg="add mod">
          <ac:chgData name="ANTHAMATTEN Elia (STD)" userId="S::elia.anthamatten@edu.vs.ch::de2ee9bd-2372-4e59-8057-983727246ceb" providerId="AD" clId="Web-{CBE52BA3-F247-6729-70B1-6B8FC1FD90DC}" dt="2026-03-18T07:46:28.316" v="54" actId="1076"/>
          <ac:picMkLst>
            <pc:docMk/>
            <pc:sldMk cId="191453177" sldId="298"/>
            <ac:picMk id="4" creationId="{4A4EDCBC-8750-E36A-7A10-88BF99A67655}"/>
          </ac:picMkLst>
        </pc:picChg>
        <pc:picChg chg="add mod">
          <ac:chgData name="ANTHAMATTEN Elia (STD)" userId="S::elia.anthamatten@edu.vs.ch::de2ee9bd-2372-4e59-8057-983727246ceb" providerId="AD" clId="Web-{CBE52BA3-F247-6729-70B1-6B8FC1FD90DC}" dt="2026-03-18T07:46:16.597" v="48" actId="14100"/>
          <ac:picMkLst>
            <pc:docMk/>
            <pc:sldMk cId="191453177" sldId="298"/>
            <ac:picMk id="5" creationId="{000DFF56-91D6-772E-5542-23A9CB963EDB}"/>
          </ac:picMkLst>
        </pc:picChg>
        <pc:picChg chg="add mod">
          <ac:chgData name="ANTHAMATTEN Elia (STD)" userId="S::elia.anthamatten@edu.vs.ch::de2ee9bd-2372-4e59-8057-983727246ceb" providerId="AD" clId="Web-{CBE52BA3-F247-6729-70B1-6B8FC1FD90DC}" dt="2026-03-18T07:46:35.019" v="56" actId="14100"/>
          <ac:picMkLst>
            <pc:docMk/>
            <pc:sldMk cId="191453177" sldId="298"/>
            <ac:picMk id="6" creationId="{71BC9051-188D-C169-0625-51C7A22D8E5C}"/>
          </ac:picMkLst>
        </pc:picChg>
        <pc:picChg chg="add mod">
          <ac:chgData name="ANTHAMATTEN Elia (STD)" userId="S::elia.anthamatten@edu.vs.ch::de2ee9bd-2372-4e59-8057-983727246ceb" providerId="AD" clId="Web-{CBE52BA3-F247-6729-70B1-6B8FC1FD90DC}" dt="2026-03-18T07:46:04.253" v="45" actId="1076"/>
          <ac:picMkLst>
            <pc:docMk/>
            <pc:sldMk cId="191453177" sldId="298"/>
            <ac:picMk id="7" creationId="{FD8F1FA7-AAC8-7979-62DD-17BCCD016696}"/>
          </ac:picMkLst>
        </pc:picChg>
      </pc:sldChg>
      <pc:sldChg chg="modSp new">
        <pc:chgData name="ANTHAMATTEN Elia (STD)" userId="S::elia.anthamatten@edu.vs.ch::de2ee9bd-2372-4e59-8057-983727246ceb" providerId="AD" clId="Web-{CBE52BA3-F247-6729-70B1-6B8FC1FD90DC}" dt="2026-03-18T07:49:09.644" v="101" actId="1076"/>
        <pc:sldMkLst>
          <pc:docMk/>
          <pc:sldMk cId="1566551949" sldId="299"/>
        </pc:sldMkLst>
        <pc:spChg chg="mod">
          <ac:chgData name="ANTHAMATTEN Elia (STD)" userId="S::elia.anthamatten@edu.vs.ch::de2ee9bd-2372-4e59-8057-983727246ceb" providerId="AD" clId="Web-{CBE52BA3-F247-6729-70B1-6B8FC1FD90DC}" dt="2026-03-18T07:47:46.081" v="91" actId="1076"/>
          <ac:spMkLst>
            <pc:docMk/>
            <pc:sldMk cId="1566551949" sldId="299"/>
            <ac:spMk id="2" creationId="{4FDCECBF-BA0F-1D4B-5F69-B666BDDEEFB5}"/>
          </ac:spMkLst>
        </pc:spChg>
        <pc:spChg chg="mod">
          <ac:chgData name="ANTHAMATTEN Elia (STD)" userId="S::elia.anthamatten@edu.vs.ch::de2ee9bd-2372-4e59-8057-983727246ceb" providerId="AD" clId="Web-{CBE52BA3-F247-6729-70B1-6B8FC1FD90DC}" dt="2026-03-18T07:49:09.644" v="101" actId="1076"/>
          <ac:spMkLst>
            <pc:docMk/>
            <pc:sldMk cId="1566551949" sldId="299"/>
            <ac:spMk id="3" creationId="{506063CE-D31F-3474-041A-3B57B23CE3E2}"/>
          </ac:spMkLst>
        </pc:spChg>
      </pc:sldChg>
      <pc:sldChg chg="modSp new">
        <pc:chgData name="ANTHAMATTEN Elia (STD)" userId="S::elia.anthamatten@edu.vs.ch::de2ee9bd-2372-4e59-8057-983727246ceb" providerId="AD" clId="Web-{CBE52BA3-F247-6729-70B1-6B8FC1FD90DC}" dt="2026-03-18T07:50:39.285" v="157" actId="20577"/>
        <pc:sldMkLst>
          <pc:docMk/>
          <pc:sldMk cId="1820448172" sldId="300"/>
        </pc:sldMkLst>
        <pc:spChg chg="mod">
          <ac:chgData name="ANTHAMATTEN Elia (STD)" userId="S::elia.anthamatten@edu.vs.ch::de2ee9bd-2372-4e59-8057-983727246ceb" providerId="AD" clId="Web-{CBE52BA3-F247-6729-70B1-6B8FC1FD90DC}" dt="2026-03-18T07:49:49.285" v="122" actId="20577"/>
          <ac:spMkLst>
            <pc:docMk/>
            <pc:sldMk cId="1820448172" sldId="300"/>
            <ac:spMk id="2" creationId="{2CE86383-765D-EDCB-AC5C-0363ABEB1CFA}"/>
          </ac:spMkLst>
        </pc:spChg>
        <pc:spChg chg="mod">
          <ac:chgData name="ANTHAMATTEN Elia (STD)" userId="S::elia.anthamatten@edu.vs.ch::de2ee9bd-2372-4e59-8057-983727246ceb" providerId="AD" clId="Web-{CBE52BA3-F247-6729-70B1-6B8FC1FD90DC}" dt="2026-03-18T07:50:39.285" v="157" actId="20577"/>
          <ac:spMkLst>
            <pc:docMk/>
            <pc:sldMk cId="1820448172" sldId="300"/>
            <ac:spMk id="3" creationId="{CB1F1742-E442-32BC-8531-E67ACD2DB13C}"/>
          </ac:spMkLst>
        </pc:spChg>
      </pc:sldChg>
      <pc:sldChg chg="modSp new">
        <pc:chgData name="ANTHAMATTEN Elia (STD)" userId="S::elia.anthamatten@edu.vs.ch::de2ee9bd-2372-4e59-8057-983727246ceb" providerId="AD" clId="Web-{CBE52BA3-F247-6729-70B1-6B8FC1FD90DC}" dt="2026-03-18T07:52:13.910" v="195" actId="20577"/>
        <pc:sldMkLst>
          <pc:docMk/>
          <pc:sldMk cId="4084430946" sldId="301"/>
        </pc:sldMkLst>
        <pc:spChg chg="mod">
          <ac:chgData name="ANTHAMATTEN Elia (STD)" userId="S::elia.anthamatten@edu.vs.ch::de2ee9bd-2372-4e59-8057-983727246ceb" providerId="AD" clId="Web-{CBE52BA3-F247-6729-70B1-6B8FC1FD90DC}" dt="2026-03-18T07:51:21.988" v="188" actId="20577"/>
          <ac:spMkLst>
            <pc:docMk/>
            <pc:sldMk cId="4084430946" sldId="301"/>
            <ac:spMk id="2" creationId="{F7757547-50D6-CD6F-DAFE-C4A0AB726E17}"/>
          </ac:spMkLst>
        </pc:spChg>
        <pc:spChg chg="mod">
          <ac:chgData name="ANTHAMATTEN Elia (STD)" userId="S::elia.anthamatten@edu.vs.ch::de2ee9bd-2372-4e59-8057-983727246ceb" providerId="AD" clId="Web-{CBE52BA3-F247-6729-70B1-6B8FC1FD90DC}" dt="2026-03-18T07:52:13.910" v="195" actId="20577"/>
          <ac:spMkLst>
            <pc:docMk/>
            <pc:sldMk cId="4084430946" sldId="301"/>
            <ac:spMk id="3" creationId="{F11765CF-6B48-3061-9DD1-B4D53E795B76}"/>
          </ac:spMkLst>
        </pc:spChg>
      </pc:sldChg>
      <pc:sldChg chg="modSp new">
        <pc:chgData name="ANTHAMATTEN Elia (STD)" userId="S::elia.anthamatten@edu.vs.ch::de2ee9bd-2372-4e59-8057-983727246ceb" providerId="AD" clId="Web-{CBE52BA3-F247-6729-70B1-6B8FC1FD90DC}" dt="2026-03-18T07:54:02.208" v="235" actId="20577"/>
        <pc:sldMkLst>
          <pc:docMk/>
          <pc:sldMk cId="3844847244" sldId="302"/>
        </pc:sldMkLst>
        <pc:spChg chg="mod">
          <ac:chgData name="ANTHAMATTEN Elia (STD)" userId="S::elia.anthamatten@edu.vs.ch::de2ee9bd-2372-4e59-8057-983727246ceb" providerId="AD" clId="Web-{CBE52BA3-F247-6729-70B1-6B8FC1FD90DC}" dt="2026-03-18T07:52:35.176" v="211" actId="20577"/>
          <ac:spMkLst>
            <pc:docMk/>
            <pc:sldMk cId="3844847244" sldId="302"/>
            <ac:spMk id="2" creationId="{61C449D5-5CCC-1786-E7AC-01B165729902}"/>
          </ac:spMkLst>
        </pc:spChg>
        <pc:spChg chg="mod">
          <ac:chgData name="ANTHAMATTEN Elia (STD)" userId="S::elia.anthamatten@edu.vs.ch::de2ee9bd-2372-4e59-8057-983727246ceb" providerId="AD" clId="Web-{CBE52BA3-F247-6729-70B1-6B8FC1FD90DC}" dt="2026-03-18T07:54:02.208" v="235" actId="20577"/>
          <ac:spMkLst>
            <pc:docMk/>
            <pc:sldMk cId="3844847244" sldId="302"/>
            <ac:spMk id="3" creationId="{B28F2C22-B59F-A279-74C3-14C5F10F1D4A}"/>
          </ac:spMkLst>
        </pc:spChg>
      </pc:sldChg>
      <pc:sldChg chg="modSp new">
        <pc:chgData name="ANTHAMATTEN Elia (STD)" userId="S::elia.anthamatten@edu.vs.ch::de2ee9bd-2372-4e59-8057-983727246ceb" providerId="AD" clId="Web-{CBE52BA3-F247-6729-70B1-6B8FC1FD90DC}" dt="2026-03-18T07:55:37.645" v="319" actId="20577"/>
        <pc:sldMkLst>
          <pc:docMk/>
          <pc:sldMk cId="1164516334" sldId="303"/>
        </pc:sldMkLst>
        <pc:spChg chg="mod">
          <ac:chgData name="ANTHAMATTEN Elia (STD)" userId="S::elia.anthamatten@edu.vs.ch::de2ee9bd-2372-4e59-8057-983727246ceb" providerId="AD" clId="Web-{CBE52BA3-F247-6729-70B1-6B8FC1FD90DC}" dt="2026-03-18T07:54:45.051" v="272" actId="20577"/>
          <ac:spMkLst>
            <pc:docMk/>
            <pc:sldMk cId="1164516334" sldId="303"/>
            <ac:spMk id="2" creationId="{FC7DA3FB-D32F-4F27-0B29-8389BF116AD3}"/>
          </ac:spMkLst>
        </pc:spChg>
        <pc:spChg chg="mod">
          <ac:chgData name="ANTHAMATTEN Elia (STD)" userId="S::elia.anthamatten@edu.vs.ch::de2ee9bd-2372-4e59-8057-983727246ceb" providerId="AD" clId="Web-{CBE52BA3-F247-6729-70B1-6B8FC1FD90DC}" dt="2026-03-18T07:55:37.645" v="319" actId="20577"/>
          <ac:spMkLst>
            <pc:docMk/>
            <pc:sldMk cId="1164516334" sldId="303"/>
            <ac:spMk id="3" creationId="{4CDB8E30-0C30-D17D-9776-8AE7603CF78B}"/>
          </ac:spMkLst>
        </pc:spChg>
      </pc:sldChg>
      <pc:sldChg chg="modSp new">
        <pc:chgData name="ANTHAMATTEN Elia (STD)" userId="S::elia.anthamatten@edu.vs.ch::de2ee9bd-2372-4e59-8057-983727246ceb" providerId="AD" clId="Web-{CBE52BA3-F247-6729-70B1-6B8FC1FD90DC}" dt="2026-03-18T07:58:14.395" v="394" actId="1076"/>
        <pc:sldMkLst>
          <pc:docMk/>
          <pc:sldMk cId="2956841680" sldId="304"/>
        </pc:sldMkLst>
        <pc:spChg chg="mod">
          <ac:chgData name="ANTHAMATTEN Elia (STD)" userId="S::elia.anthamatten@edu.vs.ch::de2ee9bd-2372-4e59-8057-983727246ceb" providerId="AD" clId="Web-{CBE52BA3-F247-6729-70B1-6B8FC1FD90DC}" dt="2026-03-18T07:55:54.942" v="335" actId="20577"/>
          <ac:spMkLst>
            <pc:docMk/>
            <pc:sldMk cId="2956841680" sldId="304"/>
            <ac:spMk id="2" creationId="{B521F734-759C-B583-0BB1-58FB655935D1}"/>
          </ac:spMkLst>
        </pc:spChg>
        <pc:spChg chg="mod">
          <ac:chgData name="ANTHAMATTEN Elia (STD)" userId="S::elia.anthamatten@edu.vs.ch::de2ee9bd-2372-4e59-8057-983727246ceb" providerId="AD" clId="Web-{CBE52BA3-F247-6729-70B1-6B8FC1FD90DC}" dt="2026-03-18T07:58:14.395" v="394" actId="1076"/>
          <ac:spMkLst>
            <pc:docMk/>
            <pc:sldMk cId="2956841680" sldId="304"/>
            <ac:spMk id="3" creationId="{B24256CA-7E82-075A-F152-2DE7918FCB7F}"/>
          </ac:spMkLst>
        </pc:spChg>
      </pc:sldChg>
      <pc:sldChg chg="modSp new">
        <pc:chgData name="ANTHAMATTEN Elia (STD)" userId="S::elia.anthamatten@edu.vs.ch::de2ee9bd-2372-4e59-8057-983727246ceb" providerId="AD" clId="Web-{CBE52BA3-F247-6729-70B1-6B8FC1FD90DC}" dt="2026-03-18T08:04:31.505" v="457" actId="20577"/>
        <pc:sldMkLst>
          <pc:docMk/>
          <pc:sldMk cId="3222609354" sldId="305"/>
        </pc:sldMkLst>
        <pc:spChg chg="mod">
          <ac:chgData name="ANTHAMATTEN Elia (STD)" userId="S::elia.anthamatten@edu.vs.ch::de2ee9bd-2372-4e59-8057-983727246ceb" providerId="AD" clId="Web-{CBE52BA3-F247-6729-70B1-6B8FC1FD90DC}" dt="2026-03-18T07:58:34.739" v="416" actId="20577"/>
          <ac:spMkLst>
            <pc:docMk/>
            <pc:sldMk cId="3222609354" sldId="305"/>
            <ac:spMk id="2" creationId="{521FCB4B-2BC5-713A-00A8-5F37ABA6F9FB}"/>
          </ac:spMkLst>
        </pc:spChg>
        <pc:spChg chg="mod">
          <ac:chgData name="ANTHAMATTEN Elia (STD)" userId="S::elia.anthamatten@edu.vs.ch::de2ee9bd-2372-4e59-8057-983727246ceb" providerId="AD" clId="Web-{CBE52BA3-F247-6729-70B1-6B8FC1FD90DC}" dt="2026-03-18T08:04:31.505" v="457" actId="20577"/>
          <ac:spMkLst>
            <pc:docMk/>
            <pc:sldMk cId="3222609354" sldId="305"/>
            <ac:spMk id="3" creationId="{E0EC9B3E-52D4-4BF9-C422-2542983E9D78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" name="Google Shape;430;g204fa826a1d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31" name="Google Shape;431;g204fa826a1d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Google Shape;9;p2"/>
          <p:cNvSpPr txBox="1">
            <a:spLocks noGrp="1"/>
          </p:cNvSpPr>
          <p:nvPr>
            <p:ph type="ctrTitle"/>
          </p:nvPr>
        </p:nvSpPr>
        <p:spPr>
          <a:xfrm>
            <a:off x="1352550" y="789527"/>
            <a:ext cx="6438900" cy="2241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4500"/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9pPr>
          </a:lstStyle>
          <a:p>
            <a:endParaRPr/>
          </a:p>
        </p:txBody>
      </p:sp>
      <p:sp>
        <p:nvSpPr>
          <p:cNvPr id="10" name="Google Shape;10;p2"/>
          <p:cNvSpPr txBox="1">
            <a:spLocks noGrp="1"/>
          </p:cNvSpPr>
          <p:nvPr>
            <p:ph type="subTitle" idx="1"/>
          </p:nvPr>
        </p:nvSpPr>
        <p:spPr>
          <a:xfrm>
            <a:off x="1352550" y="3188381"/>
            <a:ext cx="6438900" cy="3936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>
            <a:endParaRPr/>
          </a:p>
        </p:txBody>
      </p:sp>
      <p:sp>
        <p:nvSpPr>
          <p:cNvPr id="11" name="Google Shape;11;p2"/>
          <p:cNvSpPr/>
          <p:nvPr/>
        </p:nvSpPr>
        <p:spPr>
          <a:xfrm flipH="1">
            <a:off x="-2377644" y="3945298"/>
            <a:ext cx="7912540" cy="2090659"/>
          </a:xfrm>
          <a:custGeom>
            <a:avLst/>
            <a:gdLst/>
            <a:ahLst/>
            <a:cxnLst/>
            <a:rect l="l" t="t" r="r" b="b"/>
            <a:pathLst>
              <a:path w="54392" h="14372" extrusionOk="0">
                <a:moveTo>
                  <a:pt x="12200" y="1"/>
                </a:moveTo>
                <a:cubicBezTo>
                  <a:pt x="3595" y="1"/>
                  <a:pt x="0" y="4056"/>
                  <a:pt x="6836" y="4396"/>
                </a:cubicBezTo>
                <a:cubicBezTo>
                  <a:pt x="15398" y="4834"/>
                  <a:pt x="7700" y="8084"/>
                  <a:pt x="3458" y="10998"/>
                </a:cubicBezTo>
                <a:cubicBezTo>
                  <a:pt x="863" y="12783"/>
                  <a:pt x="6717" y="14371"/>
                  <a:pt x="13998" y="14371"/>
                </a:cubicBezTo>
                <a:cubicBezTo>
                  <a:pt x="18658" y="14371"/>
                  <a:pt x="23903" y="13721"/>
                  <a:pt x="27893" y="12055"/>
                </a:cubicBezTo>
                <a:cubicBezTo>
                  <a:pt x="34211" y="9412"/>
                  <a:pt x="22065" y="7375"/>
                  <a:pt x="29982" y="6807"/>
                </a:cubicBezTo>
                <a:cubicBezTo>
                  <a:pt x="30738" y="6753"/>
                  <a:pt x="31390" y="6729"/>
                  <a:pt x="31959" y="6729"/>
                </a:cubicBezTo>
                <a:cubicBezTo>
                  <a:pt x="37193" y="6729"/>
                  <a:pt x="35366" y="8798"/>
                  <a:pt x="42522" y="8798"/>
                </a:cubicBezTo>
                <a:cubicBezTo>
                  <a:pt x="42731" y="8798"/>
                  <a:pt x="42948" y="8797"/>
                  <a:pt x="43173" y="8793"/>
                </a:cubicBezTo>
                <a:cubicBezTo>
                  <a:pt x="51928" y="8651"/>
                  <a:pt x="54391" y="4396"/>
                  <a:pt x="49801" y="4396"/>
                </a:cubicBezTo>
                <a:cubicBezTo>
                  <a:pt x="49767" y="4396"/>
                  <a:pt x="49733" y="4396"/>
                  <a:pt x="49700" y="4396"/>
                </a:cubicBezTo>
                <a:cubicBezTo>
                  <a:pt x="45161" y="4396"/>
                  <a:pt x="41836" y="3535"/>
                  <a:pt x="44063" y="2165"/>
                </a:cubicBezTo>
                <a:cubicBezTo>
                  <a:pt x="44941" y="1625"/>
                  <a:pt x="43791" y="1439"/>
                  <a:pt x="41529" y="1439"/>
                </a:cubicBezTo>
                <a:cubicBezTo>
                  <a:pt x="38008" y="1439"/>
                  <a:pt x="31791" y="1890"/>
                  <a:pt x="26320" y="2165"/>
                </a:cubicBezTo>
                <a:cubicBezTo>
                  <a:pt x="25019" y="2232"/>
                  <a:pt x="23988" y="2262"/>
                  <a:pt x="23170" y="2262"/>
                </a:cubicBezTo>
                <a:cubicBezTo>
                  <a:pt x="18333" y="2262"/>
                  <a:pt x="20990" y="1232"/>
                  <a:pt x="19589" y="901"/>
                </a:cubicBezTo>
                <a:cubicBezTo>
                  <a:pt x="16865" y="259"/>
                  <a:pt x="14373" y="1"/>
                  <a:pt x="12200" y="1"/>
                </a:cubicBezTo>
                <a:close/>
              </a:path>
            </a:pathLst>
          </a:custGeom>
          <a:solidFill>
            <a:srgbClr val="FFFFFF">
              <a:alpha val="930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" name="Google Shape;12;p2"/>
          <p:cNvSpPr/>
          <p:nvPr/>
        </p:nvSpPr>
        <p:spPr>
          <a:xfrm>
            <a:off x="6456855" y="3016250"/>
            <a:ext cx="4755245" cy="929056"/>
          </a:xfrm>
          <a:custGeom>
            <a:avLst/>
            <a:gdLst/>
            <a:ahLst/>
            <a:cxnLst/>
            <a:rect l="l" t="t" r="r" b="b"/>
            <a:pathLst>
              <a:path w="61881" h="12090" extrusionOk="0">
                <a:moveTo>
                  <a:pt x="31820" y="0"/>
                </a:moveTo>
                <a:cubicBezTo>
                  <a:pt x="22046" y="0"/>
                  <a:pt x="7533" y="425"/>
                  <a:pt x="4448" y="2857"/>
                </a:cubicBezTo>
                <a:cubicBezTo>
                  <a:pt x="2668" y="4275"/>
                  <a:pt x="11798" y="7525"/>
                  <a:pt x="5544" y="7847"/>
                </a:cubicBezTo>
                <a:cubicBezTo>
                  <a:pt x="1" y="8132"/>
                  <a:pt x="471" y="12089"/>
                  <a:pt x="28521" y="12089"/>
                </a:cubicBezTo>
                <a:cubicBezTo>
                  <a:pt x="32183" y="12089"/>
                  <a:pt x="36315" y="12022"/>
                  <a:pt x="40965" y="11870"/>
                </a:cubicBezTo>
                <a:cubicBezTo>
                  <a:pt x="61880" y="11200"/>
                  <a:pt x="40965" y="123"/>
                  <a:pt x="40965" y="123"/>
                </a:cubicBezTo>
                <a:cubicBezTo>
                  <a:pt x="40965" y="123"/>
                  <a:pt x="37078" y="0"/>
                  <a:pt x="31820" y="0"/>
                </a:cubicBezTo>
                <a:close/>
              </a:path>
            </a:pathLst>
          </a:custGeom>
          <a:solidFill>
            <a:srgbClr val="FFFFFF">
              <a:alpha val="930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" name="Google Shape;13;p2"/>
          <p:cNvSpPr/>
          <p:nvPr/>
        </p:nvSpPr>
        <p:spPr>
          <a:xfrm>
            <a:off x="-1142125" y="539500"/>
            <a:ext cx="5149563" cy="1360633"/>
          </a:xfrm>
          <a:custGeom>
            <a:avLst/>
            <a:gdLst/>
            <a:ahLst/>
            <a:cxnLst/>
            <a:rect l="l" t="t" r="r" b="b"/>
            <a:pathLst>
              <a:path w="54392" h="14372" extrusionOk="0">
                <a:moveTo>
                  <a:pt x="12200" y="1"/>
                </a:moveTo>
                <a:cubicBezTo>
                  <a:pt x="3595" y="1"/>
                  <a:pt x="0" y="4056"/>
                  <a:pt x="6836" y="4396"/>
                </a:cubicBezTo>
                <a:cubicBezTo>
                  <a:pt x="15398" y="4834"/>
                  <a:pt x="7700" y="8084"/>
                  <a:pt x="3458" y="10998"/>
                </a:cubicBezTo>
                <a:cubicBezTo>
                  <a:pt x="863" y="12783"/>
                  <a:pt x="6717" y="14371"/>
                  <a:pt x="13998" y="14371"/>
                </a:cubicBezTo>
                <a:cubicBezTo>
                  <a:pt x="18658" y="14371"/>
                  <a:pt x="23903" y="13721"/>
                  <a:pt x="27893" y="12055"/>
                </a:cubicBezTo>
                <a:cubicBezTo>
                  <a:pt x="34211" y="9412"/>
                  <a:pt x="22065" y="7375"/>
                  <a:pt x="29982" y="6807"/>
                </a:cubicBezTo>
                <a:cubicBezTo>
                  <a:pt x="30738" y="6753"/>
                  <a:pt x="31390" y="6729"/>
                  <a:pt x="31959" y="6729"/>
                </a:cubicBezTo>
                <a:cubicBezTo>
                  <a:pt x="37193" y="6729"/>
                  <a:pt x="35366" y="8798"/>
                  <a:pt x="42522" y="8798"/>
                </a:cubicBezTo>
                <a:cubicBezTo>
                  <a:pt x="42731" y="8798"/>
                  <a:pt x="42948" y="8797"/>
                  <a:pt x="43173" y="8793"/>
                </a:cubicBezTo>
                <a:cubicBezTo>
                  <a:pt x="51928" y="8651"/>
                  <a:pt x="54391" y="4396"/>
                  <a:pt x="49801" y="4396"/>
                </a:cubicBezTo>
                <a:cubicBezTo>
                  <a:pt x="49767" y="4396"/>
                  <a:pt x="49733" y="4396"/>
                  <a:pt x="49700" y="4396"/>
                </a:cubicBezTo>
                <a:cubicBezTo>
                  <a:pt x="45161" y="4396"/>
                  <a:pt x="41836" y="3535"/>
                  <a:pt x="44063" y="2165"/>
                </a:cubicBezTo>
                <a:cubicBezTo>
                  <a:pt x="44941" y="1625"/>
                  <a:pt x="43791" y="1439"/>
                  <a:pt x="41529" y="1439"/>
                </a:cubicBezTo>
                <a:cubicBezTo>
                  <a:pt x="38008" y="1439"/>
                  <a:pt x="31791" y="1890"/>
                  <a:pt x="26320" y="2165"/>
                </a:cubicBezTo>
                <a:cubicBezTo>
                  <a:pt x="25019" y="2232"/>
                  <a:pt x="23988" y="2262"/>
                  <a:pt x="23170" y="2262"/>
                </a:cubicBezTo>
                <a:cubicBezTo>
                  <a:pt x="18333" y="2262"/>
                  <a:pt x="20990" y="1232"/>
                  <a:pt x="19589" y="901"/>
                </a:cubicBezTo>
                <a:cubicBezTo>
                  <a:pt x="16865" y="259"/>
                  <a:pt x="14373" y="1"/>
                  <a:pt x="12200" y="1"/>
                </a:cubicBezTo>
                <a:close/>
              </a:path>
            </a:pathLst>
          </a:custGeom>
          <a:solidFill>
            <a:srgbClr val="FFFFFF">
              <a:alpha val="930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" name="Google Shape;14;p2"/>
          <p:cNvSpPr/>
          <p:nvPr/>
        </p:nvSpPr>
        <p:spPr>
          <a:xfrm>
            <a:off x="4755850" y="-549125"/>
            <a:ext cx="6142522" cy="1800198"/>
          </a:xfrm>
          <a:custGeom>
            <a:avLst/>
            <a:gdLst/>
            <a:ahLst/>
            <a:cxnLst/>
            <a:rect l="l" t="t" r="r" b="b"/>
            <a:pathLst>
              <a:path w="52625" h="12709" extrusionOk="0">
                <a:moveTo>
                  <a:pt x="30491" y="1"/>
                </a:moveTo>
                <a:cubicBezTo>
                  <a:pt x="26558" y="1"/>
                  <a:pt x="21926" y="118"/>
                  <a:pt x="16498" y="393"/>
                </a:cubicBezTo>
                <a:cubicBezTo>
                  <a:pt x="0" y="1243"/>
                  <a:pt x="3330" y="12708"/>
                  <a:pt x="12898" y="12708"/>
                </a:cubicBezTo>
                <a:cubicBezTo>
                  <a:pt x="14069" y="12708"/>
                  <a:pt x="15333" y="12537"/>
                  <a:pt x="16666" y="12153"/>
                </a:cubicBezTo>
                <a:cubicBezTo>
                  <a:pt x="23035" y="10319"/>
                  <a:pt x="28416" y="9855"/>
                  <a:pt x="32894" y="9855"/>
                </a:cubicBezTo>
                <a:cubicBezTo>
                  <a:pt x="37488" y="9855"/>
                  <a:pt x="41132" y="10344"/>
                  <a:pt x="43921" y="10344"/>
                </a:cubicBezTo>
                <a:cubicBezTo>
                  <a:pt x="46119" y="10344"/>
                  <a:pt x="47786" y="10040"/>
                  <a:pt x="48966" y="8955"/>
                </a:cubicBezTo>
                <a:cubicBezTo>
                  <a:pt x="50540" y="7524"/>
                  <a:pt x="42390" y="4378"/>
                  <a:pt x="47935" y="3978"/>
                </a:cubicBezTo>
                <a:cubicBezTo>
                  <a:pt x="52625" y="3639"/>
                  <a:pt x="52393" y="1"/>
                  <a:pt x="30491" y="1"/>
                </a:cubicBezTo>
                <a:close/>
              </a:path>
            </a:pathLst>
          </a:custGeom>
          <a:solidFill>
            <a:srgbClr val="FFFFFF">
              <a:alpha val="930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" name="Google Shape;15;p2"/>
          <p:cNvSpPr/>
          <p:nvPr/>
        </p:nvSpPr>
        <p:spPr>
          <a:xfrm>
            <a:off x="-59625" y="4027600"/>
            <a:ext cx="9263374" cy="1115912"/>
          </a:xfrm>
          <a:custGeom>
            <a:avLst/>
            <a:gdLst/>
            <a:ahLst/>
            <a:cxnLst/>
            <a:rect l="l" t="t" r="r" b="b"/>
            <a:pathLst>
              <a:path w="142497" h="15873" extrusionOk="0">
                <a:moveTo>
                  <a:pt x="100886" y="1458"/>
                </a:moveTo>
                <a:lnTo>
                  <a:pt x="100886" y="1458"/>
                </a:lnTo>
                <a:cubicBezTo>
                  <a:pt x="100886" y="1459"/>
                  <a:pt x="100885" y="1459"/>
                  <a:pt x="100885" y="1460"/>
                </a:cubicBezTo>
                <a:lnTo>
                  <a:pt x="100885" y="1460"/>
                </a:lnTo>
                <a:cubicBezTo>
                  <a:pt x="100886" y="1459"/>
                  <a:pt x="100886" y="1459"/>
                  <a:pt x="100886" y="1458"/>
                </a:cubicBezTo>
                <a:close/>
                <a:moveTo>
                  <a:pt x="84883" y="2216"/>
                </a:moveTo>
                <a:cubicBezTo>
                  <a:pt x="85043" y="2479"/>
                  <a:pt x="85175" y="2726"/>
                  <a:pt x="85306" y="2989"/>
                </a:cubicBezTo>
                <a:cubicBezTo>
                  <a:pt x="85102" y="2785"/>
                  <a:pt x="84898" y="2595"/>
                  <a:pt x="84708" y="2449"/>
                </a:cubicBezTo>
                <a:cubicBezTo>
                  <a:pt x="84767" y="2377"/>
                  <a:pt x="84825" y="2304"/>
                  <a:pt x="84883" y="2216"/>
                </a:cubicBezTo>
                <a:close/>
                <a:moveTo>
                  <a:pt x="93876" y="3207"/>
                </a:moveTo>
                <a:cubicBezTo>
                  <a:pt x="93876" y="3208"/>
                  <a:pt x="93875" y="3222"/>
                  <a:pt x="93861" y="3266"/>
                </a:cubicBezTo>
                <a:cubicBezTo>
                  <a:pt x="93876" y="3251"/>
                  <a:pt x="93876" y="3222"/>
                  <a:pt x="93876" y="3207"/>
                </a:cubicBezTo>
                <a:close/>
                <a:moveTo>
                  <a:pt x="89722" y="3336"/>
                </a:moveTo>
                <a:cubicBezTo>
                  <a:pt x="89721" y="3337"/>
                  <a:pt x="89720" y="3338"/>
                  <a:pt x="89719" y="3339"/>
                </a:cubicBezTo>
                <a:lnTo>
                  <a:pt x="89719" y="3339"/>
                </a:lnTo>
                <a:cubicBezTo>
                  <a:pt x="89720" y="3339"/>
                  <a:pt x="89721" y="3338"/>
                  <a:pt x="89722" y="3338"/>
                </a:cubicBezTo>
                <a:cubicBezTo>
                  <a:pt x="89722" y="3338"/>
                  <a:pt x="89722" y="3337"/>
                  <a:pt x="89722" y="3336"/>
                </a:cubicBezTo>
                <a:close/>
                <a:moveTo>
                  <a:pt x="58838" y="2304"/>
                </a:moveTo>
                <a:cubicBezTo>
                  <a:pt x="58984" y="2464"/>
                  <a:pt x="59130" y="2610"/>
                  <a:pt x="59246" y="2741"/>
                </a:cubicBezTo>
                <a:cubicBezTo>
                  <a:pt x="58999" y="2945"/>
                  <a:pt x="58722" y="3222"/>
                  <a:pt x="58459" y="3543"/>
                </a:cubicBezTo>
                <a:cubicBezTo>
                  <a:pt x="58459" y="3368"/>
                  <a:pt x="58459" y="3193"/>
                  <a:pt x="58474" y="3018"/>
                </a:cubicBezTo>
                <a:cubicBezTo>
                  <a:pt x="58561" y="2799"/>
                  <a:pt x="58678" y="2566"/>
                  <a:pt x="58838" y="2304"/>
                </a:cubicBezTo>
                <a:close/>
                <a:moveTo>
                  <a:pt x="74112" y="3426"/>
                </a:moveTo>
                <a:cubicBezTo>
                  <a:pt x="74142" y="3484"/>
                  <a:pt x="74171" y="3543"/>
                  <a:pt x="74200" y="3586"/>
                </a:cubicBezTo>
                <a:cubicBezTo>
                  <a:pt x="74189" y="3581"/>
                  <a:pt x="74181" y="3576"/>
                  <a:pt x="74174" y="3571"/>
                </a:cubicBezTo>
                <a:lnTo>
                  <a:pt x="74174" y="3571"/>
                </a:lnTo>
                <a:cubicBezTo>
                  <a:pt x="74177" y="3576"/>
                  <a:pt x="74180" y="3581"/>
                  <a:pt x="74185" y="3586"/>
                </a:cubicBezTo>
                <a:cubicBezTo>
                  <a:pt x="74178" y="3579"/>
                  <a:pt x="74171" y="3571"/>
                  <a:pt x="74164" y="3564"/>
                </a:cubicBezTo>
                <a:lnTo>
                  <a:pt x="74164" y="3564"/>
                </a:lnTo>
                <a:cubicBezTo>
                  <a:pt x="74167" y="3566"/>
                  <a:pt x="74170" y="3568"/>
                  <a:pt x="74174" y="3571"/>
                </a:cubicBezTo>
                <a:lnTo>
                  <a:pt x="74174" y="3571"/>
                </a:lnTo>
                <a:cubicBezTo>
                  <a:pt x="74169" y="3564"/>
                  <a:pt x="74166" y="3558"/>
                  <a:pt x="74158" y="3557"/>
                </a:cubicBezTo>
                <a:lnTo>
                  <a:pt x="74158" y="3557"/>
                </a:lnTo>
                <a:cubicBezTo>
                  <a:pt x="74160" y="3559"/>
                  <a:pt x="74162" y="3562"/>
                  <a:pt x="74164" y="3564"/>
                </a:cubicBezTo>
                <a:lnTo>
                  <a:pt x="74164" y="3564"/>
                </a:lnTo>
                <a:cubicBezTo>
                  <a:pt x="74159" y="3560"/>
                  <a:pt x="74156" y="3557"/>
                  <a:pt x="74156" y="3557"/>
                </a:cubicBezTo>
                <a:cubicBezTo>
                  <a:pt x="74157" y="3557"/>
                  <a:pt x="74157" y="3557"/>
                  <a:pt x="74158" y="3557"/>
                </a:cubicBezTo>
                <a:lnTo>
                  <a:pt x="74158" y="3557"/>
                </a:lnTo>
                <a:cubicBezTo>
                  <a:pt x="74128" y="3524"/>
                  <a:pt x="74103" y="3492"/>
                  <a:pt x="74069" y="3470"/>
                </a:cubicBezTo>
                <a:cubicBezTo>
                  <a:pt x="74083" y="3455"/>
                  <a:pt x="74098" y="3441"/>
                  <a:pt x="74112" y="3426"/>
                </a:cubicBezTo>
                <a:close/>
                <a:moveTo>
                  <a:pt x="83542" y="2508"/>
                </a:moveTo>
                <a:lnTo>
                  <a:pt x="83542" y="2508"/>
                </a:lnTo>
                <a:cubicBezTo>
                  <a:pt x="83440" y="2828"/>
                  <a:pt x="83294" y="3338"/>
                  <a:pt x="83192" y="3936"/>
                </a:cubicBezTo>
                <a:cubicBezTo>
                  <a:pt x="83178" y="3936"/>
                  <a:pt x="83178" y="3936"/>
                  <a:pt x="83178" y="3951"/>
                </a:cubicBezTo>
                <a:cubicBezTo>
                  <a:pt x="83003" y="3819"/>
                  <a:pt x="82857" y="3732"/>
                  <a:pt x="82770" y="3674"/>
                </a:cubicBezTo>
                <a:cubicBezTo>
                  <a:pt x="82916" y="3499"/>
                  <a:pt x="83076" y="3295"/>
                  <a:pt x="83265" y="3076"/>
                </a:cubicBezTo>
                <a:lnTo>
                  <a:pt x="83265" y="3076"/>
                </a:lnTo>
                <a:cubicBezTo>
                  <a:pt x="83265" y="3076"/>
                  <a:pt x="83105" y="3178"/>
                  <a:pt x="82857" y="3368"/>
                </a:cubicBezTo>
                <a:cubicBezTo>
                  <a:pt x="83076" y="3076"/>
                  <a:pt x="83309" y="2785"/>
                  <a:pt x="83542" y="2508"/>
                </a:cubicBezTo>
                <a:close/>
                <a:moveTo>
                  <a:pt x="88818" y="3615"/>
                </a:moveTo>
                <a:cubicBezTo>
                  <a:pt x="88862" y="3674"/>
                  <a:pt x="88891" y="3717"/>
                  <a:pt x="88935" y="3761"/>
                </a:cubicBezTo>
                <a:cubicBezTo>
                  <a:pt x="88745" y="3878"/>
                  <a:pt x="88556" y="4023"/>
                  <a:pt x="88352" y="4184"/>
                </a:cubicBezTo>
                <a:cubicBezTo>
                  <a:pt x="88483" y="4009"/>
                  <a:pt x="88629" y="3819"/>
                  <a:pt x="88818" y="3615"/>
                </a:cubicBezTo>
                <a:close/>
                <a:moveTo>
                  <a:pt x="33404" y="4190"/>
                </a:moveTo>
                <a:lnTo>
                  <a:pt x="33404" y="4190"/>
                </a:lnTo>
                <a:cubicBezTo>
                  <a:pt x="33402" y="4196"/>
                  <a:pt x="33400" y="4201"/>
                  <a:pt x="33398" y="4206"/>
                </a:cubicBezTo>
                <a:lnTo>
                  <a:pt x="33398" y="4206"/>
                </a:lnTo>
                <a:cubicBezTo>
                  <a:pt x="33401" y="4203"/>
                  <a:pt x="33403" y="4201"/>
                  <a:pt x="33406" y="4198"/>
                </a:cubicBezTo>
                <a:cubicBezTo>
                  <a:pt x="33405" y="4196"/>
                  <a:pt x="33404" y="4193"/>
                  <a:pt x="33404" y="4190"/>
                </a:cubicBezTo>
                <a:close/>
                <a:moveTo>
                  <a:pt x="78354" y="2056"/>
                </a:moveTo>
                <a:cubicBezTo>
                  <a:pt x="78937" y="2697"/>
                  <a:pt x="79301" y="3134"/>
                  <a:pt x="79549" y="3543"/>
                </a:cubicBezTo>
                <a:cubicBezTo>
                  <a:pt x="79447" y="3601"/>
                  <a:pt x="79272" y="3688"/>
                  <a:pt x="79068" y="3819"/>
                </a:cubicBezTo>
                <a:cubicBezTo>
                  <a:pt x="78645" y="3426"/>
                  <a:pt x="78310" y="3207"/>
                  <a:pt x="78310" y="3207"/>
                </a:cubicBezTo>
                <a:lnTo>
                  <a:pt x="78310" y="3207"/>
                </a:lnTo>
                <a:cubicBezTo>
                  <a:pt x="78529" y="3484"/>
                  <a:pt x="78703" y="3732"/>
                  <a:pt x="78864" y="3936"/>
                </a:cubicBezTo>
                <a:cubicBezTo>
                  <a:pt x="78835" y="3965"/>
                  <a:pt x="78806" y="3980"/>
                  <a:pt x="78791" y="3994"/>
                </a:cubicBezTo>
                <a:cubicBezTo>
                  <a:pt x="78645" y="4082"/>
                  <a:pt x="78514" y="4184"/>
                  <a:pt x="78368" y="4300"/>
                </a:cubicBezTo>
                <a:cubicBezTo>
                  <a:pt x="78339" y="4271"/>
                  <a:pt x="78310" y="4228"/>
                  <a:pt x="78281" y="4198"/>
                </a:cubicBezTo>
                <a:cubicBezTo>
                  <a:pt x="78412" y="4067"/>
                  <a:pt x="78558" y="3921"/>
                  <a:pt x="78718" y="3761"/>
                </a:cubicBezTo>
                <a:lnTo>
                  <a:pt x="78718" y="3761"/>
                </a:lnTo>
                <a:cubicBezTo>
                  <a:pt x="78718" y="3761"/>
                  <a:pt x="78499" y="3878"/>
                  <a:pt x="78179" y="4082"/>
                </a:cubicBezTo>
                <a:cubicBezTo>
                  <a:pt x="78135" y="4053"/>
                  <a:pt x="78106" y="4009"/>
                  <a:pt x="78062" y="3980"/>
                </a:cubicBezTo>
                <a:cubicBezTo>
                  <a:pt x="78106" y="3790"/>
                  <a:pt x="78150" y="3615"/>
                  <a:pt x="78208" y="3441"/>
                </a:cubicBezTo>
                <a:lnTo>
                  <a:pt x="78208" y="3441"/>
                </a:lnTo>
                <a:cubicBezTo>
                  <a:pt x="78208" y="3441"/>
                  <a:pt x="78106" y="3601"/>
                  <a:pt x="77975" y="3892"/>
                </a:cubicBezTo>
                <a:cubicBezTo>
                  <a:pt x="77727" y="3674"/>
                  <a:pt x="77494" y="3513"/>
                  <a:pt x="77333" y="3411"/>
                </a:cubicBezTo>
                <a:cubicBezTo>
                  <a:pt x="77552" y="3062"/>
                  <a:pt x="77785" y="2712"/>
                  <a:pt x="78033" y="2362"/>
                </a:cubicBezTo>
                <a:cubicBezTo>
                  <a:pt x="78135" y="2260"/>
                  <a:pt x="78237" y="2158"/>
                  <a:pt x="78354" y="2056"/>
                </a:cubicBezTo>
                <a:close/>
                <a:moveTo>
                  <a:pt x="95654" y="2610"/>
                </a:moveTo>
                <a:cubicBezTo>
                  <a:pt x="95858" y="2989"/>
                  <a:pt x="95974" y="3324"/>
                  <a:pt x="96047" y="3776"/>
                </a:cubicBezTo>
                <a:cubicBezTo>
                  <a:pt x="95974" y="3965"/>
                  <a:pt x="95916" y="4198"/>
                  <a:pt x="95858" y="4432"/>
                </a:cubicBezTo>
                <a:cubicBezTo>
                  <a:pt x="95756" y="4359"/>
                  <a:pt x="95668" y="4286"/>
                  <a:pt x="95581" y="4228"/>
                </a:cubicBezTo>
                <a:cubicBezTo>
                  <a:pt x="95683" y="4096"/>
                  <a:pt x="95800" y="3965"/>
                  <a:pt x="95931" y="3805"/>
                </a:cubicBezTo>
                <a:lnTo>
                  <a:pt x="95931" y="3805"/>
                </a:lnTo>
                <a:cubicBezTo>
                  <a:pt x="95931" y="3805"/>
                  <a:pt x="95741" y="3922"/>
                  <a:pt x="95464" y="4140"/>
                </a:cubicBezTo>
                <a:cubicBezTo>
                  <a:pt x="95333" y="4053"/>
                  <a:pt x="95260" y="3994"/>
                  <a:pt x="95260" y="3994"/>
                </a:cubicBezTo>
                <a:lnTo>
                  <a:pt x="95260" y="3994"/>
                </a:lnTo>
                <a:cubicBezTo>
                  <a:pt x="95319" y="4067"/>
                  <a:pt x="95362" y="4126"/>
                  <a:pt x="95406" y="4184"/>
                </a:cubicBezTo>
                <a:cubicBezTo>
                  <a:pt x="95348" y="4228"/>
                  <a:pt x="95275" y="4286"/>
                  <a:pt x="95217" y="4344"/>
                </a:cubicBezTo>
                <a:cubicBezTo>
                  <a:pt x="95202" y="4286"/>
                  <a:pt x="95187" y="4228"/>
                  <a:pt x="95173" y="4184"/>
                </a:cubicBezTo>
                <a:cubicBezTo>
                  <a:pt x="95319" y="3484"/>
                  <a:pt x="95435" y="3047"/>
                  <a:pt x="95654" y="2610"/>
                </a:cubicBezTo>
                <a:close/>
                <a:moveTo>
                  <a:pt x="78106" y="4388"/>
                </a:moveTo>
                <a:cubicBezTo>
                  <a:pt x="78120" y="4417"/>
                  <a:pt x="78135" y="4432"/>
                  <a:pt x="78150" y="4461"/>
                </a:cubicBezTo>
                <a:cubicBezTo>
                  <a:pt x="78135" y="4475"/>
                  <a:pt x="78135" y="4490"/>
                  <a:pt x="78120" y="4490"/>
                </a:cubicBezTo>
                <a:lnTo>
                  <a:pt x="78048" y="4446"/>
                </a:lnTo>
                <a:cubicBezTo>
                  <a:pt x="78062" y="4417"/>
                  <a:pt x="78091" y="4402"/>
                  <a:pt x="78106" y="4388"/>
                </a:cubicBezTo>
                <a:close/>
                <a:moveTo>
                  <a:pt x="93599" y="3980"/>
                </a:moveTo>
                <a:lnTo>
                  <a:pt x="93599" y="3980"/>
                </a:lnTo>
                <a:cubicBezTo>
                  <a:pt x="93555" y="4140"/>
                  <a:pt x="93497" y="4315"/>
                  <a:pt x="93438" y="4504"/>
                </a:cubicBezTo>
                <a:cubicBezTo>
                  <a:pt x="93409" y="4432"/>
                  <a:pt x="93380" y="4373"/>
                  <a:pt x="93336" y="4300"/>
                </a:cubicBezTo>
                <a:cubicBezTo>
                  <a:pt x="93424" y="4198"/>
                  <a:pt x="93497" y="4082"/>
                  <a:pt x="93599" y="3980"/>
                </a:cubicBezTo>
                <a:close/>
                <a:moveTo>
                  <a:pt x="79563" y="3586"/>
                </a:moveTo>
                <a:cubicBezTo>
                  <a:pt x="79636" y="3688"/>
                  <a:pt x="79695" y="3805"/>
                  <a:pt x="79738" y="3907"/>
                </a:cubicBezTo>
                <a:cubicBezTo>
                  <a:pt x="79797" y="4053"/>
                  <a:pt x="79855" y="4184"/>
                  <a:pt x="79899" y="4330"/>
                </a:cubicBezTo>
                <a:cubicBezTo>
                  <a:pt x="79840" y="4388"/>
                  <a:pt x="79782" y="4461"/>
                  <a:pt x="79724" y="4534"/>
                </a:cubicBezTo>
                <a:cubicBezTo>
                  <a:pt x="79549" y="4315"/>
                  <a:pt x="79359" y="4096"/>
                  <a:pt x="79184" y="3921"/>
                </a:cubicBezTo>
                <a:cubicBezTo>
                  <a:pt x="79301" y="3819"/>
                  <a:pt x="79432" y="3703"/>
                  <a:pt x="79563" y="3586"/>
                </a:cubicBezTo>
                <a:close/>
                <a:moveTo>
                  <a:pt x="93963" y="3601"/>
                </a:moveTo>
                <a:cubicBezTo>
                  <a:pt x="94123" y="3805"/>
                  <a:pt x="94255" y="3994"/>
                  <a:pt x="94371" y="4169"/>
                </a:cubicBezTo>
                <a:cubicBezTo>
                  <a:pt x="94225" y="4286"/>
                  <a:pt x="93992" y="4490"/>
                  <a:pt x="93715" y="4752"/>
                </a:cubicBezTo>
                <a:cubicBezTo>
                  <a:pt x="93730" y="4417"/>
                  <a:pt x="93759" y="4096"/>
                  <a:pt x="93803" y="3761"/>
                </a:cubicBezTo>
                <a:cubicBezTo>
                  <a:pt x="93847" y="3703"/>
                  <a:pt x="93905" y="3659"/>
                  <a:pt x="93963" y="3601"/>
                </a:cubicBezTo>
                <a:close/>
                <a:moveTo>
                  <a:pt x="57629" y="3892"/>
                </a:moveTo>
                <a:lnTo>
                  <a:pt x="57629" y="3892"/>
                </a:lnTo>
                <a:cubicBezTo>
                  <a:pt x="57599" y="4023"/>
                  <a:pt x="57570" y="4155"/>
                  <a:pt x="57556" y="4300"/>
                </a:cubicBezTo>
                <a:cubicBezTo>
                  <a:pt x="57439" y="4446"/>
                  <a:pt x="57337" y="4606"/>
                  <a:pt x="57220" y="4781"/>
                </a:cubicBezTo>
                <a:cubicBezTo>
                  <a:pt x="57206" y="4679"/>
                  <a:pt x="57191" y="4577"/>
                  <a:pt x="57177" y="4475"/>
                </a:cubicBezTo>
                <a:cubicBezTo>
                  <a:pt x="57308" y="4286"/>
                  <a:pt x="57454" y="4096"/>
                  <a:pt x="57629" y="3892"/>
                </a:cubicBezTo>
                <a:close/>
                <a:moveTo>
                  <a:pt x="77290" y="3455"/>
                </a:moveTo>
                <a:cubicBezTo>
                  <a:pt x="77538" y="3703"/>
                  <a:pt x="77727" y="3892"/>
                  <a:pt x="77873" y="4067"/>
                </a:cubicBezTo>
                <a:cubicBezTo>
                  <a:pt x="77844" y="4126"/>
                  <a:pt x="77814" y="4184"/>
                  <a:pt x="77785" y="4242"/>
                </a:cubicBezTo>
                <a:cubicBezTo>
                  <a:pt x="77508" y="4038"/>
                  <a:pt x="77319" y="3922"/>
                  <a:pt x="77319" y="3921"/>
                </a:cubicBezTo>
                <a:lnTo>
                  <a:pt x="77319" y="3921"/>
                </a:lnTo>
                <a:cubicBezTo>
                  <a:pt x="77465" y="4096"/>
                  <a:pt x="77596" y="4242"/>
                  <a:pt x="77727" y="4388"/>
                </a:cubicBezTo>
                <a:cubicBezTo>
                  <a:pt x="77727" y="4402"/>
                  <a:pt x="77712" y="4417"/>
                  <a:pt x="77712" y="4417"/>
                </a:cubicBezTo>
                <a:cubicBezTo>
                  <a:pt x="77567" y="4534"/>
                  <a:pt x="77421" y="4665"/>
                  <a:pt x="77275" y="4796"/>
                </a:cubicBezTo>
                <a:cubicBezTo>
                  <a:pt x="77290" y="4767"/>
                  <a:pt x="77290" y="4738"/>
                  <a:pt x="77290" y="4709"/>
                </a:cubicBezTo>
                <a:cubicBezTo>
                  <a:pt x="77333" y="4650"/>
                  <a:pt x="77377" y="4592"/>
                  <a:pt x="77435" y="4519"/>
                </a:cubicBezTo>
                <a:cubicBezTo>
                  <a:pt x="77494" y="4475"/>
                  <a:pt x="77552" y="4417"/>
                  <a:pt x="77610" y="4359"/>
                </a:cubicBezTo>
                <a:lnTo>
                  <a:pt x="77610" y="4359"/>
                </a:lnTo>
                <a:cubicBezTo>
                  <a:pt x="77610" y="4359"/>
                  <a:pt x="77494" y="4417"/>
                  <a:pt x="77319" y="4519"/>
                </a:cubicBezTo>
                <a:cubicBezTo>
                  <a:pt x="77333" y="4315"/>
                  <a:pt x="77319" y="4213"/>
                  <a:pt x="77319" y="4213"/>
                </a:cubicBezTo>
                <a:cubicBezTo>
                  <a:pt x="77261" y="4344"/>
                  <a:pt x="77217" y="4475"/>
                  <a:pt x="77159" y="4592"/>
                </a:cubicBezTo>
                <a:cubicBezTo>
                  <a:pt x="77100" y="4636"/>
                  <a:pt x="77042" y="4665"/>
                  <a:pt x="76984" y="4709"/>
                </a:cubicBezTo>
                <a:cubicBezTo>
                  <a:pt x="76955" y="4694"/>
                  <a:pt x="76940" y="4679"/>
                  <a:pt x="76911" y="4665"/>
                </a:cubicBezTo>
                <a:cubicBezTo>
                  <a:pt x="76867" y="4577"/>
                  <a:pt x="76809" y="4504"/>
                  <a:pt x="76750" y="4432"/>
                </a:cubicBezTo>
                <a:cubicBezTo>
                  <a:pt x="76780" y="4373"/>
                  <a:pt x="76794" y="4315"/>
                  <a:pt x="76809" y="4271"/>
                </a:cubicBezTo>
                <a:cubicBezTo>
                  <a:pt x="76955" y="4009"/>
                  <a:pt x="77115" y="3732"/>
                  <a:pt x="77290" y="3455"/>
                </a:cubicBezTo>
                <a:close/>
                <a:moveTo>
                  <a:pt x="112998" y="4665"/>
                </a:moveTo>
                <a:cubicBezTo>
                  <a:pt x="113012" y="4679"/>
                  <a:pt x="113012" y="4709"/>
                  <a:pt x="113027" y="4723"/>
                </a:cubicBezTo>
                <a:cubicBezTo>
                  <a:pt x="113012" y="4752"/>
                  <a:pt x="112983" y="4767"/>
                  <a:pt x="112968" y="4796"/>
                </a:cubicBezTo>
                <a:cubicBezTo>
                  <a:pt x="112983" y="4752"/>
                  <a:pt x="112998" y="4709"/>
                  <a:pt x="112998" y="4665"/>
                </a:cubicBezTo>
                <a:close/>
                <a:moveTo>
                  <a:pt x="111569" y="4840"/>
                </a:moveTo>
                <a:cubicBezTo>
                  <a:pt x="111567" y="4842"/>
                  <a:pt x="111566" y="4844"/>
                  <a:pt x="111564" y="4846"/>
                </a:cubicBezTo>
                <a:lnTo>
                  <a:pt x="111564" y="4846"/>
                </a:lnTo>
                <a:cubicBezTo>
                  <a:pt x="111567" y="4842"/>
                  <a:pt x="111569" y="4840"/>
                  <a:pt x="111569" y="4840"/>
                </a:cubicBezTo>
                <a:close/>
                <a:moveTo>
                  <a:pt x="56585" y="4569"/>
                </a:moveTo>
                <a:lnTo>
                  <a:pt x="56585" y="4569"/>
                </a:lnTo>
                <a:cubicBezTo>
                  <a:pt x="56594" y="4605"/>
                  <a:pt x="56596" y="4642"/>
                  <a:pt x="56608" y="4679"/>
                </a:cubicBezTo>
                <a:cubicBezTo>
                  <a:pt x="56550" y="4738"/>
                  <a:pt x="56506" y="4796"/>
                  <a:pt x="56463" y="4854"/>
                </a:cubicBezTo>
                <a:cubicBezTo>
                  <a:pt x="56503" y="4759"/>
                  <a:pt x="56544" y="4664"/>
                  <a:pt x="56585" y="4569"/>
                </a:cubicBezTo>
                <a:close/>
                <a:moveTo>
                  <a:pt x="111564" y="4846"/>
                </a:moveTo>
                <a:lnTo>
                  <a:pt x="111564" y="4846"/>
                </a:lnTo>
                <a:cubicBezTo>
                  <a:pt x="111559" y="4852"/>
                  <a:pt x="111549" y="4865"/>
                  <a:pt x="111540" y="4883"/>
                </a:cubicBezTo>
                <a:cubicBezTo>
                  <a:pt x="111553" y="4871"/>
                  <a:pt x="111554" y="4858"/>
                  <a:pt x="111564" y="4846"/>
                </a:cubicBezTo>
                <a:close/>
                <a:moveTo>
                  <a:pt x="66432" y="4811"/>
                </a:moveTo>
                <a:lnTo>
                  <a:pt x="66432" y="4811"/>
                </a:lnTo>
                <a:cubicBezTo>
                  <a:pt x="66475" y="4854"/>
                  <a:pt x="66505" y="4883"/>
                  <a:pt x="66548" y="4927"/>
                </a:cubicBezTo>
                <a:cubicBezTo>
                  <a:pt x="66519" y="4956"/>
                  <a:pt x="66490" y="4971"/>
                  <a:pt x="66461" y="5000"/>
                </a:cubicBezTo>
                <a:cubicBezTo>
                  <a:pt x="66446" y="4927"/>
                  <a:pt x="66432" y="4869"/>
                  <a:pt x="66432" y="4811"/>
                </a:cubicBezTo>
                <a:close/>
                <a:moveTo>
                  <a:pt x="87288" y="3295"/>
                </a:moveTo>
                <a:cubicBezTo>
                  <a:pt x="87390" y="3528"/>
                  <a:pt x="87477" y="3747"/>
                  <a:pt x="87565" y="3980"/>
                </a:cubicBezTo>
                <a:cubicBezTo>
                  <a:pt x="87405" y="4402"/>
                  <a:pt x="87259" y="4738"/>
                  <a:pt x="87069" y="5029"/>
                </a:cubicBezTo>
                <a:cubicBezTo>
                  <a:pt x="86982" y="4869"/>
                  <a:pt x="86894" y="4723"/>
                  <a:pt x="86807" y="4563"/>
                </a:cubicBezTo>
                <a:cubicBezTo>
                  <a:pt x="86953" y="4169"/>
                  <a:pt x="87113" y="3747"/>
                  <a:pt x="87288" y="3295"/>
                </a:cubicBezTo>
                <a:close/>
                <a:moveTo>
                  <a:pt x="80030" y="4883"/>
                </a:moveTo>
                <a:cubicBezTo>
                  <a:pt x="80044" y="4942"/>
                  <a:pt x="80059" y="5000"/>
                  <a:pt x="80059" y="5058"/>
                </a:cubicBezTo>
                <a:cubicBezTo>
                  <a:pt x="80044" y="5029"/>
                  <a:pt x="80015" y="4985"/>
                  <a:pt x="80001" y="4956"/>
                </a:cubicBezTo>
                <a:cubicBezTo>
                  <a:pt x="80001" y="4927"/>
                  <a:pt x="80015" y="4913"/>
                  <a:pt x="80030" y="4883"/>
                </a:cubicBezTo>
                <a:close/>
                <a:moveTo>
                  <a:pt x="84548" y="2653"/>
                </a:moveTo>
                <a:cubicBezTo>
                  <a:pt x="84781" y="2916"/>
                  <a:pt x="84956" y="3134"/>
                  <a:pt x="85102" y="3353"/>
                </a:cubicBezTo>
                <a:cubicBezTo>
                  <a:pt x="84839" y="3849"/>
                  <a:pt x="84592" y="4402"/>
                  <a:pt x="84431" y="4971"/>
                </a:cubicBezTo>
                <a:cubicBezTo>
                  <a:pt x="84373" y="5000"/>
                  <a:pt x="84300" y="5044"/>
                  <a:pt x="84242" y="5087"/>
                </a:cubicBezTo>
                <a:cubicBezTo>
                  <a:pt x="84082" y="4811"/>
                  <a:pt x="83892" y="4577"/>
                  <a:pt x="83688" y="4373"/>
                </a:cubicBezTo>
                <a:cubicBezTo>
                  <a:pt x="83673" y="4257"/>
                  <a:pt x="83659" y="4140"/>
                  <a:pt x="83659" y="4023"/>
                </a:cubicBezTo>
                <a:cubicBezTo>
                  <a:pt x="83834" y="3615"/>
                  <a:pt x="84096" y="3207"/>
                  <a:pt x="84548" y="2653"/>
                </a:cubicBezTo>
                <a:close/>
                <a:moveTo>
                  <a:pt x="82755" y="3703"/>
                </a:moveTo>
                <a:cubicBezTo>
                  <a:pt x="82886" y="3834"/>
                  <a:pt x="83003" y="3951"/>
                  <a:pt x="83105" y="4067"/>
                </a:cubicBezTo>
                <a:cubicBezTo>
                  <a:pt x="82945" y="4359"/>
                  <a:pt x="82814" y="4679"/>
                  <a:pt x="82726" y="5029"/>
                </a:cubicBezTo>
                <a:cubicBezTo>
                  <a:pt x="82697" y="5058"/>
                  <a:pt x="82668" y="5087"/>
                  <a:pt x="82639" y="5102"/>
                </a:cubicBezTo>
                <a:cubicBezTo>
                  <a:pt x="82624" y="5102"/>
                  <a:pt x="82609" y="5087"/>
                  <a:pt x="82595" y="5073"/>
                </a:cubicBezTo>
                <a:cubicBezTo>
                  <a:pt x="82449" y="4811"/>
                  <a:pt x="82347" y="4534"/>
                  <a:pt x="82333" y="4242"/>
                </a:cubicBezTo>
                <a:cubicBezTo>
                  <a:pt x="82449" y="4067"/>
                  <a:pt x="82595" y="3892"/>
                  <a:pt x="82755" y="3703"/>
                </a:cubicBezTo>
                <a:close/>
                <a:moveTo>
                  <a:pt x="78820" y="4271"/>
                </a:moveTo>
                <a:cubicBezTo>
                  <a:pt x="78849" y="4563"/>
                  <a:pt x="78864" y="4840"/>
                  <a:pt x="78864" y="5131"/>
                </a:cubicBezTo>
                <a:cubicBezTo>
                  <a:pt x="78776" y="4913"/>
                  <a:pt x="78674" y="4723"/>
                  <a:pt x="78543" y="4534"/>
                </a:cubicBezTo>
                <a:cubicBezTo>
                  <a:pt x="78631" y="4446"/>
                  <a:pt x="78718" y="4359"/>
                  <a:pt x="78820" y="4271"/>
                </a:cubicBezTo>
                <a:close/>
                <a:moveTo>
                  <a:pt x="85452" y="4023"/>
                </a:moveTo>
                <a:cubicBezTo>
                  <a:pt x="85568" y="4315"/>
                  <a:pt x="85656" y="4650"/>
                  <a:pt x="85743" y="5087"/>
                </a:cubicBezTo>
                <a:cubicBezTo>
                  <a:pt x="85743" y="5102"/>
                  <a:pt x="85728" y="5131"/>
                  <a:pt x="85728" y="5146"/>
                </a:cubicBezTo>
                <a:cubicBezTo>
                  <a:pt x="85626" y="4898"/>
                  <a:pt x="85524" y="4592"/>
                  <a:pt x="85408" y="4242"/>
                </a:cubicBezTo>
                <a:cubicBezTo>
                  <a:pt x="85422" y="4169"/>
                  <a:pt x="85437" y="4096"/>
                  <a:pt x="85452" y="4023"/>
                </a:cubicBezTo>
                <a:close/>
                <a:moveTo>
                  <a:pt x="109223" y="5175"/>
                </a:moveTo>
                <a:lnTo>
                  <a:pt x="109223" y="5175"/>
                </a:lnTo>
                <a:cubicBezTo>
                  <a:pt x="109208" y="5189"/>
                  <a:pt x="109208" y="5204"/>
                  <a:pt x="109208" y="5204"/>
                </a:cubicBezTo>
                <a:cubicBezTo>
                  <a:pt x="109217" y="5187"/>
                  <a:pt x="109223" y="5175"/>
                  <a:pt x="109223" y="5175"/>
                </a:cubicBezTo>
                <a:close/>
                <a:moveTo>
                  <a:pt x="95508" y="4315"/>
                </a:moveTo>
                <a:cubicBezTo>
                  <a:pt x="95610" y="4432"/>
                  <a:pt x="95712" y="4548"/>
                  <a:pt x="95800" y="4665"/>
                </a:cubicBezTo>
                <a:cubicBezTo>
                  <a:pt x="95683" y="4840"/>
                  <a:pt x="95581" y="5044"/>
                  <a:pt x="95493" y="5248"/>
                </a:cubicBezTo>
                <a:cubicBezTo>
                  <a:pt x="95435" y="5102"/>
                  <a:pt x="95362" y="4971"/>
                  <a:pt x="95289" y="4840"/>
                </a:cubicBezTo>
                <a:cubicBezTo>
                  <a:pt x="95275" y="4767"/>
                  <a:pt x="95275" y="4694"/>
                  <a:pt x="95260" y="4621"/>
                </a:cubicBezTo>
                <a:cubicBezTo>
                  <a:pt x="95333" y="4534"/>
                  <a:pt x="95421" y="4417"/>
                  <a:pt x="95508" y="4315"/>
                </a:cubicBezTo>
                <a:close/>
                <a:moveTo>
                  <a:pt x="78995" y="4111"/>
                </a:moveTo>
                <a:cubicBezTo>
                  <a:pt x="79184" y="4402"/>
                  <a:pt x="79345" y="4636"/>
                  <a:pt x="79461" y="4869"/>
                </a:cubicBezTo>
                <a:cubicBezTo>
                  <a:pt x="79418" y="4927"/>
                  <a:pt x="79388" y="4985"/>
                  <a:pt x="79345" y="5029"/>
                </a:cubicBezTo>
                <a:cubicBezTo>
                  <a:pt x="79272" y="4985"/>
                  <a:pt x="79228" y="4971"/>
                  <a:pt x="79228" y="4971"/>
                </a:cubicBezTo>
                <a:lnTo>
                  <a:pt x="79228" y="4971"/>
                </a:lnTo>
                <a:cubicBezTo>
                  <a:pt x="79257" y="5000"/>
                  <a:pt x="79286" y="5029"/>
                  <a:pt x="79316" y="5073"/>
                </a:cubicBezTo>
                <a:cubicBezTo>
                  <a:pt x="79272" y="5131"/>
                  <a:pt x="79228" y="5189"/>
                  <a:pt x="79184" y="5262"/>
                </a:cubicBezTo>
                <a:cubicBezTo>
                  <a:pt x="79068" y="4796"/>
                  <a:pt x="78951" y="4432"/>
                  <a:pt x="78878" y="4213"/>
                </a:cubicBezTo>
                <a:cubicBezTo>
                  <a:pt x="78908" y="4184"/>
                  <a:pt x="78951" y="4155"/>
                  <a:pt x="78995" y="4111"/>
                </a:cubicBezTo>
                <a:close/>
                <a:moveTo>
                  <a:pt x="83746" y="4854"/>
                </a:moveTo>
                <a:lnTo>
                  <a:pt x="83746" y="4854"/>
                </a:lnTo>
                <a:cubicBezTo>
                  <a:pt x="83834" y="4985"/>
                  <a:pt x="83892" y="5131"/>
                  <a:pt x="83950" y="5306"/>
                </a:cubicBezTo>
                <a:cubicBezTo>
                  <a:pt x="83921" y="5321"/>
                  <a:pt x="83877" y="5350"/>
                  <a:pt x="83848" y="5394"/>
                </a:cubicBezTo>
                <a:cubicBezTo>
                  <a:pt x="83805" y="5219"/>
                  <a:pt x="83775" y="5044"/>
                  <a:pt x="83746" y="4854"/>
                </a:cubicBezTo>
                <a:close/>
                <a:moveTo>
                  <a:pt x="57527" y="4854"/>
                </a:moveTo>
                <a:cubicBezTo>
                  <a:pt x="57541" y="4985"/>
                  <a:pt x="57556" y="5117"/>
                  <a:pt x="57570" y="5248"/>
                </a:cubicBezTo>
                <a:cubicBezTo>
                  <a:pt x="57556" y="5321"/>
                  <a:pt x="57541" y="5394"/>
                  <a:pt x="57527" y="5466"/>
                </a:cubicBezTo>
                <a:cubicBezTo>
                  <a:pt x="57468" y="5379"/>
                  <a:pt x="57425" y="5291"/>
                  <a:pt x="57381" y="5204"/>
                </a:cubicBezTo>
                <a:cubicBezTo>
                  <a:pt x="57425" y="5087"/>
                  <a:pt x="57483" y="4971"/>
                  <a:pt x="57527" y="4854"/>
                </a:cubicBezTo>
                <a:close/>
                <a:moveTo>
                  <a:pt x="90436" y="4927"/>
                </a:moveTo>
                <a:cubicBezTo>
                  <a:pt x="90465" y="5102"/>
                  <a:pt x="90494" y="5277"/>
                  <a:pt x="90538" y="5466"/>
                </a:cubicBezTo>
                <a:cubicBezTo>
                  <a:pt x="90480" y="5306"/>
                  <a:pt x="90407" y="5160"/>
                  <a:pt x="90319" y="5015"/>
                </a:cubicBezTo>
                <a:cubicBezTo>
                  <a:pt x="90363" y="4985"/>
                  <a:pt x="90407" y="4956"/>
                  <a:pt x="90436" y="4927"/>
                </a:cubicBezTo>
                <a:close/>
                <a:moveTo>
                  <a:pt x="97038" y="3528"/>
                </a:moveTo>
                <a:cubicBezTo>
                  <a:pt x="97213" y="3805"/>
                  <a:pt x="97344" y="4038"/>
                  <a:pt x="97446" y="4271"/>
                </a:cubicBezTo>
                <a:cubicBezTo>
                  <a:pt x="97228" y="4650"/>
                  <a:pt x="97024" y="5058"/>
                  <a:pt x="96863" y="5496"/>
                </a:cubicBezTo>
                <a:cubicBezTo>
                  <a:pt x="96820" y="5437"/>
                  <a:pt x="96776" y="5379"/>
                  <a:pt x="96747" y="5335"/>
                </a:cubicBezTo>
                <a:cubicBezTo>
                  <a:pt x="96849" y="4825"/>
                  <a:pt x="96834" y="4344"/>
                  <a:pt x="96732" y="3907"/>
                </a:cubicBezTo>
                <a:cubicBezTo>
                  <a:pt x="96820" y="3790"/>
                  <a:pt x="96922" y="3659"/>
                  <a:pt x="97038" y="3528"/>
                </a:cubicBezTo>
                <a:close/>
                <a:moveTo>
                  <a:pt x="68618" y="3091"/>
                </a:moveTo>
                <a:cubicBezTo>
                  <a:pt x="68822" y="3309"/>
                  <a:pt x="68997" y="3513"/>
                  <a:pt x="69128" y="3717"/>
                </a:cubicBezTo>
                <a:cubicBezTo>
                  <a:pt x="68836" y="4082"/>
                  <a:pt x="68312" y="4752"/>
                  <a:pt x="67875" y="5525"/>
                </a:cubicBezTo>
                <a:cubicBezTo>
                  <a:pt x="67816" y="5189"/>
                  <a:pt x="67758" y="4840"/>
                  <a:pt x="67729" y="4461"/>
                </a:cubicBezTo>
                <a:cubicBezTo>
                  <a:pt x="67904" y="4038"/>
                  <a:pt x="68181" y="3645"/>
                  <a:pt x="68618" y="3091"/>
                </a:cubicBezTo>
                <a:close/>
                <a:moveTo>
                  <a:pt x="78179" y="4942"/>
                </a:moveTo>
                <a:cubicBezTo>
                  <a:pt x="78310" y="5102"/>
                  <a:pt x="78412" y="5248"/>
                  <a:pt x="78514" y="5379"/>
                </a:cubicBezTo>
                <a:cubicBezTo>
                  <a:pt x="78529" y="5437"/>
                  <a:pt x="78543" y="5496"/>
                  <a:pt x="78558" y="5554"/>
                </a:cubicBezTo>
                <a:cubicBezTo>
                  <a:pt x="78295" y="5364"/>
                  <a:pt x="78091" y="5233"/>
                  <a:pt x="77989" y="5175"/>
                </a:cubicBezTo>
                <a:cubicBezTo>
                  <a:pt x="78048" y="5102"/>
                  <a:pt x="78106" y="5015"/>
                  <a:pt x="78179" y="4942"/>
                </a:cubicBezTo>
                <a:close/>
                <a:moveTo>
                  <a:pt x="90640" y="4548"/>
                </a:moveTo>
                <a:lnTo>
                  <a:pt x="90640" y="4548"/>
                </a:lnTo>
                <a:cubicBezTo>
                  <a:pt x="90815" y="4752"/>
                  <a:pt x="90961" y="4927"/>
                  <a:pt x="91092" y="5102"/>
                </a:cubicBezTo>
                <a:cubicBezTo>
                  <a:pt x="91077" y="5262"/>
                  <a:pt x="91048" y="5408"/>
                  <a:pt x="90990" y="5568"/>
                </a:cubicBezTo>
                <a:cubicBezTo>
                  <a:pt x="90859" y="5277"/>
                  <a:pt x="90757" y="4956"/>
                  <a:pt x="90640" y="4548"/>
                </a:cubicBezTo>
                <a:close/>
                <a:moveTo>
                  <a:pt x="37618" y="5568"/>
                </a:moveTo>
                <a:lnTo>
                  <a:pt x="37603" y="5583"/>
                </a:lnTo>
                <a:cubicBezTo>
                  <a:pt x="37618" y="5583"/>
                  <a:pt x="37618" y="5568"/>
                  <a:pt x="37618" y="5568"/>
                </a:cubicBezTo>
                <a:close/>
                <a:moveTo>
                  <a:pt x="37574" y="5598"/>
                </a:moveTo>
                <a:cubicBezTo>
                  <a:pt x="37574" y="5598"/>
                  <a:pt x="37574" y="5598"/>
                  <a:pt x="37574" y="5598"/>
                </a:cubicBezTo>
                <a:lnTo>
                  <a:pt x="37574" y="5598"/>
                </a:lnTo>
                <a:cubicBezTo>
                  <a:pt x="37574" y="5598"/>
                  <a:pt x="37574" y="5598"/>
                  <a:pt x="37574" y="5598"/>
                </a:cubicBezTo>
                <a:cubicBezTo>
                  <a:pt x="37574" y="5598"/>
                  <a:pt x="37574" y="5598"/>
                  <a:pt x="37574" y="5598"/>
                </a:cubicBezTo>
                <a:close/>
                <a:moveTo>
                  <a:pt x="69784" y="5321"/>
                </a:moveTo>
                <a:cubicBezTo>
                  <a:pt x="69798" y="5394"/>
                  <a:pt x="69813" y="5452"/>
                  <a:pt x="69828" y="5525"/>
                </a:cubicBezTo>
                <a:cubicBezTo>
                  <a:pt x="69813" y="5554"/>
                  <a:pt x="69798" y="5583"/>
                  <a:pt x="69784" y="5612"/>
                </a:cubicBezTo>
                <a:cubicBezTo>
                  <a:pt x="69784" y="5525"/>
                  <a:pt x="69784" y="5423"/>
                  <a:pt x="69784" y="5321"/>
                </a:cubicBezTo>
                <a:close/>
                <a:moveTo>
                  <a:pt x="105477" y="5146"/>
                </a:moveTo>
                <a:cubicBezTo>
                  <a:pt x="105550" y="5321"/>
                  <a:pt x="105594" y="5466"/>
                  <a:pt x="105623" y="5598"/>
                </a:cubicBezTo>
                <a:cubicBezTo>
                  <a:pt x="105594" y="5612"/>
                  <a:pt x="105550" y="5627"/>
                  <a:pt x="105506" y="5641"/>
                </a:cubicBezTo>
                <a:cubicBezTo>
                  <a:pt x="105433" y="5510"/>
                  <a:pt x="105360" y="5408"/>
                  <a:pt x="105302" y="5350"/>
                </a:cubicBezTo>
                <a:cubicBezTo>
                  <a:pt x="105360" y="5277"/>
                  <a:pt x="105404" y="5219"/>
                  <a:pt x="105477" y="5146"/>
                </a:cubicBezTo>
                <a:close/>
                <a:moveTo>
                  <a:pt x="66636" y="5029"/>
                </a:moveTo>
                <a:cubicBezTo>
                  <a:pt x="66709" y="5117"/>
                  <a:pt x="66781" y="5204"/>
                  <a:pt x="66854" y="5277"/>
                </a:cubicBezTo>
                <a:cubicBezTo>
                  <a:pt x="66811" y="5408"/>
                  <a:pt x="66781" y="5525"/>
                  <a:pt x="66752" y="5656"/>
                </a:cubicBezTo>
                <a:cubicBezTo>
                  <a:pt x="66650" y="5496"/>
                  <a:pt x="66577" y="5335"/>
                  <a:pt x="66519" y="5160"/>
                </a:cubicBezTo>
                <a:cubicBezTo>
                  <a:pt x="66548" y="5117"/>
                  <a:pt x="66592" y="5073"/>
                  <a:pt x="66636" y="5029"/>
                </a:cubicBezTo>
                <a:close/>
                <a:moveTo>
                  <a:pt x="47616" y="4694"/>
                </a:moveTo>
                <a:lnTo>
                  <a:pt x="47616" y="4694"/>
                </a:lnTo>
                <a:cubicBezTo>
                  <a:pt x="47558" y="5102"/>
                  <a:pt x="47499" y="5437"/>
                  <a:pt x="47412" y="5729"/>
                </a:cubicBezTo>
                <a:cubicBezTo>
                  <a:pt x="47339" y="5583"/>
                  <a:pt x="47281" y="5423"/>
                  <a:pt x="47251" y="5262"/>
                </a:cubicBezTo>
                <a:cubicBezTo>
                  <a:pt x="47353" y="5087"/>
                  <a:pt x="47470" y="4913"/>
                  <a:pt x="47616" y="4694"/>
                </a:cubicBezTo>
                <a:close/>
                <a:moveTo>
                  <a:pt x="65805" y="4155"/>
                </a:moveTo>
                <a:lnTo>
                  <a:pt x="65805" y="4155"/>
                </a:lnTo>
                <a:cubicBezTo>
                  <a:pt x="65790" y="4388"/>
                  <a:pt x="65790" y="4621"/>
                  <a:pt x="65834" y="4869"/>
                </a:cubicBezTo>
                <a:cubicBezTo>
                  <a:pt x="65630" y="5131"/>
                  <a:pt x="65426" y="5423"/>
                  <a:pt x="65266" y="5729"/>
                </a:cubicBezTo>
                <a:cubicBezTo>
                  <a:pt x="65368" y="4985"/>
                  <a:pt x="65455" y="4650"/>
                  <a:pt x="65805" y="4155"/>
                </a:cubicBezTo>
                <a:close/>
                <a:moveTo>
                  <a:pt x="99589" y="4752"/>
                </a:moveTo>
                <a:cubicBezTo>
                  <a:pt x="99443" y="5146"/>
                  <a:pt x="99327" y="5452"/>
                  <a:pt x="99181" y="5729"/>
                </a:cubicBezTo>
                <a:cubicBezTo>
                  <a:pt x="99166" y="5568"/>
                  <a:pt x="99152" y="5408"/>
                  <a:pt x="99166" y="5248"/>
                </a:cubicBezTo>
                <a:cubicBezTo>
                  <a:pt x="99283" y="5102"/>
                  <a:pt x="99429" y="4942"/>
                  <a:pt x="99589" y="4752"/>
                </a:cubicBezTo>
                <a:close/>
                <a:moveTo>
                  <a:pt x="86457" y="5612"/>
                </a:moveTo>
                <a:cubicBezTo>
                  <a:pt x="86472" y="5656"/>
                  <a:pt x="86486" y="5700"/>
                  <a:pt x="86501" y="5729"/>
                </a:cubicBezTo>
                <a:cubicBezTo>
                  <a:pt x="86486" y="5758"/>
                  <a:pt x="86472" y="5772"/>
                  <a:pt x="86457" y="5787"/>
                </a:cubicBezTo>
                <a:cubicBezTo>
                  <a:pt x="86457" y="5729"/>
                  <a:pt x="86457" y="5670"/>
                  <a:pt x="86457" y="5612"/>
                </a:cubicBezTo>
                <a:close/>
                <a:moveTo>
                  <a:pt x="56725" y="5204"/>
                </a:moveTo>
                <a:cubicBezTo>
                  <a:pt x="56754" y="5291"/>
                  <a:pt x="56783" y="5379"/>
                  <a:pt x="56812" y="5452"/>
                </a:cubicBezTo>
                <a:cubicBezTo>
                  <a:pt x="56754" y="5568"/>
                  <a:pt x="56696" y="5685"/>
                  <a:pt x="56638" y="5802"/>
                </a:cubicBezTo>
                <a:cubicBezTo>
                  <a:pt x="56623" y="5787"/>
                  <a:pt x="56608" y="5758"/>
                  <a:pt x="56594" y="5729"/>
                </a:cubicBezTo>
                <a:lnTo>
                  <a:pt x="56565" y="5568"/>
                </a:lnTo>
                <a:cubicBezTo>
                  <a:pt x="56608" y="5452"/>
                  <a:pt x="56667" y="5321"/>
                  <a:pt x="56725" y="5204"/>
                </a:cubicBezTo>
                <a:close/>
                <a:moveTo>
                  <a:pt x="92739" y="5496"/>
                </a:moveTo>
                <a:lnTo>
                  <a:pt x="92739" y="5496"/>
                </a:lnTo>
                <a:cubicBezTo>
                  <a:pt x="92724" y="5583"/>
                  <a:pt x="92710" y="5656"/>
                  <a:pt x="92710" y="5743"/>
                </a:cubicBezTo>
                <a:lnTo>
                  <a:pt x="92637" y="5816"/>
                </a:lnTo>
                <a:cubicBezTo>
                  <a:pt x="92666" y="5700"/>
                  <a:pt x="92695" y="5598"/>
                  <a:pt x="92739" y="5496"/>
                </a:cubicBezTo>
                <a:close/>
                <a:moveTo>
                  <a:pt x="105273" y="5379"/>
                </a:moveTo>
                <a:cubicBezTo>
                  <a:pt x="105302" y="5496"/>
                  <a:pt x="105346" y="5598"/>
                  <a:pt x="105375" y="5685"/>
                </a:cubicBezTo>
                <a:cubicBezTo>
                  <a:pt x="105244" y="5729"/>
                  <a:pt x="105113" y="5787"/>
                  <a:pt x="104982" y="5860"/>
                </a:cubicBezTo>
                <a:cubicBezTo>
                  <a:pt x="104996" y="5831"/>
                  <a:pt x="105011" y="5802"/>
                  <a:pt x="105025" y="5772"/>
                </a:cubicBezTo>
                <a:cubicBezTo>
                  <a:pt x="105084" y="5729"/>
                  <a:pt x="105142" y="5700"/>
                  <a:pt x="105215" y="5656"/>
                </a:cubicBezTo>
                <a:lnTo>
                  <a:pt x="105215" y="5656"/>
                </a:lnTo>
                <a:cubicBezTo>
                  <a:pt x="105215" y="5656"/>
                  <a:pt x="105156" y="5670"/>
                  <a:pt x="105054" y="5700"/>
                </a:cubicBezTo>
                <a:cubicBezTo>
                  <a:pt x="105127" y="5598"/>
                  <a:pt x="105186" y="5496"/>
                  <a:pt x="105273" y="5379"/>
                </a:cubicBezTo>
                <a:close/>
                <a:moveTo>
                  <a:pt x="33624" y="4709"/>
                </a:moveTo>
                <a:lnTo>
                  <a:pt x="33624" y="4709"/>
                </a:lnTo>
                <a:cubicBezTo>
                  <a:pt x="33843" y="5058"/>
                  <a:pt x="34032" y="5423"/>
                  <a:pt x="34207" y="5787"/>
                </a:cubicBezTo>
                <a:cubicBezTo>
                  <a:pt x="34193" y="5816"/>
                  <a:pt x="34178" y="5845"/>
                  <a:pt x="34163" y="5874"/>
                </a:cubicBezTo>
                <a:cubicBezTo>
                  <a:pt x="34047" y="5831"/>
                  <a:pt x="33945" y="5787"/>
                  <a:pt x="33857" y="5758"/>
                </a:cubicBezTo>
                <a:cubicBezTo>
                  <a:pt x="33785" y="5350"/>
                  <a:pt x="33697" y="5000"/>
                  <a:pt x="33624" y="4709"/>
                </a:cubicBezTo>
                <a:close/>
                <a:moveTo>
                  <a:pt x="55632" y="4854"/>
                </a:moveTo>
                <a:cubicBezTo>
                  <a:pt x="55778" y="5015"/>
                  <a:pt x="55894" y="5146"/>
                  <a:pt x="55982" y="5291"/>
                </a:cubicBezTo>
                <a:cubicBezTo>
                  <a:pt x="55880" y="5481"/>
                  <a:pt x="55792" y="5670"/>
                  <a:pt x="55705" y="5889"/>
                </a:cubicBezTo>
                <a:cubicBezTo>
                  <a:pt x="55661" y="5583"/>
                  <a:pt x="55617" y="5262"/>
                  <a:pt x="55588" y="4913"/>
                </a:cubicBezTo>
                <a:cubicBezTo>
                  <a:pt x="55603" y="4898"/>
                  <a:pt x="55617" y="4869"/>
                  <a:pt x="55632" y="4854"/>
                </a:cubicBezTo>
                <a:close/>
                <a:moveTo>
                  <a:pt x="70935" y="5670"/>
                </a:moveTo>
                <a:lnTo>
                  <a:pt x="70935" y="5685"/>
                </a:lnTo>
                <a:cubicBezTo>
                  <a:pt x="70935" y="5700"/>
                  <a:pt x="70935" y="5729"/>
                  <a:pt x="70950" y="5743"/>
                </a:cubicBezTo>
                <a:cubicBezTo>
                  <a:pt x="70906" y="5802"/>
                  <a:pt x="70862" y="5860"/>
                  <a:pt x="70819" y="5904"/>
                </a:cubicBezTo>
                <a:cubicBezTo>
                  <a:pt x="70804" y="5904"/>
                  <a:pt x="70804" y="5904"/>
                  <a:pt x="70804" y="5889"/>
                </a:cubicBezTo>
                <a:cubicBezTo>
                  <a:pt x="70848" y="5816"/>
                  <a:pt x="70877" y="5743"/>
                  <a:pt x="70935" y="5670"/>
                </a:cubicBezTo>
                <a:close/>
                <a:moveTo>
                  <a:pt x="84023" y="5525"/>
                </a:moveTo>
                <a:cubicBezTo>
                  <a:pt x="84052" y="5641"/>
                  <a:pt x="84096" y="5758"/>
                  <a:pt x="84125" y="5904"/>
                </a:cubicBezTo>
                <a:cubicBezTo>
                  <a:pt x="84052" y="5845"/>
                  <a:pt x="83979" y="5787"/>
                  <a:pt x="83921" y="5743"/>
                </a:cubicBezTo>
                <a:cubicBezTo>
                  <a:pt x="83907" y="5714"/>
                  <a:pt x="83907" y="5700"/>
                  <a:pt x="83907" y="5670"/>
                </a:cubicBezTo>
                <a:cubicBezTo>
                  <a:pt x="83936" y="5627"/>
                  <a:pt x="83979" y="5568"/>
                  <a:pt x="84023" y="5525"/>
                </a:cubicBezTo>
                <a:close/>
                <a:moveTo>
                  <a:pt x="105652" y="5743"/>
                </a:moveTo>
                <a:cubicBezTo>
                  <a:pt x="105667" y="5802"/>
                  <a:pt x="105681" y="5860"/>
                  <a:pt x="105681" y="5918"/>
                </a:cubicBezTo>
                <a:cubicBezTo>
                  <a:pt x="105652" y="5874"/>
                  <a:pt x="105623" y="5816"/>
                  <a:pt x="105594" y="5772"/>
                </a:cubicBezTo>
                <a:lnTo>
                  <a:pt x="105652" y="5743"/>
                </a:lnTo>
                <a:close/>
                <a:moveTo>
                  <a:pt x="61505" y="5248"/>
                </a:moveTo>
                <a:cubicBezTo>
                  <a:pt x="61564" y="5364"/>
                  <a:pt x="61622" y="5481"/>
                  <a:pt x="61666" y="5612"/>
                </a:cubicBezTo>
                <a:cubicBezTo>
                  <a:pt x="61578" y="5714"/>
                  <a:pt x="61491" y="5831"/>
                  <a:pt x="61374" y="5947"/>
                </a:cubicBezTo>
                <a:cubicBezTo>
                  <a:pt x="61374" y="5831"/>
                  <a:pt x="61389" y="5700"/>
                  <a:pt x="61403" y="5568"/>
                </a:cubicBezTo>
                <a:cubicBezTo>
                  <a:pt x="61433" y="5466"/>
                  <a:pt x="61462" y="5364"/>
                  <a:pt x="61505" y="5248"/>
                </a:cubicBezTo>
                <a:close/>
                <a:moveTo>
                  <a:pt x="89518" y="5758"/>
                </a:moveTo>
                <a:cubicBezTo>
                  <a:pt x="89532" y="5772"/>
                  <a:pt x="89547" y="5802"/>
                  <a:pt x="89562" y="5816"/>
                </a:cubicBezTo>
                <a:cubicBezTo>
                  <a:pt x="89503" y="5860"/>
                  <a:pt x="89430" y="5904"/>
                  <a:pt x="89372" y="5947"/>
                </a:cubicBezTo>
                <a:cubicBezTo>
                  <a:pt x="89416" y="5874"/>
                  <a:pt x="89460" y="5816"/>
                  <a:pt x="89518" y="5758"/>
                </a:cubicBezTo>
                <a:close/>
                <a:moveTo>
                  <a:pt x="94400" y="4198"/>
                </a:moveTo>
                <a:cubicBezTo>
                  <a:pt x="94459" y="4300"/>
                  <a:pt x="94532" y="4402"/>
                  <a:pt x="94590" y="4490"/>
                </a:cubicBezTo>
                <a:cubicBezTo>
                  <a:pt x="94575" y="4665"/>
                  <a:pt x="94575" y="4825"/>
                  <a:pt x="94575" y="5015"/>
                </a:cubicBezTo>
                <a:cubicBezTo>
                  <a:pt x="94357" y="5277"/>
                  <a:pt x="94138" y="5583"/>
                  <a:pt x="93963" y="5947"/>
                </a:cubicBezTo>
                <a:cubicBezTo>
                  <a:pt x="93905" y="5656"/>
                  <a:pt x="93817" y="5379"/>
                  <a:pt x="93715" y="5117"/>
                </a:cubicBezTo>
                <a:lnTo>
                  <a:pt x="93715" y="5029"/>
                </a:lnTo>
                <a:cubicBezTo>
                  <a:pt x="93934" y="4752"/>
                  <a:pt x="94153" y="4461"/>
                  <a:pt x="94400" y="4198"/>
                </a:cubicBezTo>
                <a:close/>
                <a:moveTo>
                  <a:pt x="36918" y="5496"/>
                </a:moveTo>
                <a:cubicBezTo>
                  <a:pt x="36933" y="5641"/>
                  <a:pt x="36947" y="5802"/>
                  <a:pt x="36947" y="5962"/>
                </a:cubicBezTo>
                <a:cubicBezTo>
                  <a:pt x="36947" y="5962"/>
                  <a:pt x="36947" y="5962"/>
                  <a:pt x="36933" y="5976"/>
                </a:cubicBezTo>
                <a:cubicBezTo>
                  <a:pt x="36918" y="5947"/>
                  <a:pt x="36889" y="5933"/>
                  <a:pt x="36874" y="5918"/>
                </a:cubicBezTo>
                <a:cubicBezTo>
                  <a:pt x="36889" y="5772"/>
                  <a:pt x="36903" y="5641"/>
                  <a:pt x="36918" y="5496"/>
                </a:cubicBezTo>
                <a:close/>
                <a:moveTo>
                  <a:pt x="112079" y="3295"/>
                </a:moveTo>
                <a:cubicBezTo>
                  <a:pt x="112313" y="3557"/>
                  <a:pt x="112502" y="3776"/>
                  <a:pt x="112648" y="3994"/>
                </a:cubicBezTo>
                <a:cubicBezTo>
                  <a:pt x="112313" y="4592"/>
                  <a:pt x="112021" y="5291"/>
                  <a:pt x="111875" y="5976"/>
                </a:cubicBezTo>
                <a:cubicBezTo>
                  <a:pt x="111759" y="5510"/>
                  <a:pt x="111628" y="5131"/>
                  <a:pt x="111540" y="4883"/>
                </a:cubicBezTo>
                <a:cubicBezTo>
                  <a:pt x="111467" y="4694"/>
                  <a:pt x="111424" y="4578"/>
                  <a:pt x="111424" y="4577"/>
                </a:cubicBezTo>
                <a:lnTo>
                  <a:pt x="111424" y="4577"/>
                </a:lnTo>
                <a:cubicBezTo>
                  <a:pt x="111453" y="4694"/>
                  <a:pt x="111467" y="4811"/>
                  <a:pt x="111482" y="4942"/>
                </a:cubicBezTo>
                <a:cubicBezTo>
                  <a:pt x="111424" y="5000"/>
                  <a:pt x="111351" y="5087"/>
                  <a:pt x="111249" y="5204"/>
                </a:cubicBezTo>
                <a:cubicBezTo>
                  <a:pt x="111234" y="5029"/>
                  <a:pt x="111205" y="4854"/>
                  <a:pt x="111190" y="4679"/>
                </a:cubicBezTo>
                <a:cubicBezTo>
                  <a:pt x="111365" y="4257"/>
                  <a:pt x="111642" y="3863"/>
                  <a:pt x="112079" y="3295"/>
                </a:cubicBezTo>
                <a:close/>
                <a:moveTo>
                  <a:pt x="85160" y="5743"/>
                </a:moveTo>
                <a:cubicBezTo>
                  <a:pt x="85160" y="5816"/>
                  <a:pt x="85175" y="5889"/>
                  <a:pt x="85189" y="5962"/>
                </a:cubicBezTo>
                <a:cubicBezTo>
                  <a:pt x="85160" y="5962"/>
                  <a:pt x="85145" y="5976"/>
                  <a:pt x="85131" y="5991"/>
                </a:cubicBezTo>
                <a:cubicBezTo>
                  <a:pt x="85131" y="5918"/>
                  <a:pt x="85145" y="5831"/>
                  <a:pt x="85160" y="5743"/>
                </a:cubicBezTo>
                <a:close/>
                <a:moveTo>
                  <a:pt x="89066" y="3921"/>
                </a:moveTo>
                <a:cubicBezTo>
                  <a:pt x="89372" y="4300"/>
                  <a:pt x="89576" y="4621"/>
                  <a:pt x="89722" y="4942"/>
                </a:cubicBezTo>
                <a:cubicBezTo>
                  <a:pt x="89722" y="5073"/>
                  <a:pt x="89707" y="5189"/>
                  <a:pt x="89693" y="5306"/>
                </a:cubicBezTo>
                <a:cubicBezTo>
                  <a:pt x="89620" y="5350"/>
                  <a:pt x="89562" y="5408"/>
                  <a:pt x="89489" y="5452"/>
                </a:cubicBezTo>
                <a:cubicBezTo>
                  <a:pt x="89212" y="5219"/>
                  <a:pt x="89008" y="5088"/>
                  <a:pt x="89008" y="5087"/>
                </a:cubicBezTo>
                <a:lnTo>
                  <a:pt x="89008" y="5087"/>
                </a:lnTo>
                <a:cubicBezTo>
                  <a:pt x="89139" y="5262"/>
                  <a:pt x="89256" y="5408"/>
                  <a:pt x="89372" y="5568"/>
                </a:cubicBezTo>
                <a:cubicBezTo>
                  <a:pt x="89226" y="5700"/>
                  <a:pt x="89081" y="5845"/>
                  <a:pt x="88949" y="6006"/>
                </a:cubicBezTo>
                <a:cubicBezTo>
                  <a:pt x="88906" y="5874"/>
                  <a:pt x="88862" y="5729"/>
                  <a:pt x="88818" y="5598"/>
                </a:cubicBezTo>
                <a:cubicBezTo>
                  <a:pt x="88847" y="5510"/>
                  <a:pt x="88877" y="5408"/>
                  <a:pt x="88906" y="5306"/>
                </a:cubicBezTo>
                <a:lnTo>
                  <a:pt x="88906" y="5306"/>
                </a:lnTo>
                <a:cubicBezTo>
                  <a:pt x="88906" y="5306"/>
                  <a:pt x="88862" y="5379"/>
                  <a:pt x="88789" y="5510"/>
                </a:cubicBezTo>
                <a:cubicBezTo>
                  <a:pt x="88673" y="5204"/>
                  <a:pt x="88527" y="4898"/>
                  <a:pt x="88381" y="4606"/>
                </a:cubicBezTo>
                <a:cubicBezTo>
                  <a:pt x="88556" y="4402"/>
                  <a:pt x="88789" y="4184"/>
                  <a:pt x="89066" y="3921"/>
                </a:cubicBezTo>
                <a:close/>
                <a:moveTo>
                  <a:pt x="71883" y="4723"/>
                </a:moveTo>
                <a:cubicBezTo>
                  <a:pt x="71999" y="4825"/>
                  <a:pt x="72101" y="4927"/>
                  <a:pt x="72189" y="5029"/>
                </a:cubicBezTo>
                <a:cubicBezTo>
                  <a:pt x="71999" y="5321"/>
                  <a:pt x="71824" y="5656"/>
                  <a:pt x="71722" y="6020"/>
                </a:cubicBezTo>
                <a:cubicBezTo>
                  <a:pt x="71649" y="5889"/>
                  <a:pt x="71606" y="5758"/>
                  <a:pt x="71562" y="5627"/>
                </a:cubicBezTo>
                <a:cubicBezTo>
                  <a:pt x="71708" y="5306"/>
                  <a:pt x="71810" y="5000"/>
                  <a:pt x="71883" y="4723"/>
                </a:cubicBezTo>
                <a:close/>
                <a:moveTo>
                  <a:pt x="59392" y="2887"/>
                </a:moveTo>
                <a:cubicBezTo>
                  <a:pt x="59465" y="2974"/>
                  <a:pt x="59538" y="3047"/>
                  <a:pt x="59596" y="3120"/>
                </a:cubicBezTo>
                <a:lnTo>
                  <a:pt x="59596" y="3134"/>
                </a:lnTo>
                <a:cubicBezTo>
                  <a:pt x="59465" y="3062"/>
                  <a:pt x="59392" y="3032"/>
                  <a:pt x="59392" y="3032"/>
                </a:cubicBezTo>
                <a:lnTo>
                  <a:pt x="59392" y="3032"/>
                </a:lnTo>
                <a:cubicBezTo>
                  <a:pt x="59538" y="3149"/>
                  <a:pt x="59669" y="3266"/>
                  <a:pt x="59786" y="3368"/>
                </a:cubicBezTo>
                <a:cubicBezTo>
                  <a:pt x="59844" y="3441"/>
                  <a:pt x="59902" y="3513"/>
                  <a:pt x="59946" y="3586"/>
                </a:cubicBezTo>
                <a:cubicBezTo>
                  <a:pt x="59829" y="3790"/>
                  <a:pt x="59727" y="4009"/>
                  <a:pt x="59625" y="4242"/>
                </a:cubicBezTo>
                <a:cubicBezTo>
                  <a:pt x="59567" y="4315"/>
                  <a:pt x="59494" y="4402"/>
                  <a:pt x="59436" y="4490"/>
                </a:cubicBezTo>
                <a:cubicBezTo>
                  <a:pt x="59378" y="4082"/>
                  <a:pt x="59334" y="3674"/>
                  <a:pt x="59348" y="3266"/>
                </a:cubicBezTo>
                <a:lnTo>
                  <a:pt x="59348" y="3266"/>
                </a:lnTo>
                <a:cubicBezTo>
                  <a:pt x="59348" y="3266"/>
                  <a:pt x="59115" y="4067"/>
                  <a:pt x="59071" y="5117"/>
                </a:cubicBezTo>
                <a:cubicBezTo>
                  <a:pt x="58940" y="5394"/>
                  <a:pt x="58838" y="5700"/>
                  <a:pt x="58780" y="6035"/>
                </a:cubicBezTo>
                <a:cubicBezTo>
                  <a:pt x="58693" y="5700"/>
                  <a:pt x="58634" y="5321"/>
                  <a:pt x="58576" y="4927"/>
                </a:cubicBezTo>
                <a:cubicBezTo>
                  <a:pt x="58707" y="4738"/>
                  <a:pt x="58853" y="4519"/>
                  <a:pt x="59028" y="4271"/>
                </a:cubicBezTo>
                <a:lnTo>
                  <a:pt x="59028" y="4271"/>
                </a:lnTo>
                <a:cubicBezTo>
                  <a:pt x="59028" y="4271"/>
                  <a:pt x="58824" y="4417"/>
                  <a:pt x="58532" y="4679"/>
                </a:cubicBezTo>
                <a:cubicBezTo>
                  <a:pt x="58518" y="4548"/>
                  <a:pt x="58503" y="4402"/>
                  <a:pt x="58503" y="4257"/>
                </a:cubicBezTo>
                <a:cubicBezTo>
                  <a:pt x="58678" y="3849"/>
                  <a:pt x="58940" y="3441"/>
                  <a:pt x="59392" y="2887"/>
                </a:cubicBezTo>
                <a:close/>
                <a:moveTo>
                  <a:pt x="85320" y="4665"/>
                </a:moveTo>
                <a:cubicBezTo>
                  <a:pt x="85335" y="4956"/>
                  <a:pt x="85393" y="5321"/>
                  <a:pt x="85539" y="5714"/>
                </a:cubicBezTo>
                <a:cubicBezTo>
                  <a:pt x="85495" y="5845"/>
                  <a:pt x="85466" y="5976"/>
                  <a:pt x="85437" y="6093"/>
                </a:cubicBezTo>
                <a:cubicBezTo>
                  <a:pt x="85350" y="5845"/>
                  <a:pt x="85262" y="5641"/>
                  <a:pt x="85189" y="5481"/>
                </a:cubicBezTo>
                <a:cubicBezTo>
                  <a:pt x="85218" y="5233"/>
                  <a:pt x="85262" y="4956"/>
                  <a:pt x="85320" y="4665"/>
                </a:cubicBezTo>
                <a:close/>
                <a:moveTo>
                  <a:pt x="91544" y="5802"/>
                </a:moveTo>
                <a:cubicBezTo>
                  <a:pt x="91573" y="5845"/>
                  <a:pt x="91602" y="5904"/>
                  <a:pt x="91617" y="5947"/>
                </a:cubicBezTo>
                <a:cubicBezTo>
                  <a:pt x="91573" y="5991"/>
                  <a:pt x="91515" y="6049"/>
                  <a:pt x="91442" y="6108"/>
                </a:cubicBezTo>
                <a:cubicBezTo>
                  <a:pt x="91485" y="6006"/>
                  <a:pt x="91515" y="5904"/>
                  <a:pt x="91544" y="5802"/>
                </a:cubicBezTo>
                <a:close/>
                <a:moveTo>
                  <a:pt x="33901" y="5860"/>
                </a:moveTo>
                <a:cubicBezTo>
                  <a:pt x="33974" y="5904"/>
                  <a:pt x="34032" y="5947"/>
                  <a:pt x="34105" y="5991"/>
                </a:cubicBezTo>
                <a:cubicBezTo>
                  <a:pt x="34091" y="6035"/>
                  <a:pt x="34061" y="6093"/>
                  <a:pt x="34047" y="6137"/>
                </a:cubicBezTo>
                <a:cubicBezTo>
                  <a:pt x="33989" y="6049"/>
                  <a:pt x="33945" y="5947"/>
                  <a:pt x="33901" y="5860"/>
                </a:cubicBezTo>
                <a:close/>
                <a:moveTo>
                  <a:pt x="81779" y="5204"/>
                </a:moveTo>
                <a:cubicBezTo>
                  <a:pt x="81808" y="5262"/>
                  <a:pt x="81837" y="5321"/>
                  <a:pt x="81866" y="5364"/>
                </a:cubicBezTo>
                <a:cubicBezTo>
                  <a:pt x="81866" y="5525"/>
                  <a:pt x="81866" y="5670"/>
                  <a:pt x="81866" y="5831"/>
                </a:cubicBezTo>
                <a:cubicBezTo>
                  <a:pt x="81808" y="5933"/>
                  <a:pt x="81750" y="6035"/>
                  <a:pt x="81691" y="6137"/>
                </a:cubicBezTo>
                <a:cubicBezTo>
                  <a:pt x="81648" y="6064"/>
                  <a:pt x="81604" y="6006"/>
                  <a:pt x="81560" y="5933"/>
                </a:cubicBezTo>
                <a:cubicBezTo>
                  <a:pt x="81618" y="5670"/>
                  <a:pt x="81677" y="5437"/>
                  <a:pt x="81779" y="5204"/>
                </a:cubicBezTo>
                <a:close/>
                <a:moveTo>
                  <a:pt x="106220" y="5845"/>
                </a:moveTo>
                <a:cubicBezTo>
                  <a:pt x="106177" y="5962"/>
                  <a:pt x="106147" y="6064"/>
                  <a:pt x="106104" y="6166"/>
                </a:cubicBezTo>
                <a:cubicBezTo>
                  <a:pt x="106075" y="6122"/>
                  <a:pt x="106045" y="6079"/>
                  <a:pt x="106016" y="6035"/>
                </a:cubicBezTo>
                <a:cubicBezTo>
                  <a:pt x="106089" y="5976"/>
                  <a:pt x="106147" y="5918"/>
                  <a:pt x="106220" y="5845"/>
                </a:cubicBezTo>
                <a:close/>
                <a:moveTo>
                  <a:pt x="32502" y="4592"/>
                </a:moveTo>
                <a:cubicBezTo>
                  <a:pt x="32604" y="4723"/>
                  <a:pt x="32706" y="4840"/>
                  <a:pt x="32793" y="4956"/>
                </a:cubicBezTo>
                <a:cubicBezTo>
                  <a:pt x="32589" y="5291"/>
                  <a:pt x="32400" y="5714"/>
                  <a:pt x="32312" y="6181"/>
                </a:cubicBezTo>
                <a:cubicBezTo>
                  <a:pt x="32196" y="5874"/>
                  <a:pt x="32050" y="5583"/>
                  <a:pt x="31904" y="5306"/>
                </a:cubicBezTo>
                <a:cubicBezTo>
                  <a:pt x="32050" y="5087"/>
                  <a:pt x="32254" y="4854"/>
                  <a:pt x="32502" y="4592"/>
                </a:cubicBezTo>
                <a:close/>
                <a:moveTo>
                  <a:pt x="74812" y="5641"/>
                </a:moveTo>
                <a:cubicBezTo>
                  <a:pt x="74841" y="5802"/>
                  <a:pt x="74856" y="5976"/>
                  <a:pt x="74885" y="6181"/>
                </a:cubicBezTo>
                <a:cubicBezTo>
                  <a:pt x="74870" y="6195"/>
                  <a:pt x="74870" y="6224"/>
                  <a:pt x="74856" y="6239"/>
                </a:cubicBezTo>
                <a:cubicBezTo>
                  <a:pt x="74841" y="6195"/>
                  <a:pt x="74812" y="6151"/>
                  <a:pt x="74797" y="6093"/>
                </a:cubicBezTo>
                <a:cubicBezTo>
                  <a:pt x="74797" y="5947"/>
                  <a:pt x="74797" y="5802"/>
                  <a:pt x="74812" y="5641"/>
                </a:cubicBezTo>
                <a:close/>
                <a:moveTo>
                  <a:pt x="73879" y="3659"/>
                </a:moveTo>
                <a:cubicBezTo>
                  <a:pt x="74098" y="3936"/>
                  <a:pt x="74258" y="4169"/>
                  <a:pt x="74389" y="4402"/>
                </a:cubicBezTo>
                <a:cubicBezTo>
                  <a:pt x="74010" y="4956"/>
                  <a:pt x="73646" y="5583"/>
                  <a:pt x="73427" y="6253"/>
                </a:cubicBezTo>
                <a:cubicBezTo>
                  <a:pt x="73282" y="5933"/>
                  <a:pt x="73063" y="5656"/>
                  <a:pt x="72844" y="5423"/>
                </a:cubicBezTo>
                <a:cubicBezTo>
                  <a:pt x="72830" y="5262"/>
                  <a:pt x="72830" y="5087"/>
                  <a:pt x="72830" y="4927"/>
                </a:cubicBezTo>
                <a:cubicBezTo>
                  <a:pt x="73063" y="4534"/>
                  <a:pt x="73369" y="4169"/>
                  <a:pt x="73879" y="3659"/>
                </a:cubicBezTo>
                <a:close/>
                <a:moveTo>
                  <a:pt x="109354" y="3790"/>
                </a:moveTo>
                <a:lnTo>
                  <a:pt x="109354" y="3790"/>
                </a:lnTo>
                <a:cubicBezTo>
                  <a:pt x="109252" y="4184"/>
                  <a:pt x="109237" y="4621"/>
                  <a:pt x="109310" y="5087"/>
                </a:cubicBezTo>
                <a:cubicBezTo>
                  <a:pt x="109281" y="5131"/>
                  <a:pt x="109237" y="5160"/>
                  <a:pt x="109208" y="5204"/>
                </a:cubicBezTo>
                <a:cubicBezTo>
                  <a:pt x="109204" y="5213"/>
                  <a:pt x="109199" y="5223"/>
                  <a:pt x="109194" y="5233"/>
                </a:cubicBezTo>
                <a:cubicBezTo>
                  <a:pt x="108975" y="5510"/>
                  <a:pt x="108785" y="5831"/>
                  <a:pt x="108625" y="6181"/>
                </a:cubicBezTo>
                <a:cubicBezTo>
                  <a:pt x="108581" y="6210"/>
                  <a:pt x="108523" y="6239"/>
                  <a:pt x="108465" y="6283"/>
                </a:cubicBezTo>
                <a:cubicBezTo>
                  <a:pt x="108494" y="6166"/>
                  <a:pt x="108538" y="6049"/>
                  <a:pt x="108567" y="5933"/>
                </a:cubicBezTo>
                <a:lnTo>
                  <a:pt x="108567" y="5933"/>
                </a:lnTo>
                <a:cubicBezTo>
                  <a:pt x="108567" y="5933"/>
                  <a:pt x="108509" y="6049"/>
                  <a:pt x="108392" y="6253"/>
                </a:cubicBezTo>
                <a:cubicBezTo>
                  <a:pt x="108348" y="5976"/>
                  <a:pt x="108319" y="5685"/>
                  <a:pt x="108290" y="5394"/>
                </a:cubicBezTo>
                <a:cubicBezTo>
                  <a:pt x="108334" y="5262"/>
                  <a:pt x="108392" y="5146"/>
                  <a:pt x="108450" y="5015"/>
                </a:cubicBezTo>
                <a:cubicBezTo>
                  <a:pt x="108654" y="4636"/>
                  <a:pt x="108917" y="4271"/>
                  <a:pt x="109354" y="3790"/>
                </a:cubicBezTo>
                <a:close/>
                <a:moveTo>
                  <a:pt x="36962" y="6210"/>
                </a:moveTo>
                <a:lnTo>
                  <a:pt x="36962" y="6283"/>
                </a:lnTo>
                <a:lnTo>
                  <a:pt x="36874" y="6355"/>
                </a:lnTo>
                <a:lnTo>
                  <a:pt x="36860" y="6312"/>
                </a:lnTo>
                <a:cubicBezTo>
                  <a:pt x="36889" y="6283"/>
                  <a:pt x="36918" y="6253"/>
                  <a:pt x="36962" y="6210"/>
                </a:cubicBezTo>
                <a:close/>
                <a:moveTo>
                  <a:pt x="83965" y="5947"/>
                </a:moveTo>
                <a:lnTo>
                  <a:pt x="83965" y="5947"/>
                </a:lnTo>
                <a:cubicBezTo>
                  <a:pt x="84052" y="6035"/>
                  <a:pt x="84125" y="6108"/>
                  <a:pt x="84184" y="6181"/>
                </a:cubicBezTo>
                <a:cubicBezTo>
                  <a:pt x="84154" y="6239"/>
                  <a:pt x="84111" y="6297"/>
                  <a:pt x="84067" y="6370"/>
                </a:cubicBezTo>
                <a:cubicBezTo>
                  <a:pt x="84038" y="6239"/>
                  <a:pt x="84009" y="6093"/>
                  <a:pt x="83965" y="5947"/>
                </a:cubicBezTo>
                <a:close/>
                <a:moveTo>
                  <a:pt x="105156" y="6020"/>
                </a:moveTo>
                <a:lnTo>
                  <a:pt x="105156" y="6020"/>
                </a:lnTo>
                <a:cubicBezTo>
                  <a:pt x="105127" y="6137"/>
                  <a:pt x="105098" y="6253"/>
                  <a:pt x="105054" y="6370"/>
                </a:cubicBezTo>
                <a:cubicBezTo>
                  <a:pt x="105025" y="6297"/>
                  <a:pt x="104982" y="6224"/>
                  <a:pt x="104952" y="6151"/>
                </a:cubicBezTo>
                <a:cubicBezTo>
                  <a:pt x="105011" y="6108"/>
                  <a:pt x="105084" y="6064"/>
                  <a:pt x="105156" y="6020"/>
                </a:cubicBezTo>
                <a:close/>
                <a:moveTo>
                  <a:pt x="35533" y="5481"/>
                </a:moveTo>
                <a:cubicBezTo>
                  <a:pt x="35577" y="5568"/>
                  <a:pt x="35621" y="5656"/>
                  <a:pt x="35650" y="5743"/>
                </a:cubicBezTo>
                <a:cubicBezTo>
                  <a:pt x="35635" y="5787"/>
                  <a:pt x="35533" y="6035"/>
                  <a:pt x="35475" y="6399"/>
                </a:cubicBezTo>
                <a:cubicBezTo>
                  <a:pt x="35475" y="6108"/>
                  <a:pt x="35490" y="5787"/>
                  <a:pt x="35533" y="5481"/>
                </a:cubicBezTo>
                <a:close/>
                <a:moveTo>
                  <a:pt x="88090" y="6122"/>
                </a:moveTo>
                <a:cubicBezTo>
                  <a:pt x="88090" y="6195"/>
                  <a:pt x="88104" y="6268"/>
                  <a:pt x="88119" y="6341"/>
                </a:cubicBezTo>
                <a:cubicBezTo>
                  <a:pt x="88075" y="6355"/>
                  <a:pt x="88017" y="6385"/>
                  <a:pt x="87973" y="6414"/>
                </a:cubicBezTo>
                <a:cubicBezTo>
                  <a:pt x="88002" y="6312"/>
                  <a:pt x="88046" y="6210"/>
                  <a:pt x="88090" y="6122"/>
                </a:cubicBezTo>
                <a:close/>
                <a:moveTo>
                  <a:pt x="105477" y="6020"/>
                </a:moveTo>
                <a:cubicBezTo>
                  <a:pt x="105506" y="6108"/>
                  <a:pt x="105535" y="6195"/>
                  <a:pt x="105550" y="6283"/>
                </a:cubicBezTo>
                <a:cubicBezTo>
                  <a:pt x="105506" y="6341"/>
                  <a:pt x="105448" y="6385"/>
                  <a:pt x="105390" y="6443"/>
                </a:cubicBezTo>
                <a:cubicBezTo>
                  <a:pt x="105390" y="6428"/>
                  <a:pt x="105375" y="6428"/>
                  <a:pt x="105375" y="6414"/>
                </a:cubicBezTo>
                <a:cubicBezTo>
                  <a:pt x="105404" y="6283"/>
                  <a:pt x="105433" y="6151"/>
                  <a:pt x="105477" y="6020"/>
                </a:cubicBezTo>
                <a:close/>
                <a:moveTo>
                  <a:pt x="105433" y="5874"/>
                </a:moveTo>
                <a:cubicBezTo>
                  <a:pt x="105433" y="5889"/>
                  <a:pt x="105448" y="5918"/>
                  <a:pt x="105448" y="5933"/>
                </a:cubicBezTo>
                <a:cubicBezTo>
                  <a:pt x="105404" y="6035"/>
                  <a:pt x="105346" y="6151"/>
                  <a:pt x="105273" y="6297"/>
                </a:cubicBezTo>
                <a:cubicBezTo>
                  <a:pt x="105244" y="6355"/>
                  <a:pt x="105229" y="6399"/>
                  <a:pt x="105200" y="6457"/>
                </a:cubicBezTo>
                <a:cubicBezTo>
                  <a:pt x="105200" y="6399"/>
                  <a:pt x="105215" y="6341"/>
                  <a:pt x="105215" y="6283"/>
                </a:cubicBezTo>
                <a:cubicBezTo>
                  <a:pt x="105215" y="6166"/>
                  <a:pt x="105215" y="6064"/>
                  <a:pt x="105215" y="5991"/>
                </a:cubicBezTo>
                <a:cubicBezTo>
                  <a:pt x="105288" y="5947"/>
                  <a:pt x="105360" y="5904"/>
                  <a:pt x="105433" y="5874"/>
                </a:cubicBezTo>
                <a:close/>
                <a:moveTo>
                  <a:pt x="105973" y="6283"/>
                </a:moveTo>
                <a:cubicBezTo>
                  <a:pt x="105987" y="6312"/>
                  <a:pt x="105987" y="6341"/>
                  <a:pt x="106002" y="6370"/>
                </a:cubicBezTo>
                <a:cubicBezTo>
                  <a:pt x="105987" y="6399"/>
                  <a:pt x="105973" y="6428"/>
                  <a:pt x="105958" y="6457"/>
                </a:cubicBezTo>
                <a:cubicBezTo>
                  <a:pt x="105973" y="6399"/>
                  <a:pt x="105973" y="6341"/>
                  <a:pt x="105973" y="6283"/>
                </a:cubicBezTo>
                <a:close/>
                <a:moveTo>
                  <a:pt x="77989" y="5189"/>
                </a:moveTo>
                <a:cubicBezTo>
                  <a:pt x="78252" y="5452"/>
                  <a:pt x="78456" y="5656"/>
                  <a:pt x="78616" y="5831"/>
                </a:cubicBezTo>
                <a:cubicBezTo>
                  <a:pt x="78631" y="6049"/>
                  <a:pt x="78572" y="6268"/>
                  <a:pt x="78485" y="6472"/>
                </a:cubicBezTo>
                <a:cubicBezTo>
                  <a:pt x="78383" y="6181"/>
                  <a:pt x="78237" y="5918"/>
                  <a:pt x="78062" y="5685"/>
                </a:cubicBezTo>
                <a:cubicBezTo>
                  <a:pt x="78018" y="5539"/>
                  <a:pt x="77975" y="5408"/>
                  <a:pt x="77916" y="5291"/>
                </a:cubicBezTo>
                <a:cubicBezTo>
                  <a:pt x="77946" y="5262"/>
                  <a:pt x="77960" y="5233"/>
                  <a:pt x="77989" y="5189"/>
                </a:cubicBezTo>
                <a:close/>
                <a:moveTo>
                  <a:pt x="45663" y="5787"/>
                </a:moveTo>
                <a:cubicBezTo>
                  <a:pt x="45736" y="5933"/>
                  <a:pt x="45809" y="6108"/>
                  <a:pt x="45881" y="6297"/>
                </a:cubicBezTo>
                <a:cubicBezTo>
                  <a:pt x="45867" y="6355"/>
                  <a:pt x="45852" y="6414"/>
                  <a:pt x="45838" y="6487"/>
                </a:cubicBezTo>
                <a:cubicBezTo>
                  <a:pt x="45779" y="6253"/>
                  <a:pt x="45721" y="6020"/>
                  <a:pt x="45663" y="5787"/>
                </a:cubicBezTo>
                <a:close/>
                <a:moveTo>
                  <a:pt x="79636" y="5816"/>
                </a:moveTo>
                <a:cubicBezTo>
                  <a:pt x="79651" y="6049"/>
                  <a:pt x="79651" y="6283"/>
                  <a:pt x="79651" y="6516"/>
                </a:cubicBezTo>
                <a:cubicBezTo>
                  <a:pt x="79607" y="6399"/>
                  <a:pt x="79549" y="6283"/>
                  <a:pt x="79505" y="6166"/>
                </a:cubicBezTo>
                <a:cubicBezTo>
                  <a:pt x="79534" y="6049"/>
                  <a:pt x="79578" y="5933"/>
                  <a:pt x="79636" y="5816"/>
                </a:cubicBezTo>
                <a:close/>
                <a:moveTo>
                  <a:pt x="85189" y="6006"/>
                </a:moveTo>
                <a:cubicBezTo>
                  <a:pt x="85204" y="6181"/>
                  <a:pt x="85218" y="6355"/>
                  <a:pt x="85218" y="6530"/>
                </a:cubicBezTo>
                <a:cubicBezTo>
                  <a:pt x="85175" y="6472"/>
                  <a:pt x="85145" y="6414"/>
                  <a:pt x="85102" y="6355"/>
                </a:cubicBezTo>
                <a:cubicBezTo>
                  <a:pt x="85102" y="6268"/>
                  <a:pt x="85116" y="6166"/>
                  <a:pt x="85116" y="6049"/>
                </a:cubicBezTo>
                <a:cubicBezTo>
                  <a:pt x="85145" y="6035"/>
                  <a:pt x="85160" y="6020"/>
                  <a:pt x="85189" y="6006"/>
                </a:cubicBezTo>
                <a:close/>
                <a:moveTo>
                  <a:pt x="109631" y="6122"/>
                </a:moveTo>
                <a:cubicBezTo>
                  <a:pt x="109675" y="6224"/>
                  <a:pt x="109733" y="6341"/>
                  <a:pt x="109791" y="6443"/>
                </a:cubicBezTo>
                <a:cubicBezTo>
                  <a:pt x="109777" y="6472"/>
                  <a:pt x="109762" y="6516"/>
                  <a:pt x="109747" y="6545"/>
                </a:cubicBezTo>
                <a:cubicBezTo>
                  <a:pt x="109733" y="6516"/>
                  <a:pt x="109718" y="6487"/>
                  <a:pt x="109704" y="6457"/>
                </a:cubicBezTo>
                <a:cubicBezTo>
                  <a:pt x="109718" y="6443"/>
                  <a:pt x="109733" y="6428"/>
                  <a:pt x="109747" y="6414"/>
                </a:cubicBezTo>
                <a:lnTo>
                  <a:pt x="109747" y="6414"/>
                </a:lnTo>
                <a:cubicBezTo>
                  <a:pt x="109747" y="6414"/>
                  <a:pt x="109718" y="6414"/>
                  <a:pt x="109689" y="6443"/>
                </a:cubicBezTo>
                <a:cubicBezTo>
                  <a:pt x="109631" y="6355"/>
                  <a:pt x="109587" y="6283"/>
                  <a:pt x="109543" y="6224"/>
                </a:cubicBezTo>
                <a:cubicBezTo>
                  <a:pt x="109558" y="6195"/>
                  <a:pt x="109602" y="6166"/>
                  <a:pt x="109631" y="6122"/>
                </a:cubicBezTo>
                <a:close/>
                <a:moveTo>
                  <a:pt x="87915" y="5233"/>
                </a:moveTo>
                <a:cubicBezTo>
                  <a:pt x="87988" y="5539"/>
                  <a:pt x="88031" y="5831"/>
                  <a:pt x="88075" y="6093"/>
                </a:cubicBezTo>
                <a:cubicBezTo>
                  <a:pt x="88031" y="6166"/>
                  <a:pt x="87944" y="6297"/>
                  <a:pt x="87827" y="6501"/>
                </a:cubicBezTo>
                <a:cubicBezTo>
                  <a:pt x="87798" y="6516"/>
                  <a:pt x="87754" y="6530"/>
                  <a:pt x="87725" y="6559"/>
                </a:cubicBezTo>
                <a:cubicBezTo>
                  <a:pt x="87681" y="6399"/>
                  <a:pt x="87623" y="6239"/>
                  <a:pt x="87550" y="6079"/>
                </a:cubicBezTo>
                <a:cubicBezTo>
                  <a:pt x="87565" y="6006"/>
                  <a:pt x="87579" y="5947"/>
                  <a:pt x="87594" y="5874"/>
                </a:cubicBezTo>
                <a:cubicBezTo>
                  <a:pt x="87696" y="5641"/>
                  <a:pt x="87798" y="5423"/>
                  <a:pt x="87915" y="5233"/>
                </a:cubicBezTo>
                <a:close/>
                <a:moveTo>
                  <a:pt x="104813" y="6257"/>
                </a:moveTo>
                <a:lnTo>
                  <a:pt x="104813" y="6257"/>
                </a:lnTo>
                <a:cubicBezTo>
                  <a:pt x="104840" y="6336"/>
                  <a:pt x="104866" y="6405"/>
                  <a:pt x="104879" y="6487"/>
                </a:cubicBezTo>
                <a:cubicBezTo>
                  <a:pt x="104850" y="6501"/>
                  <a:pt x="104807" y="6530"/>
                  <a:pt x="104763" y="6574"/>
                </a:cubicBezTo>
                <a:cubicBezTo>
                  <a:pt x="104763" y="6516"/>
                  <a:pt x="104748" y="6472"/>
                  <a:pt x="104748" y="6414"/>
                </a:cubicBezTo>
                <a:cubicBezTo>
                  <a:pt x="104774" y="6361"/>
                  <a:pt x="104789" y="6309"/>
                  <a:pt x="104813" y="6257"/>
                </a:cubicBezTo>
                <a:close/>
                <a:moveTo>
                  <a:pt x="71023" y="6501"/>
                </a:moveTo>
                <a:cubicBezTo>
                  <a:pt x="71037" y="6530"/>
                  <a:pt x="71052" y="6559"/>
                  <a:pt x="71066" y="6589"/>
                </a:cubicBezTo>
                <a:lnTo>
                  <a:pt x="70950" y="6589"/>
                </a:lnTo>
                <a:cubicBezTo>
                  <a:pt x="70964" y="6559"/>
                  <a:pt x="70994" y="6530"/>
                  <a:pt x="71023" y="6501"/>
                </a:cubicBezTo>
                <a:close/>
                <a:moveTo>
                  <a:pt x="69172" y="3761"/>
                </a:moveTo>
                <a:lnTo>
                  <a:pt x="69172" y="3776"/>
                </a:lnTo>
                <a:lnTo>
                  <a:pt x="69172" y="3790"/>
                </a:lnTo>
                <a:cubicBezTo>
                  <a:pt x="68778" y="4534"/>
                  <a:pt x="68414" y="5423"/>
                  <a:pt x="68341" y="6283"/>
                </a:cubicBezTo>
                <a:cubicBezTo>
                  <a:pt x="68283" y="6399"/>
                  <a:pt x="68210" y="6501"/>
                  <a:pt x="68151" y="6603"/>
                </a:cubicBezTo>
                <a:lnTo>
                  <a:pt x="68093" y="6603"/>
                </a:lnTo>
                <a:cubicBezTo>
                  <a:pt x="68064" y="6501"/>
                  <a:pt x="68049" y="6399"/>
                  <a:pt x="68020" y="6297"/>
                </a:cubicBezTo>
                <a:cubicBezTo>
                  <a:pt x="68268" y="5568"/>
                  <a:pt x="68647" y="4636"/>
                  <a:pt x="69172" y="3761"/>
                </a:cubicBezTo>
                <a:close/>
                <a:moveTo>
                  <a:pt x="72874" y="5889"/>
                </a:moveTo>
                <a:cubicBezTo>
                  <a:pt x="72976" y="6093"/>
                  <a:pt x="73049" y="6312"/>
                  <a:pt x="73136" y="6603"/>
                </a:cubicBezTo>
                <a:lnTo>
                  <a:pt x="72932" y="6603"/>
                </a:lnTo>
                <a:cubicBezTo>
                  <a:pt x="72903" y="6370"/>
                  <a:pt x="72888" y="6137"/>
                  <a:pt x="72874" y="5889"/>
                </a:cubicBezTo>
                <a:close/>
                <a:moveTo>
                  <a:pt x="66111" y="5802"/>
                </a:moveTo>
                <a:cubicBezTo>
                  <a:pt x="66213" y="6049"/>
                  <a:pt x="66359" y="6312"/>
                  <a:pt x="66534" y="6574"/>
                </a:cubicBezTo>
                <a:cubicBezTo>
                  <a:pt x="66534" y="6589"/>
                  <a:pt x="66519" y="6603"/>
                  <a:pt x="66519" y="6618"/>
                </a:cubicBezTo>
                <a:lnTo>
                  <a:pt x="66169" y="6618"/>
                </a:lnTo>
                <a:cubicBezTo>
                  <a:pt x="66140" y="6399"/>
                  <a:pt x="66096" y="6137"/>
                  <a:pt x="66082" y="5874"/>
                </a:cubicBezTo>
                <a:cubicBezTo>
                  <a:pt x="66082" y="5860"/>
                  <a:pt x="66096" y="5831"/>
                  <a:pt x="66111" y="5802"/>
                </a:cubicBezTo>
                <a:close/>
                <a:moveTo>
                  <a:pt x="108581" y="6283"/>
                </a:moveTo>
                <a:lnTo>
                  <a:pt x="108581" y="6283"/>
                </a:lnTo>
                <a:cubicBezTo>
                  <a:pt x="108538" y="6385"/>
                  <a:pt x="108494" y="6501"/>
                  <a:pt x="108465" y="6618"/>
                </a:cubicBezTo>
                <a:cubicBezTo>
                  <a:pt x="108450" y="6559"/>
                  <a:pt x="108436" y="6501"/>
                  <a:pt x="108436" y="6443"/>
                </a:cubicBezTo>
                <a:cubicBezTo>
                  <a:pt x="108479" y="6399"/>
                  <a:pt x="108523" y="6341"/>
                  <a:pt x="108581" y="6283"/>
                </a:cubicBezTo>
                <a:close/>
                <a:moveTo>
                  <a:pt x="98700" y="5918"/>
                </a:moveTo>
                <a:cubicBezTo>
                  <a:pt x="98729" y="6064"/>
                  <a:pt x="98744" y="6210"/>
                  <a:pt x="98787" y="6355"/>
                </a:cubicBezTo>
                <a:cubicBezTo>
                  <a:pt x="98714" y="6443"/>
                  <a:pt x="98642" y="6545"/>
                  <a:pt x="98554" y="6632"/>
                </a:cubicBezTo>
                <a:cubicBezTo>
                  <a:pt x="98540" y="6530"/>
                  <a:pt x="98525" y="6428"/>
                  <a:pt x="98525" y="6297"/>
                </a:cubicBezTo>
                <a:cubicBezTo>
                  <a:pt x="98540" y="6253"/>
                  <a:pt x="98554" y="6195"/>
                  <a:pt x="98583" y="6151"/>
                </a:cubicBezTo>
                <a:cubicBezTo>
                  <a:pt x="98612" y="6079"/>
                  <a:pt x="98656" y="5991"/>
                  <a:pt x="98700" y="5918"/>
                </a:cubicBezTo>
                <a:close/>
                <a:moveTo>
                  <a:pt x="111482" y="4971"/>
                </a:moveTo>
                <a:cubicBezTo>
                  <a:pt x="111569" y="5496"/>
                  <a:pt x="111613" y="6035"/>
                  <a:pt x="111613" y="6559"/>
                </a:cubicBezTo>
                <a:cubicBezTo>
                  <a:pt x="111613" y="6574"/>
                  <a:pt x="111598" y="6589"/>
                  <a:pt x="111584" y="6603"/>
                </a:cubicBezTo>
                <a:cubicBezTo>
                  <a:pt x="111569" y="6618"/>
                  <a:pt x="111540" y="6647"/>
                  <a:pt x="111526" y="6676"/>
                </a:cubicBezTo>
                <a:cubicBezTo>
                  <a:pt x="111482" y="6457"/>
                  <a:pt x="111424" y="6210"/>
                  <a:pt x="111365" y="5947"/>
                </a:cubicBezTo>
                <a:cubicBezTo>
                  <a:pt x="111438" y="5860"/>
                  <a:pt x="111496" y="5772"/>
                  <a:pt x="111569" y="5670"/>
                </a:cubicBezTo>
                <a:lnTo>
                  <a:pt x="111569" y="5670"/>
                </a:lnTo>
                <a:cubicBezTo>
                  <a:pt x="111569" y="5671"/>
                  <a:pt x="111482" y="5758"/>
                  <a:pt x="111351" y="5889"/>
                </a:cubicBezTo>
                <a:cubicBezTo>
                  <a:pt x="111321" y="5714"/>
                  <a:pt x="111292" y="5539"/>
                  <a:pt x="111263" y="5350"/>
                </a:cubicBezTo>
                <a:cubicBezTo>
                  <a:pt x="111336" y="5219"/>
                  <a:pt x="111409" y="5102"/>
                  <a:pt x="111482" y="4971"/>
                </a:cubicBezTo>
                <a:close/>
                <a:moveTo>
                  <a:pt x="101178" y="3980"/>
                </a:moveTo>
                <a:cubicBezTo>
                  <a:pt x="101338" y="4257"/>
                  <a:pt x="101454" y="4504"/>
                  <a:pt x="101556" y="4738"/>
                </a:cubicBezTo>
                <a:cubicBezTo>
                  <a:pt x="101440" y="4913"/>
                  <a:pt x="101338" y="5117"/>
                  <a:pt x="101221" y="5321"/>
                </a:cubicBezTo>
                <a:cubicBezTo>
                  <a:pt x="101032" y="4913"/>
                  <a:pt x="100770" y="4665"/>
                  <a:pt x="100769" y="4665"/>
                </a:cubicBezTo>
                <a:lnTo>
                  <a:pt x="100769" y="4665"/>
                </a:lnTo>
                <a:cubicBezTo>
                  <a:pt x="100944" y="5044"/>
                  <a:pt x="101061" y="5306"/>
                  <a:pt x="101119" y="5539"/>
                </a:cubicBezTo>
                <a:cubicBezTo>
                  <a:pt x="100988" y="5772"/>
                  <a:pt x="100886" y="6035"/>
                  <a:pt x="100799" y="6297"/>
                </a:cubicBezTo>
                <a:cubicBezTo>
                  <a:pt x="100770" y="6268"/>
                  <a:pt x="100769" y="6254"/>
                  <a:pt x="100769" y="6253"/>
                </a:cubicBezTo>
                <a:lnTo>
                  <a:pt x="100769" y="6253"/>
                </a:lnTo>
                <a:cubicBezTo>
                  <a:pt x="100769" y="6283"/>
                  <a:pt x="100784" y="6297"/>
                  <a:pt x="100784" y="6312"/>
                </a:cubicBezTo>
                <a:cubicBezTo>
                  <a:pt x="100740" y="6428"/>
                  <a:pt x="100697" y="6559"/>
                  <a:pt x="100667" y="6691"/>
                </a:cubicBezTo>
                <a:cubicBezTo>
                  <a:pt x="100667" y="6691"/>
                  <a:pt x="100667" y="6676"/>
                  <a:pt x="100667" y="6676"/>
                </a:cubicBezTo>
                <a:cubicBezTo>
                  <a:pt x="100740" y="6152"/>
                  <a:pt x="100711" y="5729"/>
                  <a:pt x="100711" y="5729"/>
                </a:cubicBezTo>
                <a:lnTo>
                  <a:pt x="100711" y="5729"/>
                </a:lnTo>
                <a:cubicBezTo>
                  <a:pt x="100667" y="5933"/>
                  <a:pt x="100609" y="6137"/>
                  <a:pt x="100551" y="6341"/>
                </a:cubicBezTo>
                <a:cubicBezTo>
                  <a:pt x="100478" y="6166"/>
                  <a:pt x="100376" y="6006"/>
                  <a:pt x="100288" y="5874"/>
                </a:cubicBezTo>
                <a:cubicBezTo>
                  <a:pt x="100420" y="5802"/>
                  <a:pt x="100551" y="5714"/>
                  <a:pt x="100711" y="5612"/>
                </a:cubicBezTo>
                <a:lnTo>
                  <a:pt x="100711" y="5612"/>
                </a:lnTo>
                <a:cubicBezTo>
                  <a:pt x="100711" y="5612"/>
                  <a:pt x="100522" y="5656"/>
                  <a:pt x="100259" y="5772"/>
                </a:cubicBezTo>
                <a:cubicBezTo>
                  <a:pt x="100259" y="5598"/>
                  <a:pt x="100274" y="5408"/>
                  <a:pt x="100274" y="5219"/>
                </a:cubicBezTo>
                <a:cubicBezTo>
                  <a:pt x="100478" y="4825"/>
                  <a:pt x="100740" y="4475"/>
                  <a:pt x="101178" y="3980"/>
                </a:cubicBezTo>
                <a:close/>
                <a:moveTo>
                  <a:pt x="61870" y="6181"/>
                </a:moveTo>
                <a:lnTo>
                  <a:pt x="61870" y="6195"/>
                </a:lnTo>
                <a:cubicBezTo>
                  <a:pt x="61826" y="6355"/>
                  <a:pt x="61797" y="6530"/>
                  <a:pt x="61768" y="6691"/>
                </a:cubicBezTo>
                <a:cubicBezTo>
                  <a:pt x="61651" y="6691"/>
                  <a:pt x="61549" y="6691"/>
                  <a:pt x="61433" y="6705"/>
                </a:cubicBezTo>
                <a:cubicBezTo>
                  <a:pt x="61607" y="6530"/>
                  <a:pt x="61753" y="6355"/>
                  <a:pt x="61870" y="6181"/>
                </a:cubicBezTo>
                <a:close/>
                <a:moveTo>
                  <a:pt x="37705" y="6006"/>
                </a:moveTo>
                <a:cubicBezTo>
                  <a:pt x="37720" y="6239"/>
                  <a:pt x="37720" y="6487"/>
                  <a:pt x="37720" y="6720"/>
                </a:cubicBezTo>
                <a:cubicBezTo>
                  <a:pt x="37603" y="6589"/>
                  <a:pt x="37486" y="6457"/>
                  <a:pt x="37370" y="6355"/>
                </a:cubicBezTo>
                <a:cubicBezTo>
                  <a:pt x="37355" y="6326"/>
                  <a:pt x="37355" y="6297"/>
                  <a:pt x="37341" y="6268"/>
                </a:cubicBezTo>
                <a:cubicBezTo>
                  <a:pt x="37443" y="6195"/>
                  <a:pt x="37559" y="6093"/>
                  <a:pt x="37705" y="6006"/>
                </a:cubicBezTo>
                <a:close/>
                <a:moveTo>
                  <a:pt x="91646" y="5991"/>
                </a:moveTo>
                <a:cubicBezTo>
                  <a:pt x="91646" y="6006"/>
                  <a:pt x="91660" y="6035"/>
                  <a:pt x="91660" y="6049"/>
                </a:cubicBezTo>
                <a:cubicBezTo>
                  <a:pt x="91719" y="6224"/>
                  <a:pt x="91762" y="6399"/>
                  <a:pt x="91806" y="6559"/>
                </a:cubicBezTo>
                <a:cubicBezTo>
                  <a:pt x="91806" y="6618"/>
                  <a:pt x="91806" y="6676"/>
                  <a:pt x="91806" y="6720"/>
                </a:cubicBezTo>
                <a:cubicBezTo>
                  <a:pt x="91660" y="6574"/>
                  <a:pt x="91529" y="6414"/>
                  <a:pt x="91413" y="6268"/>
                </a:cubicBezTo>
                <a:cubicBezTo>
                  <a:pt x="91485" y="6181"/>
                  <a:pt x="91558" y="6079"/>
                  <a:pt x="91646" y="5991"/>
                </a:cubicBezTo>
                <a:close/>
                <a:moveTo>
                  <a:pt x="105594" y="6487"/>
                </a:moveTo>
                <a:cubicBezTo>
                  <a:pt x="105608" y="6516"/>
                  <a:pt x="105608" y="6545"/>
                  <a:pt x="105623" y="6574"/>
                </a:cubicBezTo>
                <a:cubicBezTo>
                  <a:pt x="105608" y="6618"/>
                  <a:pt x="105608" y="6676"/>
                  <a:pt x="105594" y="6720"/>
                </a:cubicBezTo>
                <a:cubicBezTo>
                  <a:pt x="105565" y="6676"/>
                  <a:pt x="105535" y="6632"/>
                  <a:pt x="105506" y="6589"/>
                </a:cubicBezTo>
                <a:cubicBezTo>
                  <a:pt x="105535" y="6559"/>
                  <a:pt x="105565" y="6516"/>
                  <a:pt x="105594" y="6487"/>
                </a:cubicBezTo>
                <a:close/>
                <a:moveTo>
                  <a:pt x="60310" y="4257"/>
                </a:moveTo>
                <a:cubicBezTo>
                  <a:pt x="60427" y="4548"/>
                  <a:pt x="60500" y="4883"/>
                  <a:pt x="60587" y="5321"/>
                </a:cubicBezTo>
                <a:cubicBezTo>
                  <a:pt x="60412" y="5787"/>
                  <a:pt x="60281" y="6268"/>
                  <a:pt x="60208" y="6734"/>
                </a:cubicBezTo>
                <a:lnTo>
                  <a:pt x="60033" y="6734"/>
                </a:lnTo>
                <a:cubicBezTo>
                  <a:pt x="60004" y="6661"/>
                  <a:pt x="59975" y="6589"/>
                  <a:pt x="59946" y="6516"/>
                </a:cubicBezTo>
                <a:cubicBezTo>
                  <a:pt x="59990" y="6093"/>
                  <a:pt x="60077" y="5233"/>
                  <a:pt x="60310" y="4257"/>
                </a:cubicBezTo>
                <a:close/>
                <a:moveTo>
                  <a:pt x="82347" y="6516"/>
                </a:moveTo>
                <a:cubicBezTo>
                  <a:pt x="82376" y="6589"/>
                  <a:pt x="82391" y="6661"/>
                  <a:pt x="82420" y="6734"/>
                </a:cubicBezTo>
                <a:lnTo>
                  <a:pt x="82376" y="6734"/>
                </a:lnTo>
                <a:cubicBezTo>
                  <a:pt x="82362" y="6661"/>
                  <a:pt x="82362" y="6589"/>
                  <a:pt x="82347" y="6516"/>
                </a:cubicBezTo>
                <a:close/>
                <a:moveTo>
                  <a:pt x="109485" y="6283"/>
                </a:moveTo>
                <a:cubicBezTo>
                  <a:pt x="109529" y="6355"/>
                  <a:pt x="109558" y="6428"/>
                  <a:pt x="109573" y="6501"/>
                </a:cubicBezTo>
                <a:cubicBezTo>
                  <a:pt x="109485" y="6559"/>
                  <a:pt x="109354" y="6647"/>
                  <a:pt x="109208" y="6749"/>
                </a:cubicBezTo>
                <a:cubicBezTo>
                  <a:pt x="109223" y="6691"/>
                  <a:pt x="109252" y="6647"/>
                  <a:pt x="109266" y="6589"/>
                </a:cubicBezTo>
                <a:cubicBezTo>
                  <a:pt x="109325" y="6487"/>
                  <a:pt x="109412" y="6385"/>
                  <a:pt x="109485" y="6283"/>
                </a:cubicBezTo>
                <a:close/>
                <a:moveTo>
                  <a:pt x="89562" y="6093"/>
                </a:moveTo>
                <a:lnTo>
                  <a:pt x="89562" y="6093"/>
                </a:lnTo>
                <a:cubicBezTo>
                  <a:pt x="89532" y="6268"/>
                  <a:pt x="89489" y="6428"/>
                  <a:pt x="89460" y="6574"/>
                </a:cubicBezTo>
                <a:cubicBezTo>
                  <a:pt x="89372" y="6618"/>
                  <a:pt x="89241" y="6676"/>
                  <a:pt x="89081" y="6764"/>
                </a:cubicBezTo>
                <a:cubicBezTo>
                  <a:pt x="89081" y="6705"/>
                  <a:pt x="89081" y="6647"/>
                  <a:pt x="89066" y="6589"/>
                </a:cubicBezTo>
                <a:cubicBezTo>
                  <a:pt x="89212" y="6443"/>
                  <a:pt x="89372" y="6283"/>
                  <a:pt x="89562" y="6093"/>
                </a:cubicBezTo>
                <a:close/>
                <a:moveTo>
                  <a:pt x="57075" y="6006"/>
                </a:moveTo>
                <a:cubicBezTo>
                  <a:pt x="57118" y="6093"/>
                  <a:pt x="57177" y="6195"/>
                  <a:pt x="57250" y="6297"/>
                </a:cubicBezTo>
                <a:cubicBezTo>
                  <a:pt x="57148" y="6457"/>
                  <a:pt x="57031" y="6603"/>
                  <a:pt x="56871" y="6778"/>
                </a:cubicBezTo>
                <a:cubicBezTo>
                  <a:pt x="56856" y="6749"/>
                  <a:pt x="56856" y="6720"/>
                  <a:pt x="56842" y="6691"/>
                </a:cubicBezTo>
                <a:cubicBezTo>
                  <a:pt x="56900" y="6487"/>
                  <a:pt x="56987" y="6253"/>
                  <a:pt x="57075" y="6006"/>
                </a:cubicBezTo>
                <a:close/>
                <a:moveTo>
                  <a:pt x="84519" y="6618"/>
                </a:moveTo>
                <a:cubicBezTo>
                  <a:pt x="84562" y="6676"/>
                  <a:pt x="84606" y="6734"/>
                  <a:pt x="84635" y="6807"/>
                </a:cubicBezTo>
                <a:cubicBezTo>
                  <a:pt x="84593" y="6807"/>
                  <a:pt x="84536" y="6807"/>
                  <a:pt x="84492" y="6794"/>
                </a:cubicBezTo>
                <a:lnTo>
                  <a:pt x="84492" y="6794"/>
                </a:lnTo>
                <a:cubicBezTo>
                  <a:pt x="84506" y="6727"/>
                  <a:pt x="84519" y="6672"/>
                  <a:pt x="84519" y="6618"/>
                </a:cubicBezTo>
                <a:close/>
                <a:moveTo>
                  <a:pt x="84971" y="6559"/>
                </a:moveTo>
                <a:cubicBezTo>
                  <a:pt x="85000" y="6632"/>
                  <a:pt x="85029" y="6705"/>
                  <a:pt x="85058" y="6764"/>
                </a:cubicBezTo>
                <a:lnTo>
                  <a:pt x="85000" y="6822"/>
                </a:lnTo>
                <a:cubicBezTo>
                  <a:pt x="84941" y="6734"/>
                  <a:pt x="84883" y="6647"/>
                  <a:pt x="84825" y="6574"/>
                </a:cubicBezTo>
                <a:lnTo>
                  <a:pt x="84971" y="6559"/>
                </a:lnTo>
                <a:close/>
                <a:moveTo>
                  <a:pt x="37778" y="6020"/>
                </a:moveTo>
                <a:lnTo>
                  <a:pt x="37778" y="6020"/>
                </a:lnTo>
                <a:cubicBezTo>
                  <a:pt x="37924" y="6370"/>
                  <a:pt x="38011" y="6632"/>
                  <a:pt x="38040" y="6895"/>
                </a:cubicBezTo>
                <a:cubicBezTo>
                  <a:pt x="38026" y="6909"/>
                  <a:pt x="38026" y="6924"/>
                  <a:pt x="38011" y="6938"/>
                </a:cubicBezTo>
                <a:cubicBezTo>
                  <a:pt x="37938" y="6559"/>
                  <a:pt x="37851" y="6239"/>
                  <a:pt x="37778" y="6020"/>
                </a:cubicBezTo>
                <a:close/>
                <a:moveTo>
                  <a:pt x="46873" y="6006"/>
                </a:moveTo>
                <a:cubicBezTo>
                  <a:pt x="46945" y="6151"/>
                  <a:pt x="47018" y="6283"/>
                  <a:pt x="47106" y="6428"/>
                </a:cubicBezTo>
                <a:cubicBezTo>
                  <a:pt x="47004" y="6589"/>
                  <a:pt x="46887" y="6764"/>
                  <a:pt x="46756" y="6938"/>
                </a:cubicBezTo>
                <a:cubicBezTo>
                  <a:pt x="46741" y="6895"/>
                  <a:pt x="46727" y="6836"/>
                  <a:pt x="46727" y="6778"/>
                </a:cubicBezTo>
                <a:cubicBezTo>
                  <a:pt x="46741" y="6618"/>
                  <a:pt x="46770" y="6443"/>
                  <a:pt x="46800" y="6253"/>
                </a:cubicBezTo>
                <a:cubicBezTo>
                  <a:pt x="46814" y="6181"/>
                  <a:pt x="46843" y="6093"/>
                  <a:pt x="46873" y="6006"/>
                </a:cubicBezTo>
                <a:close/>
                <a:moveTo>
                  <a:pt x="53970" y="6297"/>
                </a:moveTo>
                <a:cubicBezTo>
                  <a:pt x="54043" y="6501"/>
                  <a:pt x="54131" y="6705"/>
                  <a:pt x="54262" y="6924"/>
                </a:cubicBezTo>
                <a:cubicBezTo>
                  <a:pt x="54102" y="6924"/>
                  <a:pt x="53927" y="6938"/>
                  <a:pt x="53766" y="6938"/>
                </a:cubicBezTo>
                <a:cubicBezTo>
                  <a:pt x="53810" y="6691"/>
                  <a:pt x="53868" y="6501"/>
                  <a:pt x="53970" y="6297"/>
                </a:cubicBezTo>
                <a:close/>
                <a:moveTo>
                  <a:pt x="88119" y="6399"/>
                </a:moveTo>
                <a:cubicBezTo>
                  <a:pt x="88148" y="6589"/>
                  <a:pt x="88162" y="6734"/>
                  <a:pt x="88177" y="6880"/>
                </a:cubicBezTo>
                <a:cubicBezTo>
                  <a:pt x="88177" y="6895"/>
                  <a:pt x="88177" y="6924"/>
                  <a:pt x="88162" y="6938"/>
                </a:cubicBezTo>
                <a:cubicBezTo>
                  <a:pt x="88060" y="6938"/>
                  <a:pt x="87944" y="6924"/>
                  <a:pt x="87842" y="6924"/>
                </a:cubicBezTo>
                <a:lnTo>
                  <a:pt x="87827" y="6880"/>
                </a:lnTo>
                <a:cubicBezTo>
                  <a:pt x="87842" y="6793"/>
                  <a:pt x="87871" y="6691"/>
                  <a:pt x="87900" y="6603"/>
                </a:cubicBezTo>
                <a:cubicBezTo>
                  <a:pt x="87973" y="6545"/>
                  <a:pt x="88046" y="6472"/>
                  <a:pt x="88119" y="6399"/>
                </a:cubicBezTo>
                <a:close/>
                <a:moveTo>
                  <a:pt x="35665" y="5758"/>
                </a:moveTo>
                <a:cubicBezTo>
                  <a:pt x="35796" y="6064"/>
                  <a:pt x="35912" y="6385"/>
                  <a:pt x="36000" y="6691"/>
                </a:cubicBezTo>
                <a:cubicBezTo>
                  <a:pt x="36000" y="6734"/>
                  <a:pt x="36000" y="6793"/>
                  <a:pt x="36014" y="6836"/>
                </a:cubicBezTo>
                <a:cubicBezTo>
                  <a:pt x="35971" y="6880"/>
                  <a:pt x="35942" y="6924"/>
                  <a:pt x="35912" y="6968"/>
                </a:cubicBezTo>
                <a:cubicBezTo>
                  <a:pt x="35840" y="6895"/>
                  <a:pt x="35767" y="6836"/>
                  <a:pt x="35694" y="6778"/>
                </a:cubicBezTo>
                <a:cubicBezTo>
                  <a:pt x="35650" y="6516"/>
                  <a:pt x="35650" y="6195"/>
                  <a:pt x="35665" y="5758"/>
                </a:cubicBezTo>
                <a:close/>
                <a:moveTo>
                  <a:pt x="100259" y="6093"/>
                </a:moveTo>
                <a:lnTo>
                  <a:pt x="100259" y="6093"/>
                </a:lnTo>
                <a:cubicBezTo>
                  <a:pt x="100347" y="6326"/>
                  <a:pt x="100405" y="6516"/>
                  <a:pt x="100420" y="6691"/>
                </a:cubicBezTo>
                <a:cubicBezTo>
                  <a:pt x="100376" y="6778"/>
                  <a:pt x="100347" y="6880"/>
                  <a:pt x="100303" y="6968"/>
                </a:cubicBezTo>
                <a:cubicBezTo>
                  <a:pt x="100288" y="6705"/>
                  <a:pt x="100274" y="6414"/>
                  <a:pt x="100259" y="6093"/>
                </a:cubicBezTo>
                <a:close/>
                <a:moveTo>
                  <a:pt x="89445" y="6618"/>
                </a:moveTo>
                <a:lnTo>
                  <a:pt x="89445" y="6618"/>
                </a:lnTo>
                <a:cubicBezTo>
                  <a:pt x="89416" y="6749"/>
                  <a:pt x="89387" y="6880"/>
                  <a:pt x="89358" y="6997"/>
                </a:cubicBezTo>
                <a:cubicBezTo>
                  <a:pt x="89270" y="6982"/>
                  <a:pt x="89183" y="6982"/>
                  <a:pt x="89095" y="6982"/>
                </a:cubicBezTo>
                <a:cubicBezTo>
                  <a:pt x="89095" y="6953"/>
                  <a:pt x="89095" y="6924"/>
                  <a:pt x="89095" y="6895"/>
                </a:cubicBezTo>
                <a:cubicBezTo>
                  <a:pt x="89197" y="6807"/>
                  <a:pt x="89314" y="6720"/>
                  <a:pt x="89445" y="6618"/>
                </a:cubicBezTo>
                <a:close/>
                <a:moveTo>
                  <a:pt x="109981" y="6764"/>
                </a:moveTo>
                <a:cubicBezTo>
                  <a:pt x="110010" y="6807"/>
                  <a:pt x="110039" y="6851"/>
                  <a:pt x="110068" y="6895"/>
                </a:cubicBezTo>
                <a:cubicBezTo>
                  <a:pt x="110039" y="6938"/>
                  <a:pt x="110010" y="6997"/>
                  <a:pt x="109981" y="7055"/>
                </a:cubicBezTo>
                <a:cubicBezTo>
                  <a:pt x="109951" y="6982"/>
                  <a:pt x="109937" y="6924"/>
                  <a:pt x="109908" y="6866"/>
                </a:cubicBezTo>
                <a:cubicBezTo>
                  <a:pt x="109937" y="6836"/>
                  <a:pt x="109966" y="6807"/>
                  <a:pt x="109981" y="6764"/>
                </a:cubicBezTo>
                <a:close/>
                <a:moveTo>
                  <a:pt x="34397" y="6195"/>
                </a:moveTo>
                <a:cubicBezTo>
                  <a:pt x="34470" y="6355"/>
                  <a:pt x="34528" y="6501"/>
                  <a:pt x="34601" y="6647"/>
                </a:cubicBezTo>
                <a:cubicBezTo>
                  <a:pt x="34528" y="6793"/>
                  <a:pt x="34455" y="6938"/>
                  <a:pt x="34353" y="7084"/>
                </a:cubicBezTo>
                <a:cubicBezTo>
                  <a:pt x="34324" y="6924"/>
                  <a:pt x="34280" y="6749"/>
                  <a:pt x="34236" y="6603"/>
                </a:cubicBezTo>
                <a:cubicBezTo>
                  <a:pt x="34280" y="6472"/>
                  <a:pt x="34338" y="6341"/>
                  <a:pt x="34397" y="6195"/>
                </a:cubicBezTo>
                <a:close/>
                <a:moveTo>
                  <a:pt x="50443" y="4956"/>
                </a:moveTo>
                <a:cubicBezTo>
                  <a:pt x="50604" y="5248"/>
                  <a:pt x="50735" y="5568"/>
                  <a:pt x="50895" y="5991"/>
                </a:cubicBezTo>
                <a:cubicBezTo>
                  <a:pt x="50793" y="6355"/>
                  <a:pt x="50735" y="6720"/>
                  <a:pt x="50691" y="7084"/>
                </a:cubicBezTo>
                <a:cubicBezTo>
                  <a:pt x="50589" y="7084"/>
                  <a:pt x="50487" y="7084"/>
                  <a:pt x="50385" y="7099"/>
                </a:cubicBezTo>
                <a:cubicBezTo>
                  <a:pt x="50356" y="6661"/>
                  <a:pt x="50341" y="5860"/>
                  <a:pt x="50443" y="4956"/>
                </a:cubicBezTo>
                <a:close/>
                <a:moveTo>
                  <a:pt x="91106" y="6764"/>
                </a:moveTo>
                <a:cubicBezTo>
                  <a:pt x="91179" y="6866"/>
                  <a:pt x="91267" y="6982"/>
                  <a:pt x="91354" y="7099"/>
                </a:cubicBezTo>
                <a:cubicBezTo>
                  <a:pt x="91238" y="7084"/>
                  <a:pt x="91121" y="7084"/>
                  <a:pt x="91019" y="7070"/>
                </a:cubicBezTo>
                <a:cubicBezTo>
                  <a:pt x="91004" y="7040"/>
                  <a:pt x="90990" y="6997"/>
                  <a:pt x="90975" y="6968"/>
                </a:cubicBezTo>
                <a:cubicBezTo>
                  <a:pt x="91019" y="6895"/>
                  <a:pt x="91063" y="6822"/>
                  <a:pt x="91106" y="6764"/>
                </a:cubicBezTo>
                <a:close/>
                <a:moveTo>
                  <a:pt x="104909" y="6589"/>
                </a:moveTo>
                <a:cubicBezTo>
                  <a:pt x="104923" y="6632"/>
                  <a:pt x="104923" y="6676"/>
                  <a:pt x="104923" y="6720"/>
                </a:cubicBezTo>
                <a:cubicBezTo>
                  <a:pt x="104879" y="6851"/>
                  <a:pt x="104821" y="6982"/>
                  <a:pt x="104763" y="7099"/>
                </a:cubicBezTo>
                <a:cubicBezTo>
                  <a:pt x="104763" y="6968"/>
                  <a:pt x="104763" y="6851"/>
                  <a:pt x="104763" y="6720"/>
                </a:cubicBezTo>
                <a:lnTo>
                  <a:pt x="104909" y="6589"/>
                </a:lnTo>
                <a:close/>
                <a:moveTo>
                  <a:pt x="103014" y="5729"/>
                </a:moveTo>
                <a:cubicBezTo>
                  <a:pt x="103014" y="5758"/>
                  <a:pt x="103014" y="5802"/>
                  <a:pt x="103014" y="5831"/>
                </a:cubicBezTo>
                <a:cubicBezTo>
                  <a:pt x="102970" y="5962"/>
                  <a:pt x="102839" y="6326"/>
                  <a:pt x="102868" y="6807"/>
                </a:cubicBezTo>
                <a:cubicBezTo>
                  <a:pt x="102781" y="6909"/>
                  <a:pt x="102679" y="7026"/>
                  <a:pt x="102577" y="7142"/>
                </a:cubicBezTo>
                <a:cubicBezTo>
                  <a:pt x="102562" y="7040"/>
                  <a:pt x="102548" y="6938"/>
                  <a:pt x="102548" y="6836"/>
                </a:cubicBezTo>
                <a:cubicBezTo>
                  <a:pt x="102679" y="6501"/>
                  <a:pt x="102839" y="6122"/>
                  <a:pt x="103014" y="5729"/>
                </a:cubicBezTo>
                <a:close/>
                <a:moveTo>
                  <a:pt x="49306" y="3630"/>
                </a:moveTo>
                <a:cubicBezTo>
                  <a:pt x="49583" y="3878"/>
                  <a:pt x="49802" y="4096"/>
                  <a:pt x="49991" y="4300"/>
                </a:cubicBezTo>
                <a:cubicBezTo>
                  <a:pt x="49627" y="5160"/>
                  <a:pt x="49350" y="6181"/>
                  <a:pt x="49496" y="7142"/>
                </a:cubicBezTo>
                <a:lnTo>
                  <a:pt x="49263" y="7157"/>
                </a:lnTo>
                <a:cubicBezTo>
                  <a:pt x="49030" y="6589"/>
                  <a:pt x="48767" y="5845"/>
                  <a:pt x="48578" y="5015"/>
                </a:cubicBezTo>
                <a:cubicBezTo>
                  <a:pt x="48709" y="4606"/>
                  <a:pt x="48928" y="4198"/>
                  <a:pt x="49306" y="3630"/>
                </a:cubicBezTo>
                <a:close/>
                <a:moveTo>
                  <a:pt x="106526" y="7040"/>
                </a:moveTo>
                <a:cubicBezTo>
                  <a:pt x="106526" y="7084"/>
                  <a:pt x="106541" y="7113"/>
                  <a:pt x="106556" y="7142"/>
                </a:cubicBezTo>
                <a:cubicBezTo>
                  <a:pt x="106541" y="7172"/>
                  <a:pt x="106512" y="7186"/>
                  <a:pt x="106497" y="7215"/>
                </a:cubicBezTo>
                <a:cubicBezTo>
                  <a:pt x="106512" y="7157"/>
                  <a:pt x="106512" y="7099"/>
                  <a:pt x="106526" y="7040"/>
                </a:cubicBezTo>
                <a:close/>
                <a:moveTo>
                  <a:pt x="47441" y="6924"/>
                </a:moveTo>
                <a:cubicBezTo>
                  <a:pt x="47528" y="7026"/>
                  <a:pt x="47616" y="7128"/>
                  <a:pt x="47718" y="7244"/>
                </a:cubicBezTo>
                <a:cubicBezTo>
                  <a:pt x="47558" y="7244"/>
                  <a:pt x="47397" y="7259"/>
                  <a:pt x="47251" y="7259"/>
                </a:cubicBezTo>
                <a:cubicBezTo>
                  <a:pt x="47324" y="7157"/>
                  <a:pt x="47383" y="7040"/>
                  <a:pt x="47441" y="6924"/>
                </a:cubicBezTo>
                <a:close/>
                <a:moveTo>
                  <a:pt x="94634" y="5539"/>
                </a:moveTo>
                <a:cubicBezTo>
                  <a:pt x="94648" y="5598"/>
                  <a:pt x="94663" y="5656"/>
                  <a:pt x="94663" y="5700"/>
                </a:cubicBezTo>
                <a:cubicBezTo>
                  <a:pt x="94546" y="6297"/>
                  <a:pt x="94386" y="6836"/>
                  <a:pt x="94240" y="7259"/>
                </a:cubicBezTo>
                <a:cubicBezTo>
                  <a:pt x="94196" y="7259"/>
                  <a:pt x="94167" y="7259"/>
                  <a:pt x="94123" y="7244"/>
                </a:cubicBezTo>
                <a:cubicBezTo>
                  <a:pt x="94269" y="6487"/>
                  <a:pt x="94386" y="6006"/>
                  <a:pt x="94634" y="5539"/>
                </a:cubicBezTo>
                <a:close/>
                <a:moveTo>
                  <a:pt x="32968" y="5204"/>
                </a:moveTo>
                <a:cubicBezTo>
                  <a:pt x="33143" y="5466"/>
                  <a:pt x="33274" y="5685"/>
                  <a:pt x="33376" y="5933"/>
                </a:cubicBezTo>
                <a:cubicBezTo>
                  <a:pt x="33347" y="6283"/>
                  <a:pt x="33289" y="6618"/>
                  <a:pt x="33216" y="6938"/>
                </a:cubicBezTo>
                <a:cubicBezTo>
                  <a:pt x="33143" y="7026"/>
                  <a:pt x="33056" y="7142"/>
                  <a:pt x="32968" y="7274"/>
                </a:cubicBezTo>
                <a:cubicBezTo>
                  <a:pt x="32983" y="6953"/>
                  <a:pt x="33041" y="6618"/>
                  <a:pt x="33129" y="6297"/>
                </a:cubicBezTo>
                <a:lnTo>
                  <a:pt x="33129" y="6297"/>
                </a:lnTo>
                <a:cubicBezTo>
                  <a:pt x="33129" y="6297"/>
                  <a:pt x="32997" y="6545"/>
                  <a:pt x="32852" y="6924"/>
                </a:cubicBezTo>
                <a:cubicBezTo>
                  <a:pt x="32721" y="6224"/>
                  <a:pt x="32735" y="5831"/>
                  <a:pt x="32968" y="5204"/>
                </a:cubicBezTo>
                <a:close/>
                <a:moveTo>
                  <a:pt x="98802" y="7084"/>
                </a:moveTo>
                <a:lnTo>
                  <a:pt x="98802" y="7230"/>
                </a:lnTo>
                <a:cubicBezTo>
                  <a:pt x="98802" y="7259"/>
                  <a:pt x="98787" y="7274"/>
                  <a:pt x="98787" y="7303"/>
                </a:cubicBezTo>
                <a:cubicBezTo>
                  <a:pt x="98758" y="7274"/>
                  <a:pt x="98744" y="7230"/>
                  <a:pt x="98714" y="7186"/>
                </a:cubicBezTo>
                <a:cubicBezTo>
                  <a:pt x="98744" y="7157"/>
                  <a:pt x="98773" y="7128"/>
                  <a:pt x="98802" y="7084"/>
                </a:cubicBezTo>
                <a:close/>
                <a:moveTo>
                  <a:pt x="105433" y="6676"/>
                </a:moveTo>
                <a:cubicBezTo>
                  <a:pt x="105477" y="6778"/>
                  <a:pt x="105506" y="6866"/>
                  <a:pt x="105535" y="6938"/>
                </a:cubicBezTo>
                <a:cubicBezTo>
                  <a:pt x="105477" y="7113"/>
                  <a:pt x="105360" y="7259"/>
                  <a:pt x="105215" y="7390"/>
                </a:cubicBezTo>
                <a:cubicBezTo>
                  <a:pt x="105229" y="7347"/>
                  <a:pt x="105229" y="7303"/>
                  <a:pt x="105229" y="7259"/>
                </a:cubicBezTo>
                <a:cubicBezTo>
                  <a:pt x="105244" y="7142"/>
                  <a:pt x="105258" y="7026"/>
                  <a:pt x="105273" y="6909"/>
                </a:cubicBezTo>
                <a:cubicBezTo>
                  <a:pt x="105331" y="6822"/>
                  <a:pt x="105375" y="6749"/>
                  <a:pt x="105433" y="6676"/>
                </a:cubicBezTo>
                <a:close/>
                <a:moveTo>
                  <a:pt x="44191" y="3980"/>
                </a:moveTo>
                <a:cubicBezTo>
                  <a:pt x="44482" y="4228"/>
                  <a:pt x="44715" y="4432"/>
                  <a:pt x="44905" y="4636"/>
                </a:cubicBezTo>
                <a:cubicBezTo>
                  <a:pt x="44584" y="5481"/>
                  <a:pt x="44366" y="6501"/>
                  <a:pt x="44526" y="7434"/>
                </a:cubicBezTo>
                <a:cubicBezTo>
                  <a:pt x="44453" y="7449"/>
                  <a:pt x="44366" y="7449"/>
                  <a:pt x="44293" y="7449"/>
                </a:cubicBezTo>
                <a:cubicBezTo>
                  <a:pt x="44030" y="6909"/>
                  <a:pt x="43739" y="6181"/>
                  <a:pt x="43520" y="5394"/>
                </a:cubicBezTo>
                <a:cubicBezTo>
                  <a:pt x="43637" y="4971"/>
                  <a:pt x="43841" y="4563"/>
                  <a:pt x="44191" y="3980"/>
                </a:cubicBezTo>
                <a:close/>
                <a:moveTo>
                  <a:pt x="96587" y="5860"/>
                </a:moveTo>
                <a:cubicBezTo>
                  <a:pt x="96616" y="5918"/>
                  <a:pt x="96645" y="5991"/>
                  <a:pt x="96674" y="6064"/>
                </a:cubicBezTo>
                <a:cubicBezTo>
                  <a:pt x="96557" y="6501"/>
                  <a:pt x="96485" y="6953"/>
                  <a:pt x="96499" y="7405"/>
                </a:cubicBezTo>
                <a:lnTo>
                  <a:pt x="96951" y="7419"/>
                </a:lnTo>
                <a:cubicBezTo>
                  <a:pt x="96951" y="7419"/>
                  <a:pt x="96951" y="7434"/>
                  <a:pt x="96951" y="7449"/>
                </a:cubicBezTo>
                <a:cubicBezTo>
                  <a:pt x="96761" y="7434"/>
                  <a:pt x="96572" y="7419"/>
                  <a:pt x="96382" y="7405"/>
                </a:cubicBezTo>
                <a:cubicBezTo>
                  <a:pt x="96353" y="7157"/>
                  <a:pt x="96310" y="6851"/>
                  <a:pt x="96266" y="6501"/>
                </a:cubicBezTo>
                <a:cubicBezTo>
                  <a:pt x="96397" y="6283"/>
                  <a:pt x="96499" y="6064"/>
                  <a:pt x="96587" y="5860"/>
                </a:cubicBezTo>
                <a:close/>
                <a:moveTo>
                  <a:pt x="109777" y="7244"/>
                </a:moveTo>
                <a:cubicBezTo>
                  <a:pt x="109777" y="7317"/>
                  <a:pt x="109777" y="7376"/>
                  <a:pt x="109777" y="7449"/>
                </a:cubicBezTo>
                <a:cubicBezTo>
                  <a:pt x="109762" y="7463"/>
                  <a:pt x="109747" y="7492"/>
                  <a:pt x="109747" y="7521"/>
                </a:cubicBezTo>
                <a:lnTo>
                  <a:pt x="109747" y="7507"/>
                </a:lnTo>
                <a:cubicBezTo>
                  <a:pt x="109747" y="7419"/>
                  <a:pt x="109762" y="7332"/>
                  <a:pt x="109777" y="7244"/>
                </a:cubicBezTo>
                <a:close/>
                <a:moveTo>
                  <a:pt x="98510" y="7419"/>
                </a:moveTo>
                <a:cubicBezTo>
                  <a:pt x="98525" y="7478"/>
                  <a:pt x="98554" y="7521"/>
                  <a:pt x="98583" y="7565"/>
                </a:cubicBezTo>
                <a:cubicBezTo>
                  <a:pt x="98510" y="7565"/>
                  <a:pt x="98452" y="7551"/>
                  <a:pt x="98379" y="7551"/>
                </a:cubicBezTo>
                <a:cubicBezTo>
                  <a:pt x="98423" y="7507"/>
                  <a:pt x="98467" y="7463"/>
                  <a:pt x="98510" y="7419"/>
                </a:cubicBezTo>
                <a:close/>
                <a:moveTo>
                  <a:pt x="112327" y="7215"/>
                </a:moveTo>
                <a:cubicBezTo>
                  <a:pt x="112283" y="7347"/>
                  <a:pt x="112225" y="7463"/>
                  <a:pt x="112181" y="7565"/>
                </a:cubicBezTo>
                <a:cubicBezTo>
                  <a:pt x="112167" y="7449"/>
                  <a:pt x="112152" y="7347"/>
                  <a:pt x="112138" y="7230"/>
                </a:cubicBezTo>
                <a:lnTo>
                  <a:pt x="112327" y="7215"/>
                </a:lnTo>
                <a:close/>
                <a:moveTo>
                  <a:pt x="41873" y="6414"/>
                </a:moveTo>
                <a:cubicBezTo>
                  <a:pt x="42063" y="6793"/>
                  <a:pt x="42340" y="7172"/>
                  <a:pt x="42704" y="7565"/>
                </a:cubicBezTo>
                <a:cubicBezTo>
                  <a:pt x="42369" y="7594"/>
                  <a:pt x="42034" y="7623"/>
                  <a:pt x="41713" y="7638"/>
                </a:cubicBezTo>
                <a:cubicBezTo>
                  <a:pt x="41713" y="7157"/>
                  <a:pt x="41757" y="6793"/>
                  <a:pt x="41873" y="6414"/>
                </a:cubicBezTo>
                <a:close/>
                <a:moveTo>
                  <a:pt x="104005" y="6982"/>
                </a:moveTo>
                <a:lnTo>
                  <a:pt x="104005" y="6982"/>
                </a:lnTo>
                <a:cubicBezTo>
                  <a:pt x="103990" y="7113"/>
                  <a:pt x="103961" y="7230"/>
                  <a:pt x="103947" y="7347"/>
                </a:cubicBezTo>
                <a:cubicBezTo>
                  <a:pt x="103874" y="7449"/>
                  <a:pt x="103801" y="7551"/>
                  <a:pt x="103728" y="7667"/>
                </a:cubicBezTo>
                <a:cubicBezTo>
                  <a:pt x="103743" y="7551"/>
                  <a:pt x="103757" y="7419"/>
                  <a:pt x="103757" y="7303"/>
                </a:cubicBezTo>
                <a:cubicBezTo>
                  <a:pt x="103845" y="7186"/>
                  <a:pt x="103918" y="7070"/>
                  <a:pt x="104005" y="6982"/>
                </a:cubicBezTo>
                <a:close/>
                <a:moveTo>
                  <a:pt x="109602" y="6545"/>
                </a:moveTo>
                <a:cubicBezTo>
                  <a:pt x="109616" y="6618"/>
                  <a:pt x="109645" y="6676"/>
                  <a:pt x="109660" y="6734"/>
                </a:cubicBezTo>
                <a:cubicBezTo>
                  <a:pt x="109645" y="6793"/>
                  <a:pt x="109616" y="6851"/>
                  <a:pt x="109587" y="6924"/>
                </a:cubicBezTo>
                <a:cubicBezTo>
                  <a:pt x="109500" y="7040"/>
                  <a:pt x="109398" y="7186"/>
                  <a:pt x="109310" y="7332"/>
                </a:cubicBezTo>
                <a:cubicBezTo>
                  <a:pt x="109310" y="7186"/>
                  <a:pt x="109310" y="7113"/>
                  <a:pt x="109310" y="7113"/>
                </a:cubicBezTo>
                <a:cubicBezTo>
                  <a:pt x="109281" y="7244"/>
                  <a:pt x="109252" y="7390"/>
                  <a:pt x="109208" y="7521"/>
                </a:cubicBezTo>
                <a:cubicBezTo>
                  <a:pt x="109194" y="7580"/>
                  <a:pt x="109179" y="7623"/>
                  <a:pt x="109150" y="7667"/>
                </a:cubicBezTo>
                <a:cubicBezTo>
                  <a:pt x="109106" y="7492"/>
                  <a:pt x="109092" y="7303"/>
                  <a:pt x="109121" y="7113"/>
                </a:cubicBezTo>
                <a:cubicBezTo>
                  <a:pt x="109179" y="7070"/>
                  <a:pt x="109237" y="7026"/>
                  <a:pt x="109310" y="6982"/>
                </a:cubicBezTo>
                <a:lnTo>
                  <a:pt x="109310" y="6982"/>
                </a:lnTo>
                <a:cubicBezTo>
                  <a:pt x="109310" y="6982"/>
                  <a:pt x="109237" y="7011"/>
                  <a:pt x="109121" y="7055"/>
                </a:cubicBezTo>
                <a:cubicBezTo>
                  <a:pt x="109121" y="7040"/>
                  <a:pt x="109121" y="7026"/>
                  <a:pt x="109135" y="7026"/>
                </a:cubicBezTo>
                <a:cubicBezTo>
                  <a:pt x="109252" y="6880"/>
                  <a:pt x="109412" y="6734"/>
                  <a:pt x="109602" y="6545"/>
                </a:cubicBezTo>
                <a:close/>
                <a:moveTo>
                  <a:pt x="33099" y="7478"/>
                </a:moveTo>
                <a:lnTo>
                  <a:pt x="33099" y="7478"/>
                </a:lnTo>
                <a:cubicBezTo>
                  <a:pt x="33085" y="7551"/>
                  <a:pt x="33056" y="7609"/>
                  <a:pt x="33041" y="7682"/>
                </a:cubicBezTo>
                <a:cubicBezTo>
                  <a:pt x="33041" y="7682"/>
                  <a:pt x="33027" y="7667"/>
                  <a:pt x="33027" y="7667"/>
                </a:cubicBezTo>
                <a:cubicBezTo>
                  <a:pt x="33041" y="7609"/>
                  <a:pt x="33070" y="7536"/>
                  <a:pt x="33099" y="7478"/>
                </a:cubicBezTo>
                <a:close/>
                <a:moveTo>
                  <a:pt x="101775" y="5437"/>
                </a:moveTo>
                <a:cubicBezTo>
                  <a:pt x="101833" y="5743"/>
                  <a:pt x="101863" y="6093"/>
                  <a:pt x="101892" y="6530"/>
                </a:cubicBezTo>
                <a:cubicBezTo>
                  <a:pt x="101702" y="6909"/>
                  <a:pt x="101556" y="7303"/>
                  <a:pt x="101440" y="7711"/>
                </a:cubicBezTo>
                <a:cubicBezTo>
                  <a:pt x="101425" y="7507"/>
                  <a:pt x="101382" y="7303"/>
                  <a:pt x="101309" y="7142"/>
                </a:cubicBezTo>
                <a:cubicBezTo>
                  <a:pt x="101411" y="6691"/>
                  <a:pt x="101556" y="6093"/>
                  <a:pt x="101775" y="5437"/>
                </a:cubicBezTo>
                <a:close/>
                <a:moveTo>
                  <a:pt x="31511" y="5976"/>
                </a:moveTo>
                <a:cubicBezTo>
                  <a:pt x="31584" y="6283"/>
                  <a:pt x="31642" y="6574"/>
                  <a:pt x="31686" y="6851"/>
                </a:cubicBezTo>
                <a:cubicBezTo>
                  <a:pt x="31598" y="6822"/>
                  <a:pt x="31555" y="6807"/>
                  <a:pt x="31555" y="6807"/>
                </a:cubicBezTo>
                <a:lnTo>
                  <a:pt x="31555" y="6807"/>
                </a:lnTo>
                <a:cubicBezTo>
                  <a:pt x="31598" y="6836"/>
                  <a:pt x="31642" y="6866"/>
                  <a:pt x="31686" y="6895"/>
                </a:cubicBezTo>
                <a:cubicBezTo>
                  <a:pt x="31729" y="7157"/>
                  <a:pt x="31759" y="7390"/>
                  <a:pt x="31773" y="7580"/>
                </a:cubicBezTo>
                <a:cubicBezTo>
                  <a:pt x="31744" y="7638"/>
                  <a:pt x="31729" y="7682"/>
                  <a:pt x="31700" y="7725"/>
                </a:cubicBezTo>
                <a:cubicBezTo>
                  <a:pt x="31627" y="7478"/>
                  <a:pt x="31584" y="7215"/>
                  <a:pt x="31555" y="6968"/>
                </a:cubicBezTo>
                <a:cubicBezTo>
                  <a:pt x="31555" y="6968"/>
                  <a:pt x="31525" y="7128"/>
                  <a:pt x="31511" y="7390"/>
                </a:cubicBezTo>
                <a:cubicBezTo>
                  <a:pt x="31438" y="7157"/>
                  <a:pt x="31380" y="6909"/>
                  <a:pt x="31336" y="6676"/>
                </a:cubicBezTo>
                <a:cubicBezTo>
                  <a:pt x="31336" y="6676"/>
                  <a:pt x="31307" y="6997"/>
                  <a:pt x="31336" y="7478"/>
                </a:cubicBezTo>
                <a:cubicBezTo>
                  <a:pt x="31292" y="7332"/>
                  <a:pt x="31249" y="7186"/>
                  <a:pt x="31190" y="7040"/>
                </a:cubicBezTo>
                <a:cubicBezTo>
                  <a:pt x="31292" y="6603"/>
                  <a:pt x="31380" y="6268"/>
                  <a:pt x="31511" y="5976"/>
                </a:cubicBezTo>
                <a:close/>
                <a:moveTo>
                  <a:pt x="38346" y="6895"/>
                </a:moveTo>
                <a:cubicBezTo>
                  <a:pt x="38478" y="7070"/>
                  <a:pt x="38594" y="7215"/>
                  <a:pt x="38711" y="7347"/>
                </a:cubicBezTo>
                <a:cubicBezTo>
                  <a:pt x="38623" y="7492"/>
                  <a:pt x="38521" y="7623"/>
                  <a:pt x="38390" y="7740"/>
                </a:cubicBezTo>
                <a:cubicBezTo>
                  <a:pt x="38434" y="7434"/>
                  <a:pt x="38405" y="7157"/>
                  <a:pt x="38346" y="6895"/>
                </a:cubicBezTo>
                <a:close/>
                <a:moveTo>
                  <a:pt x="113100" y="4942"/>
                </a:moveTo>
                <a:cubicBezTo>
                  <a:pt x="113172" y="5160"/>
                  <a:pt x="113231" y="5423"/>
                  <a:pt x="113289" y="5729"/>
                </a:cubicBezTo>
                <a:cubicBezTo>
                  <a:pt x="113216" y="5933"/>
                  <a:pt x="113143" y="6137"/>
                  <a:pt x="113085" y="6326"/>
                </a:cubicBezTo>
                <a:cubicBezTo>
                  <a:pt x="113027" y="6108"/>
                  <a:pt x="112968" y="5962"/>
                  <a:pt x="112968" y="5962"/>
                </a:cubicBezTo>
                <a:lnTo>
                  <a:pt x="112968" y="5962"/>
                </a:lnTo>
                <a:cubicBezTo>
                  <a:pt x="112998" y="6195"/>
                  <a:pt x="112998" y="6428"/>
                  <a:pt x="112998" y="6661"/>
                </a:cubicBezTo>
                <a:cubicBezTo>
                  <a:pt x="112939" y="6909"/>
                  <a:pt x="112896" y="7142"/>
                  <a:pt x="112866" y="7376"/>
                </a:cubicBezTo>
                <a:lnTo>
                  <a:pt x="112954" y="7376"/>
                </a:lnTo>
                <a:cubicBezTo>
                  <a:pt x="112939" y="7405"/>
                  <a:pt x="112939" y="7419"/>
                  <a:pt x="112939" y="7449"/>
                </a:cubicBezTo>
                <a:cubicBezTo>
                  <a:pt x="112779" y="7580"/>
                  <a:pt x="112589" y="7696"/>
                  <a:pt x="112400" y="7784"/>
                </a:cubicBezTo>
                <a:lnTo>
                  <a:pt x="112385" y="7784"/>
                </a:lnTo>
                <a:cubicBezTo>
                  <a:pt x="112458" y="7580"/>
                  <a:pt x="112502" y="7376"/>
                  <a:pt x="112531" y="7215"/>
                </a:cubicBezTo>
                <a:lnTo>
                  <a:pt x="112633" y="7201"/>
                </a:lnTo>
                <a:cubicBezTo>
                  <a:pt x="112633" y="7201"/>
                  <a:pt x="112648" y="6414"/>
                  <a:pt x="112852" y="5335"/>
                </a:cubicBezTo>
                <a:lnTo>
                  <a:pt x="112866" y="5321"/>
                </a:lnTo>
                <a:cubicBezTo>
                  <a:pt x="112881" y="5291"/>
                  <a:pt x="112910" y="5248"/>
                  <a:pt x="112939" y="5204"/>
                </a:cubicBezTo>
                <a:cubicBezTo>
                  <a:pt x="112954" y="5175"/>
                  <a:pt x="112968" y="5160"/>
                  <a:pt x="112998" y="5131"/>
                </a:cubicBezTo>
                <a:lnTo>
                  <a:pt x="112998" y="5131"/>
                </a:lnTo>
                <a:cubicBezTo>
                  <a:pt x="112997" y="5132"/>
                  <a:pt x="112983" y="5146"/>
                  <a:pt x="112954" y="5160"/>
                </a:cubicBezTo>
                <a:cubicBezTo>
                  <a:pt x="112998" y="5087"/>
                  <a:pt x="113056" y="5015"/>
                  <a:pt x="113100" y="4942"/>
                </a:cubicBezTo>
                <a:close/>
                <a:moveTo>
                  <a:pt x="102897" y="7478"/>
                </a:moveTo>
                <a:lnTo>
                  <a:pt x="102897" y="7478"/>
                </a:lnTo>
                <a:cubicBezTo>
                  <a:pt x="102883" y="7580"/>
                  <a:pt x="102868" y="7667"/>
                  <a:pt x="102868" y="7755"/>
                </a:cubicBezTo>
                <a:lnTo>
                  <a:pt x="102854" y="7755"/>
                </a:lnTo>
                <a:cubicBezTo>
                  <a:pt x="102839" y="7798"/>
                  <a:pt x="102824" y="7842"/>
                  <a:pt x="102810" y="7886"/>
                </a:cubicBezTo>
                <a:cubicBezTo>
                  <a:pt x="102766" y="7827"/>
                  <a:pt x="102752" y="7755"/>
                  <a:pt x="102722" y="7696"/>
                </a:cubicBezTo>
                <a:cubicBezTo>
                  <a:pt x="102781" y="7623"/>
                  <a:pt x="102839" y="7551"/>
                  <a:pt x="102897" y="7478"/>
                </a:cubicBezTo>
                <a:close/>
                <a:moveTo>
                  <a:pt x="37501" y="6953"/>
                </a:moveTo>
                <a:cubicBezTo>
                  <a:pt x="37559" y="7070"/>
                  <a:pt x="37618" y="7172"/>
                  <a:pt x="37676" y="7288"/>
                </a:cubicBezTo>
                <a:cubicBezTo>
                  <a:pt x="37647" y="7478"/>
                  <a:pt x="37618" y="7653"/>
                  <a:pt x="37588" y="7827"/>
                </a:cubicBezTo>
                <a:cubicBezTo>
                  <a:pt x="37559" y="7886"/>
                  <a:pt x="37530" y="7944"/>
                  <a:pt x="37501" y="8002"/>
                </a:cubicBezTo>
                <a:lnTo>
                  <a:pt x="37443" y="8002"/>
                </a:lnTo>
                <a:cubicBezTo>
                  <a:pt x="37530" y="7623"/>
                  <a:pt x="37530" y="7259"/>
                  <a:pt x="37501" y="6953"/>
                </a:cubicBezTo>
                <a:close/>
                <a:moveTo>
                  <a:pt x="117793" y="7740"/>
                </a:moveTo>
                <a:cubicBezTo>
                  <a:pt x="117836" y="7842"/>
                  <a:pt x="117851" y="7944"/>
                  <a:pt x="117880" y="8032"/>
                </a:cubicBezTo>
                <a:cubicBezTo>
                  <a:pt x="117793" y="8075"/>
                  <a:pt x="117691" y="8104"/>
                  <a:pt x="117589" y="8148"/>
                </a:cubicBezTo>
                <a:cubicBezTo>
                  <a:pt x="117661" y="8002"/>
                  <a:pt x="117734" y="7871"/>
                  <a:pt x="117793" y="7740"/>
                </a:cubicBezTo>
                <a:close/>
                <a:moveTo>
                  <a:pt x="34907" y="7434"/>
                </a:moveTo>
                <a:cubicBezTo>
                  <a:pt x="34907" y="7463"/>
                  <a:pt x="34921" y="7492"/>
                  <a:pt x="34921" y="7507"/>
                </a:cubicBezTo>
                <a:cubicBezTo>
                  <a:pt x="34907" y="7755"/>
                  <a:pt x="34921" y="8002"/>
                  <a:pt x="34950" y="8250"/>
                </a:cubicBezTo>
                <a:cubicBezTo>
                  <a:pt x="34921" y="8265"/>
                  <a:pt x="34892" y="8265"/>
                  <a:pt x="34863" y="8265"/>
                </a:cubicBezTo>
                <a:cubicBezTo>
                  <a:pt x="34776" y="8148"/>
                  <a:pt x="34703" y="8017"/>
                  <a:pt x="34630" y="7871"/>
                </a:cubicBezTo>
                <a:cubicBezTo>
                  <a:pt x="34732" y="7725"/>
                  <a:pt x="34819" y="7580"/>
                  <a:pt x="34892" y="7434"/>
                </a:cubicBezTo>
                <a:close/>
                <a:moveTo>
                  <a:pt x="114193" y="7784"/>
                </a:moveTo>
                <a:cubicBezTo>
                  <a:pt x="114222" y="7915"/>
                  <a:pt x="114236" y="8032"/>
                  <a:pt x="114251" y="8148"/>
                </a:cubicBezTo>
                <a:cubicBezTo>
                  <a:pt x="114178" y="8206"/>
                  <a:pt x="114105" y="8265"/>
                  <a:pt x="114032" y="8338"/>
                </a:cubicBezTo>
                <a:cubicBezTo>
                  <a:pt x="114076" y="8148"/>
                  <a:pt x="114134" y="7959"/>
                  <a:pt x="114193" y="7784"/>
                </a:cubicBezTo>
                <a:close/>
                <a:moveTo>
                  <a:pt x="110432" y="7886"/>
                </a:moveTo>
                <a:cubicBezTo>
                  <a:pt x="110462" y="7959"/>
                  <a:pt x="110491" y="8032"/>
                  <a:pt x="110534" y="8119"/>
                </a:cubicBezTo>
                <a:cubicBezTo>
                  <a:pt x="110505" y="8177"/>
                  <a:pt x="110491" y="8250"/>
                  <a:pt x="110462" y="8308"/>
                </a:cubicBezTo>
                <a:cubicBezTo>
                  <a:pt x="110462" y="8308"/>
                  <a:pt x="110462" y="8323"/>
                  <a:pt x="110462" y="8323"/>
                </a:cubicBezTo>
                <a:lnTo>
                  <a:pt x="110272" y="8352"/>
                </a:lnTo>
                <a:cubicBezTo>
                  <a:pt x="110301" y="8221"/>
                  <a:pt x="110360" y="8061"/>
                  <a:pt x="110418" y="7886"/>
                </a:cubicBezTo>
                <a:close/>
                <a:moveTo>
                  <a:pt x="107386" y="7798"/>
                </a:moveTo>
                <a:cubicBezTo>
                  <a:pt x="107386" y="7842"/>
                  <a:pt x="107401" y="7900"/>
                  <a:pt x="107401" y="7944"/>
                </a:cubicBezTo>
                <a:cubicBezTo>
                  <a:pt x="107415" y="8119"/>
                  <a:pt x="107415" y="8279"/>
                  <a:pt x="107415" y="8425"/>
                </a:cubicBezTo>
                <a:cubicBezTo>
                  <a:pt x="107357" y="8410"/>
                  <a:pt x="107313" y="8410"/>
                  <a:pt x="107255" y="8396"/>
                </a:cubicBezTo>
                <a:cubicBezTo>
                  <a:pt x="107226" y="8323"/>
                  <a:pt x="107211" y="8250"/>
                  <a:pt x="107197" y="8177"/>
                </a:cubicBezTo>
                <a:cubicBezTo>
                  <a:pt x="107241" y="8046"/>
                  <a:pt x="107313" y="7915"/>
                  <a:pt x="107386" y="7798"/>
                </a:cubicBezTo>
                <a:close/>
                <a:moveTo>
                  <a:pt x="115548" y="7667"/>
                </a:moveTo>
                <a:cubicBezTo>
                  <a:pt x="115548" y="7740"/>
                  <a:pt x="115548" y="7827"/>
                  <a:pt x="115534" y="7915"/>
                </a:cubicBezTo>
                <a:cubicBezTo>
                  <a:pt x="115490" y="8075"/>
                  <a:pt x="115432" y="8250"/>
                  <a:pt x="115373" y="8454"/>
                </a:cubicBezTo>
                <a:cubicBezTo>
                  <a:pt x="115315" y="8367"/>
                  <a:pt x="115271" y="8279"/>
                  <a:pt x="115227" y="8192"/>
                </a:cubicBezTo>
                <a:cubicBezTo>
                  <a:pt x="115315" y="8017"/>
                  <a:pt x="115432" y="7842"/>
                  <a:pt x="115548" y="7667"/>
                </a:cubicBezTo>
                <a:close/>
                <a:moveTo>
                  <a:pt x="118755" y="7813"/>
                </a:moveTo>
                <a:cubicBezTo>
                  <a:pt x="118623" y="8017"/>
                  <a:pt x="118463" y="8265"/>
                  <a:pt x="118303" y="8556"/>
                </a:cubicBezTo>
                <a:cubicBezTo>
                  <a:pt x="118259" y="8454"/>
                  <a:pt x="118215" y="8367"/>
                  <a:pt x="118186" y="8279"/>
                </a:cubicBezTo>
                <a:cubicBezTo>
                  <a:pt x="118259" y="8221"/>
                  <a:pt x="118346" y="8163"/>
                  <a:pt x="118434" y="8104"/>
                </a:cubicBezTo>
                <a:lnTo>
                  <a:pt x="118434" y="8104"/>
                </a:lnTo>
                <a:cubicBezTo>
                  <a:pt x="118434" y="8104"/>
                  <a:pt x="118332" y="8134"/>
                  <a:pt x="118142" y="8206"/>
                </a:cubicBezTo>
                <a:cubicBezTo>
                  <a:pt x="118128" y="8177"/>
                  <a:pt x="118113" y="8148"/>
                  <a:pt x="118099" y="8134"/>
                </a:cubicBezTo>
                <a:cubicBezTo>
                  <a:pt x="118288" y="8032"/>
                  <a:pt x="118507" y="7929"/>
                  <a:pt x="118755" y="7813"/>
                </a:cubicBezTo>
                <a:close/>
                <a:moveTo>
                  <a:pt x="117938" y="8221"/>
                </a:moveTo>
                <a:cubicBezTo>
                  <a:pt x="117938" y="8236"/>
                  <a:pt x="117953" y="8265"/>
                  <a:pt x="117953" y="8294"/>
                </a:cubicBezTo>
                <a:cubicBezTo>
                  <a:pt x="117793" y="8367"/>
                  <a:pt x="117603" y="8454"/>
                  <a:pt x="117385" y="8571"/>
                </a:cubicBezTo>
                <a:cubicBezTo>
                  <a:pt x="117399" y="8542"/>
                  <a:pt x="117414" y="8527"/>
                  <a:pt x="117414" y="8498"/>
                </a:cubicBezTo>
                <a:cubicBezTo>
                  <a:pt x="117574" y="8410"/>
                  <a:pt x="117734" y="8323"/>
                  <a:pt x="117938" y="8221"/>
                </a:cubicBezTo>
                <a:close/>
                <a:moveTo>
                  <a:pt x="31948" y="8483"/>
                </a:moveTo>
                <a:lnTo>
                  <a:pt x="32400" y="8498"/>
                </a:lnTo>
                <a:cubicBezTo>
                  <a:pt x="32400" y="8512"/>
                  <a:pt x="32400" y="8527"/>
                  <a:pt x="32385" y="8542"/>
                </a:cubicBezTo>
                <a:cubicBezTo>
                  <a:pt x="32254" y="8556"/>
                  <a:pt x="32138" y="8571"/>
                  <a:pt x="32006" y="8585"/>
                </a:cubicBezTo>
                <a:cubicBezTo>
                  <a:pt x="31992" y="8542"/>
                  <a:pt x="31977" y="8512"/>
                  <a:pt x="31948" y="8483"/>
                </a:cubicBezTo>
                <a:close/>
                <a:moveTo>
                  <a:pt x="26774" y="7303"/>
                </a:moveTo>
                <a:cubicBezTo>
                  <a:pt x="26818" y="7536"/>
                  <a:pt x="26862" y="7740"/>
                  <a:pt x="26891" y="7944"/>
                </a:cubicBezTo>
                <a:cubicBezTo>
                  <a:pt x="26803" y="8163"/>
                  <a:pt x="26730" y="8381"/>
                  <a:pt x="26658" y="8614"/>
                </a:cubicBezTo>
                <a:cubicBezTo>
                  <a:pt x="26614" y="8469"/>
                  <a:pt x="26570" y="8308"/>
                  <a:pt x="26512" y="8163"/>
                </a:cubicBezTo>
                <a:cubicBezTo>
                  <a:pt x="26585" y="7813"/>
                  <a:pt x="26658" y="7551"/>
                  <a:pt x="26774" y="7303"/>
                </a:cubicBezTo>
                <a:close/>
                <a:moveTo>
                  <a:pt x="114703" y="8308"/>
                </a:moveTo>
                <a:cubicBezTo>
                  <a:pt x="114732" y="8381"/>
                  <a:pt x="114747" y="8440"/>
                  <a:pt x="114761" y="8512"/>
                </a:cubicBezTo>
                <a:cubicBezTo>
                  <a:pt x="114747" y="8542"/>
                  <a:pt x="114717" y="8585"/>
                  <a:pt x="114688" y="8614"/>
                </a:cubicBezTo>
                <a:cubicBezTo>
                  <a:pt x="114688" y="8556"/>
                  <a:pt x="114674" y="8483"/>
                  <a:pt x="114674" y="8425"/>
                </a:cubicBezTo>
                <a:lnTo>
                  <a:pt x="114703" y="8308"/>
                </a:lnTo>
                <a:close/>
                <a:moveTo>
                  <a:pt x="30461" y="8600"/>
                </a:moveTo>
                <a:cubicBezTo>
                  <a:pt x="30476" y="8629"/>
                  <a:pt x="30505" y="8644"/>
                  <a:pt x="30534" y="8658"/>
                </a:cubicBezTo>
                <a:cubicBezTo>
                  <a:pt x="30520" y="8687"/>
                  <a:pt x="30520" y="8717"/>
                  <a:pt x="30505" y="8760"/>
                </a:cubicBezTo>
                <a:cubicBezTo>
                  <a:pt x="30491" y="8702"/>
                  <a:pt x="30476" y="8658"/>
                  <a:pt x="30461" y="8600"/>
                </a:cubicBezTo>
                <a:close/>
                <a:moveTo>
                  <a:pt x="119993" y="8425"/>
                </a:moveTo>
                <a:cubicBezTo>
                  <a:pt x="120037" y="8542"/>
                  <a:pt x="120081" y="8644"/>
                  <a:pt x="120110" y="8746"/>
                </a:cubicBezTo>
                <a:cubicBezTo>
                  <a:pt x="120052" y="8804"/>
                  <a:pt x="119993" y="8862"/>
                  <a:pt x="119935" y="8906"/>
                </a:cubicBezTo>
                <a:cubicBezTo>
                  <a:pt x="119979" y="8746"/>
                  <a:pt x="119993" y="8585"/>
                  <a:pt x="119993" y="8425"/>
                </a:cubicBezTo>
                <a:close/>
                <a:moveTo>
                  <a:pt x="29733" y="7973"/>
                </a:moveTo>
                <a:cubicBezTo>
                  <a:pt x="29762" y="8046"/>
                  <a:pt x="29791" y="8104"/>
                  <a:pt x="29820" y="8163"/>
                </a:cubicBezTo>
                <a:cubicBezTo>
                  <a:pt x="29806" y="8367"/>
                  <a:pt x="29820" y="8600"/>
                  <a:pt x="29835" y="8848"/>
                </a:cubicBezTo>
                <a:cubicBezTo>
                  <a:pt x="29631" y="8877"/>
                  <a:pt x="29427" y="8906"/>
                  <a:pt x="29223" y="8921"/>
                </a:cubicBezTo>
                <a:cubicBezTo>
                  <a:pt x="29456" y="8600"/>
                  <a:pt x="29616" y="8279"/>
                  <a:pt x="29733" y="7973"/>
                </a:cubicBezTo>
                <a:close/>
                <a:moveTo>
                  <a:pt x="115125" y="8396"/>
                </a:moveTo>
                <a:cubicBezTo>
                  <a:pt x="115155" y="8512"/>
                  <a:pt x="115198" y="8629"/>
                  <a:pt x="115227" y="8746"/>
                </a:cubicBezTo>
                <a:cubicBezTo>
                  <a:pt x="115198" y="8804"/>
                  <a:pt x="115155" y="8862"/>
                  <a:pt x="115125" y="8921"/>
                </a:cubicBezTo>
                <a:cubicBezTo>
                  <a:pt x="115111" y="8819"/>
                  <a:pt x="115082" y="8717"/>
                  <a:pt x="115038" y="8614"/>
                </a:cubicBezTo>
                <a:cubicBezTo>
                  <a:pt x="115053" y="8585"/>
                  <a:pt x="115053" y="8542"/>
                  <a:pt x="115053" y="8512"/>
                </a:cubicBezTo>
                <a:cubicBezTo>
                  <a:pt x="115082" y="8469"/>
                  <a:pt x="115096" y="8425"/>
                  <a:pt x="115125" y="8396"/>
                </a:cubicBezTo>
                <a:close/>
                <a:moveTo>
                  <a:pt x="114266" y="8367"/>
                </a:moveTo>
                <a:lnTo>
                  <a:pt x="114266" y="8425"/>
                </a:lnTo>
                <a:cubicBezTo>
                  <a:pt x="114149" y="8614"/>
                  <a:pt x="114032" y="8804"/>
                  <a:pt x="113916" y="8979"/>
                </a:cubicBezTo>
                <a:cubicBezTo>
                  <a:pt x="113930" y="8921"/>
                  <a:pt x="113945" y="8848"/>
                  <a:pt x="113959" y="8775"/>
                </a:cubicBezTo>
                <a:cubicBezTo>
                  <a:pt x="114032" y="8644"/>
                  <a:pt x="114134" y="8512"/>
                  <a:pt x="114266" y="8367"/>
                </a:cubicBezTo>
                <a:close/>
                <a:moveTo>
                  <a:pt x="116933" y="7128"/>
                </a:moveTo>
                <a:lnTo>
                  <a:pt x="116933" y="7128"/>
                </a:lnTo>
                <a:cubicBezTo>
                  <a:pt x="116947" y="7507"/>
                  <a:pt x="116904" y="7871"/>
                  <a:pt x="116860" y="8236"/>
                </a:cubicBezTo>
                <a:cubicBezTo>
                  <a:pt x="116802" y="8352"/>
                  <a:pt x="116758" y="8469"/>
                  <a:pt x="116729" y="8585"/>
                </a:cubicBezTo>
                <a:cubicBezTo>
                  <a:pt x="116510" y="8717"/>
                  <a:pt x="116291" y="8862"/>
                  <a:pt x="116102" y="9037"/>
                </a:cubicBezTo>
                <a:cubicBezTo>
                  <a:pt x="116204" y="8717"/>
                  <a:pt x="116233" y="8483"/>
                  <a:pt x="116233" y="8483"/>
                </a:cubicBezTo>
                <a:lnTo>
                  <a:pt x="116233" y="8483"/>
                </a:lnTo>
                <a:cubicBezTo>
                  <a:pt x="116175" y="8600"/>
                  <a:pt x="116131" y="8687"/>
                  <a:pt x="116087" y="8775"/>
                </a:cubicBezTo>
                <a:cubicBezTo>
                  <a:pt x="116087" y="8644"/>
                  <a:pt x="116073" y="8498"/>
                  <a:pt x="116058" y="8367"/>
                </a:cubicBezTo>
                <a:cubicBezTo>
                  <a:pt x="116321" y="7959"/>
                  <a:pt x="116612" y="7536"/>
                  <a:pt x="116933" y="7128"/>
                </a:cubicBezTo>
                <a:close/>
                <a:moveTo>
                  <a:pt x="27561" y="6195"/>
                </a:moveTo>
                <a:cubicBezTo>
                  <a:pt x="27926" y="6632"/>
                  <a:pt x="28130" y="6938"/>
                  <a:pt x="28275" y="7274"/>
                </a:cubicBezTo>
                <a:cubicBezTo>
                  <a:pt x="28188" y="7988"/>
                  <a:pt x="28028" y="8644"/>
                  <a:pt x="27882" y="9110"/>
                </a:cubicBezTo>
                <a:cubicBezTo>
                  <a:pt x="27838" y="9110"/>
                  <a:pt x="27780" y="9125"/>
                  <a:pt x="27721" y="9125"/>
                </a:cubicBezTo>
                <a:cubicBezTo>
                  <a:pt x="27780" y="8512"/>
                  <a:pt x="27590" y="7857"/>
                  <a:pt x="27343" y="7274"/>
                </a:cubicBezTo>
                <a:cubicBezTo>
                  <a:pt x="27401" y="7011"/>
                  <a:pt x="27488" y="6749"/>
                  <a:pt x="27590" y="6487"/>
                </a:cubicBezTo>
                <a:lnTo>
                  <a:pt x="27590" y="6487"/>
                </a:lnTo>
                <a:cubicBezTo>
                  <a:pt x="27590" y="6487"/>
                  <a:pt x="27444" y="6720"/>
                  <a:pt x="27255" y="7113"/>
                </a:cubicBezTo>
                <a:cubicBezTo>
                  <a:pt x="27197" y="6997"/>
                  <a:pt x="27138" y="6880"/>
                  <a:pt x="27080" y="6764"/>
                </a:cubicBezTo>
                <a:cubicBezTo>
                  <a:pt x="27211" y="6589"/>
                  <a:pt x="27357" y="6399"/>
                  <a:pt x="27561" y="6195"/>
                </a:cubicBezTo>
                <a:close/>
                <a:moveTo>
                  <a:pt x="114032" y="7244"/>
                </a:moveTo>
                <a:cubicBezTo>
                  <a:pt x="114091" y="7419"/>
                  <a:pt x="114134" y="7580"/>
                  <a:pt x="114178" y="7725"/>
                </a:cubicBezTo>
                <a:cubicBezTo>
                  <a:pt x="114076" y="7900"/>
                  <a:pt x="113901" y="8250"/>
                  <a:pt x="113741" y="8673"/>
                </a:cubicBezTo>
                <a:cubicBezTo>
                  <a:pt x="113610" y="8833"/>
                  <a:pt x="113493" y="9008"/>
                  <a:pt x="113406" y="9197"/>
                </a:cubicBezTo>
                <a:cubicBezTo>
                  <a:pt x="113362" y="9197"/>
                  <a:pt x="113318" y="9197"/>
                  <a:pt x="113274" y="9183"/>
                </a:cubicBezTo>
                <a:cubicBezTo>
                  <a:pt x="113318" y="9023"/>
                  <a:pt x="113333" y="8862"/>
                  <a:pt x="113347" y="8702"/>
                </a:cubicBezTo>
                <a:cubicBezTo>
                  <a:pt x="113493" y="8542"/>
                  <a:pt x="113668" y="8381"/>
                  <a:pt x="113887" y="8163"/>
                </a:cubicBezTo>
                <a:lnTo>
                  <a:pt x="113887" y="8163"/>
                </a:lnTo>
                <a:cubicBezTo>
                  <a:pt x="113886" y="8163"/>
                  <a:pt x="113668" y="8279"/>
                  <a:pt x="113362" y="8498"/>
                </a:cubicBezTo>
                <a:lnTo>
                  <a:pt x="113362" y="8454"/>
                </a:lnTo>
                <a:cubicBezTo>
                  <a:pt x="113377" y="8440"/>
                  <a:pt x="113377" y="8440"/>
                  <a:pt x="113377" y="8425"/>
                </a:cubicBezTo>
                <a:cubicBezTo>
                  <a:pt x="113566" y="8090"/>
                  <a:pt x="113712" y="7755"/>
                  <a:pt x="113814" y="7449"/>
                </a:cubicBezTo>
                <a:cubicBezTo>
                  <a:pt x="113828" y="7419"/>
                  <a:pt x="113857" y="7390"/>
                  <a:pt x="113872" y="7361"/>
                </a:cubicBezTo>
                <a:cubicBezTo>
                  <a:pt x="113901" y="7332"/>
                  <a:pt x="113930" y="7303"/>
                  <a:pt x="113959" y="7288"/>
                </a:cubicBezTo>
                <a:cubicBezTo>
                  <a:pt x="113989" y="7274"/>
                  <a:pt x="114018" y="7259"/>
                  <a:pt x="114032" y="7244"/>
                </a:cubicBezTo>
                <a:close/>
                <a:moveTo>
                  <a:pt x="27007" y="9008"/>
                </a:moveTo>
                <a:cubicBezTo>
                  <a:pt x="27022" y="9095"/>
                  <a:pt x="27022" y="9183"/>
                  <a:pt x="27022" y="9227"/>
                </a:cubicBezTo>
                <a:cubicBezTo>
                  <a:pt x="27007" y="9227"/>
                  <a:pt x="26993" y="9227"/>
                  <a:pt x="26978" y="9241"/>
                </a:cubicBezTo>
                <a:cubicBezTo>
                  <a:pt x="26993" y="9154"/>
                  <a:pt x="27007" y="9081"/>
                  <a:pt x="27007" y="9008"/>
                </a:cubicBezTo>
                <a:close/>
                <a:moveTo>
                  <a:pt x="123783" y="8498"/>
                </a:moveTo>
                <a:lnTo>
                  <a:pt x="123783" y="8498"/>
                </a:lnTo>
                <a:cubicBezTo>
                  <a:pt x="123724" y="8702"/>
                  <a:pt x="123637" y="8964"/>
                  <a:pt x="123564" y="9285"/>
                </a:cubicBezTo>
                <a:cubicBezTo>
                  <a:pt x="123506" y="9314"/>
                  <a:pt x="123462" y="9343"/>
                  <a:pt x="123418" y="9372"/>
                </a:cubicBezTo>
                <a:cubicBezTo>
                  <a:pt x="123520" y="9081"/>
                  <a:pt x="123637" y="8789"/>
                  <a:pt x="123783" y="8498"/>
                </a:cubicBezTo>
                <a:close/>
                <a:moveTo>
                  <a:pt x="124832" y="8775"/>
                </a:moveTo>
                <a:cubicBezTo>
                  <a:pt x="125007" y="8979"/>
                  <a:pt x="125167" y="9154"/>
                  <a:pt x="125284" y="9329"/>
                </a:cubicBezTo>
                <a:cubicBezTo>
                  <a:pt x="125226" y="9372"/>
                  <a:pt x="125167" y="9431"/>
                  <a:pt x="125109" y="9474"/>
                </a:cubicBezTo>
                <a:cubicBezTo>
                  <a:pt x="124992" y="9241"/>
                  <a:pt x="124861" y="9023"/>
                  <a:pt x="124730" y="8833"/>
                </a:cubicBezTo>
                <a:cubicBezTo>
                  <a:pt x="124759" y="8819"/>
                  <a:pt x="124803" y="8789"/>
                  <a:pt x="124832" y="8775"/>
                </a:cubicBezTo>
                <a:close/>
                <a:moveTo>
                  <a:pt x="11880" y="9493"/>
                </a:moveTo>
                <a:cubicBezTo>
                  <a:pt x="11880" y="9497"/>
                  <a:pt x="11879" y="9500"/>
                  <a:pt x="11879" y="9504"/>
                </a:cubicBezTo>
                <a:cubicBezTo>
                  <a:pt x="11881" y="9507"/>
                  <a:pt x="11884" y="9511"/>
                  <a:pt x="11888" y="9516"/>
                </a:cubicBezTo>
                <a:lnTo>
                  <a:pt x="11888" y="9516"/>
                </a:lnTo>
                <a:cubicBezTo>
                  <a:pt x="11885" y="9508"/>
                  <a:pt x="11883" y="9501"/>
                  <a:pt x="11880" y="9493"/>
                </a:cubicBezTo>
                <a:close/>
                <a:moveTo>
                  <a:pt x="25215" y="8571"/>
                </a:moveTo>
                <a:cubicBezTo>
                  <a:pt x="25331" y="8775"/>
                  <a:pt x="25477" y="8964"/>
                  <a:pt x="25652" y="9154"/>
                </a:cubicBezTo>
                <a:cubicBezTo>
                  <a:pt x="25637" y="9256"/>
                  <a:pt x="25608" y="9343"/>
                  <a:pt x="25608" y="9445"/>
                </a:cubicBezTo>
                <a:cubicBezTo>
                  <a:pt x="25404" y="9474"/>
                  <a:pt x="25200" y="9504"/>
                  <a:pt x="25011" y="9533"/>
                </a:cubicBezTo>
                <a:cubicBezTo>
                  <a:pt x="24981" y="9474"/>
                  <a:pt x="24967" y="9416"/>
                  <a:pt x="24938" y="9358"/>
                </a:cubicBezTo>
                <a:cubicBezTo>
                  <a:pt x="24981" y="9110"/>
                  <a:pt x="25069" y="8877"/>
                  <a:pt x="25215" y="8571"/>
                </a:cubicBezTo>
                <a:close/>
                <a:moveTo>
                  <a:pt x="24398" y="9110"/>
                </a:moveTo>
                <a:lnTo>
                  <a:pt x="24398" y="9110"/>
                </a:lnTo>
                <a:cubicBezTo>
                  <a:pt x="24384" y="9299"/>
                  <a:pt x="24384" y="9474"/>
                  <a:pt x="24355" y="9635"/>
                </a:cubicBezTo>
                <a:lnTo>
                  <a:pt x="24194" y="9664"/>
                </a:lnTo>
                <a:cubicBezTo>
                  <a:pt x="24180" y="9635"/>
                  <a:pt x="24180" y="9620"/>
                  <a:pt x="24165" y="9591"/>
                </a:cubicBezTo>
                <a:cubicBezTo>
                  <a:pt x="24224" y="9445"/>
                  <a:pt x="24296" y="9285"/>
                  <a:pt x="24398" y="9110"/>
                </a:cubicBezTo>
                <a:close/>
                <a:moveTo>
                  <a:pt x="9591" y="9664"/>
                </a:moveTo>
                <a:cubicBezTo>
                  <a:pt x="9591" y="9664"/>
                  <a:pt x="9605" y="9678"/>
                  <a:pt x="9605" y="9678"/>
                </a:cubicBezTo>
                <a:cubicBezTo>
                  <a:pt x="9605" y="9664"/>
                  <a:pt x="9591" y="9664"/>
                  <a:pt x="9591" y="9664"/>
                </a:cubicBezTo>
                <a:close/>
                <a:moveTo>
                  <a:pt x="117982" y="8410"/>
                </a:moveTo>
                <a:cubicBezTo>
                  <a:pt x="118026" y="8600"/>
                  <a:pt x="118070" y="8760"/>
                  <a:pt x="118084" y="8906"/>
                </a:cubicBezTo>
                <a:cubicBezTo>
                  <a:pt x="117807" y="9168"/>
                  <a:pt x="117545" y="9474"/>
                  <a:pt x="117341" y="9824"/>
                </a:cubicBezTo>
                <a:cubicBezTo>
                  <a:pt x="117297" y="9810"/>
                  <a:pt x="117253" y="9810"/>
                  <a:pt x="117224" y="9795"/>
                </a:cubicBezTo>
                <a:cubicBezTo>
                  <a:pt x="117210" y="9737"/>
                  <a:pt x="117195" y="9664"/>
                  <a:pt x="117195" y="9591"/>
                </a:cubicBezTo>
                <a:cubicBezTo>
                  <a:pt x="117210" y="9387"/>
                  <a:pt x="117224" y="9168"/>
                  <a:pt x="117224" y="8979"/>
                </a:cubicBezTo>
                <a:cubicBezTo>
                  <a:pt x="117443" y="8804"/>
                  <a:pt x="117691" y="8629"/>
                  <a:pt x="117982" y="8410"/>
                </a:cubicBezTo>
                <a:close/>
                <a:moveTo>
                  <a:pt x="22416" y="9489"/>
                </a:moveTo>
                <a:lnTo>
                  <a:pt x="22416" y="9489"/>
                </a:lnTo>
                <a:cubicBezTo>
                  <a:pt x="22518" y="9620"/>
                  <a:pt x="22620" y="9751"/>
                  <a:pt x="22722" y="9897"/>
                </a:cubicBezTo>
                <a:cubicBezTo>
                  <a:pt x="22635" y="9912"/>
                  <a:pt x="22547" y="9926"/>
                  <a:pt x="22475" y="9941"/>
                </a:cubicBezTo>
                <a:cubicBezTo>
                  <a:pt x="22445" y="9795"/>
                  <a:pt x="22431" y="9649"/>
                  <a:pt x="22416" y="9489"/>
                </a:cubicBezTo>
                <a:close/>
                <a:moveTo>
                  <a:pt x="119571" y="8134"/>
                </a:moveTo>
                <a:cubicBezTo>
                  <a:pt x="119542" y="8512"/>
                  <a:pt x="119425" y="8891"/>
                  <a:pt x="119206" y="9460"/>
                </a:cubicBezTo>
                <a:cubicBezTo>
                  <a:pt x="119031" y="9081"/>
                  <a:pt x="118842" y="8833"/>
                  <a:pt x="118784" y="8789"/>
                </a:cubicBezTo>
                <a:lnTo>
                  <a:pt x="118784" y="8789"/>
                </a:lnTo>
                <a:cubicBezTo>
                  <a:pt x="118915" y="9197"/>
                  <a:pt x="119002" y="9518"/>
                  <a:pt x="119061" y="9795"/>
                </a:cubicBezTo>
                <a:cubicBezTo>
                  <a:pt x="119002" y="9897"/>
                  <a:pt x="118929" y="9999"/>
                  <a:pt x="118842" y="10087"/>
                </a:cubicBezTo>
                <a:cubicBezTo>
                  <a:pt x="118725" y="10072"/>
                  <a:pt x="118609" y="10043"/>
                  <a:pt x="118507" y="10028"/>
                </a:cubicBezTo>
                <a:cubicBezTo>
                  <a:pt x="118521" y="9810"/>
                  <a:pt x="118521" y="9606"/>
                  <a:pt x="118507" y="9416"/>
                </a:cubicBezTo>
                <a:cubicBezTo>
                  <a:pt x="118565" y="9241"/>
                  <a:pt x="118609" y="9081"/>
                  <a:pt x="118638" y="8935"/>
                </a:cubicBezTo>
                <a:cubicBezTo>
                  <a:pt x="118682" y="8891"/>
                  <a:pt x="118740" y="8833"/>
                  <a:pt x="118784" y="8789"/>
                </a:cubicBezTo>
                <a:cubicBezTo>
                  <a:pt x="119002" y="8585"/>
                  <a:pt x="119250" y="8367"/>
                  <a:pt x="119571" y="8134"/>
                </a:cubicBezTo>
                <a:close/>
                <a:moveTo>
                  <a:pt x="21134" y="8396"/>
                </a:moveTo>
                <a:cubicBezTo>
                  <a:pt x="21440" y="8600"/>
                  <a:pt x="21673" y="8775"/>
                  <a:pt x="21877" y="8935"/>
                </a:cubicBezTo>
                <a:cubicBezTo>
                  <a:pt x="21804" y="9299"/>
                  <a:pt x="21746" y="9678"/>
                  <a:pt x="21731" y="10072"/>
                </a:cubicBezTo>
                <a:cubicBezTo>
                  <a:pt x="21469" y="10116"/>
                  <a:pt x="21192" y="10159"/>
                  <a:pt x="20930" y="10218"/>
                </a:cubicBezTo>
                <a:cubicBezTo>
                  <a:pt x="20857" y="10057"/>
                  <a:pt x="20784" y="9912"/>
                  <a:pt x="20711" y="9751"/>
                </a:cubicBezTo>
                <a:cubicBezTo>
                  <a:pt x="20755" y="9343"/>
                  <a:pt x="20886" y="8950"/>
                  <a:pt x="21134" y="8396"/>
                </a:cubicBezTo>
                <a:close/>
                <a:moveTo>
                  <a:pt x="120256" y="9955"/>
                </a:moveTo>
                <a:cubicBezTo>
                  <a:pt x="120241" y="10072"/>
                  <a:pt x="120241" y="10189"/>
                  <a:pt x="120227" y="10305"/>
                </a:cubicBezTo>
                <a:cubicBezTo>
                  <a:pt x="120227" y="10320"/>
                  <a:pt x="120212" y="10334"/>
                  <a:pt x="120212" y="10349"/>
                </a:cubicBezTo>
                <a:cubicBezTo>
                  <a:pt x="120197" y="10334"/>
                  <a:pt x="120168" y="10334"/>
                  <a:pt x="120154" y="10334"/>
                </a:cubicBezTo>
                <a:cubicBezTo>
                  <a:pt x="120183" y="10203"/>
                  <a:pt x="120212" y="10087"/>
                  <a:pt x="120256" y="9955"/>
                </a:cubicBezTo>
                <a:close/>
                <a:moveTo>
                  <a:pt x="121946" y="9882"/>
                </a:moveTo>
                <a:cubicBezTo>
                  <a:pt x="121946" y="9999"/>
                  <a:pt x="121946" y="10101"/>
                  <a:pt x="121946" y="10218"/>
                </a:cubicBezTo>
                <a:cubicBezTo>
                  <a:pt x="121917" y="10261"/>
                  <a:pt x="121874" y="10320"/>
                  <a:pt x="121830" y="10363"/>
                </a:cubicBezTo>
                <a:cubicBezTo>
                  <a:pt x="121830" y="10203"/>
                  <a:pt x="121859" y="10057"/>
                  <a:pt x="121903" y="9912"/>
                </a:cubicBezTo>
                <a:cubicBezTo>
                  <a:pt x="121917" y="9897"/>
                  <a:pt x="121932" y="9897"/>
                  <a:pt x="121946" y="9882"/>
                </a:cubicBezTo>
                <a:close/>
                <a:moveTo>
                  <a:pt x="10582" y="10276"/>
                </a:moveTo>
                <a:lnTo>
                  <a:pt x="10582" y="10276"/>
                </a:lnTo>
                <a:cubicBezTo>
                  <a:pt x="10640" y="10305"/>
                  <a:pt x="10684" y="10334"/>
                  <a:pt x="10727" y="10363"/>
                </a:cubicBezTo>
                <a:cubicBezTo>
                  <a:pt x="10727" y="10378"/>
                  <a:pt x="10727" y="10393"/>
                  <a:pt x="10742" y="10407"/>
                </a:cubicBezTo>
                <a:cubicBezTo>
                  <a:pt x="10698" y="10393"/>
                  <a:pt x="10655" y="10363"/>
                  <a:pt x="10611" y="10349"/>
                </a:cubicBezTo>
                <a:cubicBezTo>
                  <a:pt x="10596" y="10320"/>
                  <a:pt x="10596" y="10291"/>
                  <a:pt x="10582" y="10276"/>
                </a:cubicBezTo>
                <a:close/>
                <a:moveTo>
                  <a:pt x="121232" y="10465"/>
                </a:moveTo>
                <a:cubicBezTo>
                  <a:pt x="121232" y="10495"/>
                  <a:pt x="121232" y="10524"/>
                  <a:pt x="121232" y="10538"/>
                </a:cubicBezTo>
                <a:lnTo>
                  <a:pt x="121174" y="10538"/>
                </a:lnTo>
                <a:lnTo>
                  <a:pt x="121232" y="10465"/>
                </a:lnTo>
                <a:close/>
                <a:moveTo>
                  <a:pt x="124526" y="9023"/>
                </a:moveTo>
                <a:cubicBezTo>
                  <a:pt x="124643" y="9299"/>
                  <a:pt x="124730" y="9533"/>
                  <a:pt x="124803" y="9751"/>
                </a:cubicBezTo>
                <a:cubicBezTo>
                  <a:pt x="124497" y="10028"/>
                  <a:pt x="124205" y="10334"/>
                  <a:pt x="123943" y="10655"/>
                </a:cubicBezTo>
                <a:cubicBezTo>
                  <a:pt x="123914" y="10465"/>
                  <a:pt x="123899" y="10276"/>
                  <a:pt x="123885" y="10072"/>
                </a:cubicBezTo>
                <a:cubicBezTo>
                  <a:pt x="124016" y="9737"/>
                  <a:pt x="124220" y="9416"/>
                  <a:pt x="124526" y="9023"/>
                </a:cubicBezTo>
                <a:close/>
                <a:moveTo>
                  <a:pt x="125687" y="10079"/>
                </a:moveTo>
                <a:cubicBezTo>
                  <a:pt x="125739" y="10201"/>
                  <a:pt x="125767" y="10313"/>
                  <a:pt x="125809" y="10451"/>
                </a:cubicBezTo>
                <a:cubicBezTo>
                  <a:pt x="125721" y="10538"/>
                  <a:pt x="125634" y="10611"/>
                  <a:pt x="125546" y="10699"/>
                </a:cubicBezTo>
                <a:cubicBezTo>
                  <a:pt x="125589" y="10501"/>
                  <a:pt x="125631" y="10303"/>
                  <a:pt x="125687" y="10079"/>
                </a:cubicBezTo>
                <a:close/>
                <a:moveTo>
                  <a:pt x="13803" y="7915"/>
                </a:moveTo>
                <a:cubicBezTo>
                  <a:pt x="13803" y="8279"/>
                  <a:pt x="13846" y="8717"/>
                  <a:pt x="13919" y="9212"/>
                </a:cubicBezTo>
                <a:cubicBezTo>
                  <a:pt x="13788" y="9678"/>
                  <a:pt x="13744" y="10189"/>
                  <a:pt x="13817" y="10728"/>
                </a:cubicBezTo>
                <a:cubicBezTo>
                  <a:pt x="13657" y="10597"/>
                  <a:pt x="13511" y="10451"/>
                  <a:pt x="13395" y="10291"/>
                </a:cubicBezTo>
                <a:cubicBezTo>
                  <a:pt x="13467" y="9533"/>
                  <a:pt x="13584" y="8717"/>
                  <a:pt x="13803" y="7915"/>
                </a:cubicBezTo>
                <a:close/>
                <a:moveTo>
                  <a:pt x="123448" y="9795"/>
                </a:moveTo>
                <a:lnTo>
                  <a:pt x="123418" y="9970"/>
                </a:lnTo>
                <a:cubicBezTo>
                  <a:pt x="123258" y="10232"/>
                  <a:pt x="123127" y="10524"/>
                  <a:pt x="123025" y="10815"/>
                </a:cubicBezTo>
                <a:cubicBezTo>
                  <a:pt x="123069" y="10567"/>
                  <a:pt x="123127" y="10305"/>
                  <a:pt x="123214" y="10028"/>
                </a:cubicBezTo>
                <a:cubicBezTo>
                  <a:pt x="123287" y="9955"/>
                  <a:pt x="123360" y="9868"/>
                  <a:pt x="123448" y="9795"/>
                </a:cubicBezTo>
                <a:close/>
                <a:moveTo>
                  <a:pt x="10786" y="10815"/>
                </a:moveTo>
                <a:cubicBezTo>
                  <a:pt x="10786" y="10815"/>
                  <a:pt x="10800" y="10830"/>
                  <a:pt x="10815" y="10844"/>
                </a:cubicBezTo>
                <a:cubicBezTo>
                  <a:pt x="10829" y="10874"/>
                  <a:pt x="10829" y="10917"/>
                  <a:pt x="10844" y="10961"/>
                </a:cubicBezTo>
                <a:cubicBezTo>
                  <a:pt x="10815" y="10917"/>
                  <a:pt x="10800" y="10859"/>
                  <a:pt x="10786" y="10815"/>
                </a:cubicBezTo>
                <a:close/>
                <a:moveTo>
                  <a:pt x="9664" y="10174"/>
                </a:moveTo>
                <a:lnTo>
                  <a:pt x="9664" y="10174"/>
                </a:lnTo>
                <a:cubicBezTo>
                  <a:pt x="9882" y="10261"/>
                  <a:pt x="10057" y="10349"/>
                  <a:pt x="10203" y="10436"/>
                </a:cubicBezTo>
                <a:cubicBezTo>
                  <a:pt x="10101" y="10597"/>
                  <a:pt x="9999" y="10786"/>
                  <a:pt x="9911" y="10976"/>
                </a:cubicBezTo>
                <a:cubicBezTo>
                  <a:pt x="9824" y="10713"/>
                  <a:pt x="9736" y="10451"/>
                  <a:pt x="9664" y="10174"/>
                </a:cubicBezTo>
                <a:close/>
                <a:moveTo>
                  <a:pt x="16616" y="8921"/>
                </a:moveTo>
                <a:lnTo>
                  <a:pt x="16616" y="8921"/>
                </a:lnTo>
                <a:cubicBezTo>
                  <a:pt x="16863" y="9227"/>
                  <a:pt x="17097" y="9591"/>
                  <a:pt x="17359" y="10057"/>
                </a:cubicBezTo>
                <a:cubicBezTo>
                  <a:pt x="17344" y="10349"/>
                  <a:pt x="17344" y="10626"/>
                  <a:pt x="17359" y="10917"/>
                </a:cubicBezTo>
                <a:cubicBezTo>
                  <a:pt x="17213" y="10946"/>
                  <a:pt x="17082" y="10976"/>
                  <a:pt x="16951" y="11005"/>
                </a:cubicBezTo>
                <a:cubicBezTo>
                  <a:pt x="16834" y="10495"/>
                  <a:pt x="16688" y="9751"/>
                  <a:pt x="16616" y="8921"/>
                </a:cubicBezTo>
                <a:close/>
                <a:moveTo>
                  <a:pt x="124759" y="10684"/>
                </a:moveTo>
                <a:cubicBezTo>
                  <a:pt x="124686" y="10874"/>
                  <a:pt x="124628" y="11063"/>
                  <a:pt x="124584" y="11267"/>
                </a:cubicBezTo>
                <a:cubicBezTo>
                  <a:pt x="124541" y="11252"/>
                  <a:pt x="124482" y="11238"/>
                  <a:pt x="124439" y="11223"/>
                </a:cubicBezTo>
                <a:cubicBezTo>
                  <a:pt x="124526" y="11048"/>
                  <a:pt x="124643" y="10874"/>
                  <a:pt x="124759" y="10684"/>
                </a:cubicBezTo>
                <a:close/>
                <a:moveTo>
                  <a:pt x="9591" y="10203"/>
                </a:moveTo>
                <a:cubicBezTo>
                  <a:pt x="9591" y="10465"/>
                  <a:pt x="9605" y="10844"/>
                  <a:pt x="9649" y="11296"/>
                </a:cubicBezTo>
                <a:cubicBezTo>
                  <a:pt x="9634" y="11282"/>
                  <a:pt x="9634" y="11267"/>
                  <a:pt x="9620" y="11252"/>
                </a:cubicBezTo>
                <a:cubicBezTo>
                  <a:pt x="9547" y="10946"/>
                  <a:pt x="9547" y="10640"/>
                  <a:pt x="9591" y="10203"/>
                </a:cubicBezTo>
                <a:close/>
                <a:moveTo>
                  <a:pt x="15012" y="7565"/>
                </a:moveTo>
                <a:cubicBezTo>
                  <a:pt x="15391" y="7813"/>
                  <a:pt x="15697" y="8032"/>
                  <a:pt x="15945" y="8236"/>
                </a:cubicBezTo>
                <a:cubicBezTo>
                  <a:pt x="15756" y="9168"/>
                  <a:pt x="15668" y="10232"/>
                  <a:pt x="15931" y="11238"/>
                </a:cubicBezTo>
                <a:cubicBezTo>
                  <a:pt x="15814" y="11252"/>
                  <a:pt x="15712" y="11282"/>
                  <a:pt x="15595" y="11311"/>
                </a:cubicBezTo>
                <a:cubicBezTo>
                  <a:pt x="15246" y="10728"/>
                  <a:pt x="14837" y="10014"/>
                  <a:pt x="14502" y="9241"/>
                </a:cubicBezTo>
                <a:cubicBezTo>
                  <a:pt x="14546" y="8746"/>
                  <a:pt x="14706" y="8265"/>
                  <a:pt x="15012" y="7565"/>
                </a:cubicBezTo>
                <a:close/>
                <a:moveTo>
                  <a:pt x="125867" y="11427"/>
                </a:moveTo>
                <a:lnTo>
                  <a:pt x="125867" y="11427"/>
                </a:lnTo>
                <a:cubicBezTo>
                  <a:pt x="125852" y="11471"/>
                  <a:pt x="125838" y="11515"/>
                  <a:pt x="125823" y="11559"/>
                </a:cubicBezTo>
                <a:cubicBezTo>
                  <a:pt x="125809" y="11544"/>
                  <a:pt x="125794" y="11544"/>
                  <a:pt x="125780" y="11544"/>
                </a:cubicBezTo>
                <a:cubicBezTo>
                  <a:pt x="125809" y="11500"/>
                  <a:pt x="125838" y="11457"/>
                  <a:pt x="125867" y="11427"/>
                </a:cubicBezTo>
                <a:close/>
                <a:moveTo>
                  <a:pt x="13335" y="11252"/>
                </a:moveTo>
                <a:lnTo>
                  <a:pt x="13335" y="11252"/>
                </a:lnTo>
                <a:cubicBezTo>
                  <a:pt x="13477" y="11393"/>
                  <a:pt x="13619" y="11534"/>
                  <a:pt x="13788" y="11675"/>
                </a:cubicBezTo>
                <a:cubicBezTo>
                  <a:pt x="13774" y="11704"/>
                  <a:pt x="13774" y="11719"/>
                  <a:pt x="13774" y="11748"/>
                </a:cubicBezTo>
                <a:cubicBezTo>
                  <a:pt x="13613" y="11777"/>
                  <a:pt x="13467" y="11821"/>
                  <a:pt x="13307" y="11865"/>
                </a:cubicBezTo>
                <a:cubicBezTo>
                  <a:pt x="13307" y="11665"/>
                  <a:pt x="13321" y="11465"/>
                  <a:pt x="13335" y="11252"/>
                </a:cubicBezTo>
                <a:close/>
                <a:moveTo>
                  <a:pt x="134116" y="11748"/>
                </a:moveTo>
                <a:cubicBezTo>
                  <a:pt x="134116" y="11763"/>
                  <a:pt x="134131" y="11777"/>
                  <a:pt x="134145" y="11806"/>
                </a:cubicBezTo>
                <a:cubicBezTo>
                  <a:pt x="134072" y="11835"/>
                  <a:pt x="134000" y="11865"/>
                  <a:pt x="133927" y="11908"/>
                </a:cubicBezTo>
                <a:cubicBezTo>
                  <a:pt x="133985" y="11850"/>
                  <a:pt x="134043" y="11792"/>
                  <a:pt x="134116" y="11748"/>
                </a:cubicBezTo>
                <a:close/>
                <a:moveTo>
                  <a:pt x="9270" y="11311"/>
                </a:moveTo>
                <a:cubicBezTo>
                  <a:pt x="9285" y="11617"/>
                  <a:pt x="9357" y="11937"/>
                  <a:pt x="9503" y="12258"/>
                </a:cubicBezTo>
                <a:cubicBezTo>
                  <a:pt x="9314" y="12142"/>
                  <a:pt x="9153" y="12025"/>
                  <a:pt x="9022" y="11894"/>
                </a:cubicBezTo>
                <a:cubicBezTo>
                  <a:pt x="9095" y="11719"/>
                  <a:pt x="9168" y="11529"/>
                  <a:pt x="9270" y="11311"/>
                </a:cubicBezTo>
                <a:close/>
                <a:moveTo>
                  <a:pt x="129583" y="11704"/>
                </a:moveTo>
                <a:cubicBezTo>
                  <a:pt x="129642" y="11879"/>
                  <a:pt x="129671" y="12040"/>
                  <a:pt x="129686" y="12185"/>
                </a:cubicBezTo>
                <a:cubicBezTo>
                  <a:pt x="129569" y="12273"/>
                  <a:pt x="129452" y="12375"/>
                  <a:pt x="129350" y="12477"/>
                </a:cubicBezTo>
                <a:cubicBezTo>
                  <a:pt x="129146" y="12418"/>
                  <a:pt x="128928" y="12360"/>
                  <a:pt x="128724" y="12302"/>
                </a:cubicBezTo>
                <a:cubicBezTo>
                  <a:pt x="128928" y="12112"/>
                  <a:pt x="129190" y="11923"/>
                  <a:pt x="129583" y="11704"/>
                </a:cubicBezTo>
                <a:close/>
                <a:moveTo>
                  <a:pt x="10319" y="10917"/>
                </a:moveTo>
                <a:cubicBezTo>
                  <a:pt x="10421" y="11442"/>
                  <a:pt x="10596" y="12010"/>
                  <a:pt x="10931" y="12506"/>
                </a:cubicBezTo>
                <a:cubicBezTo>
                  <a:pt x="10873" y="12520"/>
                  <a:pt x="10829" y="12535"/>
                  <a:pt x="10771" y="12550"/>
                </a:cubicBezTo>
                <a:cubicBezTo>
                  <a:pt x="10669" y="12448"/>
                  <a:pt x="10567" y="12331"/>
                  <a:pt x="10451" y="12214"/>
                </a:cubicBezTo>
                <a:cubicBezTo>
                  <a:pt x="10349" y="12025"/>
                  <a:pt x="10261" y="11821"/>
                  <a:pt x="10159" y="11617"/>
                </a:cubicBezTo>
                <a:cubicBezTo>
                  <a:pt x="10188" y="11398"/>
                  <a:pt x="10232" y="11165"/>
                  <a:pt x="10319" y="10917"/>
                </a:cubicBezTo>
                <a:close/>
                <a:moveTo>
                  <a:pt x="6472" y="11180"/>
                </a:moveTo>
                <a:lnTo>
                  <a:pt x="6472" y="11180"/>
                </a:lnTo>
                <a:cubicBezTo>
                  <a:pt x="6661" y="11340"/>
                  <a:pt x="6836" y="11500"/>
                  <a:pt x="7040" y="11719"/>
                </a:cubicBezTo>
                <a:cubicBezTo>
                  <a:pt x="7055" y="11981"/>
                  <a:pt x="7084" y="12316"/>
                  <a:pt x="7142" y="12652"/>
                </a:cubicBezTo>
                <a:cubicBezTo>
                  <a:pt x="6953" y="12273"/>
                  <a:pt x="6705" y="11763"/>
                  <a:pt x="6472" y="11180"/>
                </a:cubicBezTo>
                <a:close/>
                <a:moveTo>
                  <a:pt x="134349" y="12273"/>
                </a:moveTo>
                <a:cubicBezTo>
                  <a:pt x="134379" y="12346"/>
                  <a:pt x="134408" y="12433"/>
                  <a:pt x="134437" y="12506"/>
                </a:cubicBezTo>
                <a:cubicBezTo>
                  <a:pt x="134335" y="12550"/>
                  <a:pt x="134233" y="12608"/>
                  <a:pt x="134131" y="12666"/>
                </a:cubicBezTo>
                <a:cubicBezTo>
                  <a:pt x="134189" y="12535"/>
                  <a:pt x="134262" y="12404"/>
                  <a:pt x="134349" y="12273"/>
                </a:cubicBezTo>
                <a:close/>
                <a:moveTo>
                  <a:pt x="131260" y="12185"/>
                </a:moveTo>
                <a:lnTo>
                  <a:pt x="131260" y="12200"/>
                </a:lnTo>
                <a:cubicBezTo>
                  <a:pt x="131187" y="12360"/>
                  <a:pt x="131114" y="12550"/>
                  <a:pt x="131056" y="12739"/>
                </a:cubicBezTo>
                <a:cubicBezTo>
                  <a:pt x="130997" y="12797"/>
                  <a:pt x="130939" y="12870"/>
                  <a:pt x="130881" y="12914"/>
                </a:cubicBezTo>
                <a:cubicBezTo>
                  <a:pt x="130779" y="12885"/>
                  <a:pt x="130691" y="12856"/>
                  <a:pt x="130589" y="12827"/>
                </a:cubicBezTo>
                <a:cubicBezTo>
                  <a:pt x="130793" y="12622"/>
                  <a:pt x="131026" y="12404"/>
                  <a:pt x="131260" y="12185"/>
                </a:cubicBezTo>
                <a:close/>
                <a:moveTo>
                  <a:pt x="4213" y="10801"/>
                </a:moveTo>
                <a:lnTo>
                  <a:pt x="4213" y="10801"/>
                </a:lnTo>
                <a:cubicBezTo>
                  <a:pt x="4300" y="11078"/>
                  <a:pt x="4431" y="11413"/>
                  <a:pt x="4592" y="11777"/>
                </a:cubicBezTo>
                <a:cubicBezTo>
                  <a:pt x="4621" y="12156"/>
                  <a:pt x="4694" y="12564"/>
                  <a:pt x="4883" y="12972"/>
                </a:cubicBezTo>
                <a:cubicBezTo>
                  <a:pt x="4737" y="12885"/>
                  <a:pt x="4592" y="12797"/>
                  <a:pt x="4475" y="12695"/>
                </a:cubicBezTo>
                <a:cubicBezTo>
                  <a:pt x="4344" y="12098"/>
                  <a:pt x="4242" y="11442"/>
                  <a:pt x="4213" y="10801"/>
                </a:cubicBezTo>
                <a:close/>
                <a:moveTo>
                  <a:pt x="132076" y="12579"/>
                </a:moveTo>
                <a:lnTo>
                  <a:pt x="132076" y="12579"/>
                </a:lnTo>
                <a:cubicBezTo>
                  <a:pt x="131945" y="12754"/>
                  <a:pt x="131799" y="12958"/>
                  <a:pt x="131668" y="13162"/>
                </a:cubicBezTo>
                <a:cubicBezTo>
                  <a:pt x="131639" y="13162"/>
                  <a:pt x="131595" y="13147"/>
                  <a:pt x="131566" y="13133"/>
                </a:cubicBezTo>
                <a:cubicBezTo>
                  <a:pt x="131580" y="13060"/>
                  <a:pt x="131595" y="12972"/>
                  <a:pt x="131624" y="12899"/>
                </a:cubicBezTo>
                <a:cubicBezTo>
                  <a:pt x="131755" y="12797"/>
                  <a:pt x="131915" y="12695"/>
                  <a:pt x="132076" y="12579"/>
                </a:cubicBezTo>
                <a:close/>
                <a:moveTo>
                  <a:pt x="134495" y="12666"/>
                </a:moveTo>
                <a:cubicBezTo>
                  <a:pt x="134495" y="12695"/>
                  <a:pt x="134510" y="12725"/>
                  <a:pt x="134510" y="12754"/>
                </a:cubicBezTo>
                <a:cubicBezTo>
                  <a:pt x="134262" y="12987"/>
                  <a:pt x="134000" y="13249"/>
                  <a:pt x="133766" y="13526"/>
                </a:cubicBezTo>
                <a:cubicBezTo>
                  <a:pt x="133810" y="13380"/>
                  <a:pt x="133868" y="13235"/>
                  <a:pt x="133941" y="13074"/>
                </a:cubicBezTo>
                <a:cubicBezTo>
                  <a:pt x="134087" y="12929"/>
                  <a:pt x="134262" y="12812"/>
                  <a:pt x="134495" y="12666"/>
                </a:cubicBezTo>
                <a:close/>
                <a:moveTo>
                  <a:pt x="134218" y="11981"/>
                </a:moveTo>
                <a:cubicBezTo>
                  <a:pt x="134262" y="12054"/>
                  <a:pt x="134291" y="12127"/>
                  <a:pt x="134320" y="12200"/>
                </a:cubicBezTo>
                <a:cubicBezTo>
                  <a:pt x="134160" y="12375"/>
                  <a:pt x="133941" y="12622"/>
                  <a:pt x="133708" y="12943"/>
                </a:cubicBezTo>
                <a:cubicBezTo>
                  <a:pt x="133460" y="13118"/>
                  <a:pt x="133227" y="13337"/>
                  <a:pt x="133038" y="13584"/>
                </a:cubicBezTo>
                <a:cubicBezTo>
                  <a:pt x="133023" y="13380"/>
                  <a:pt x="133052" y="13176"/>
                  <a:pt x="133140" y="12972"/>
                </a:cubicBezTo>
                <a:cubicBezTo>
                  <a:pt x="133358" y="12841"/>
                  <a:pt x="133635" y="12681"/>
                  <a:pt x="133985" y="12477"/>
                </a:cubicBezTo>
                <a:lnTo>
                  <a:pt x="133985" y="12477"/>
                </a:lnTo>
                <a:cubicBezTo>
                  <a:pt x="133985" y="12477"/>
                  <a:pt x="133693" y="12550"/>
                  <a:pt x="133285" y="12739"/>
                </a:cubicBezTo>
                <a:cubicBezTo>
                  <a:pt x="133315" y="12681"/>
                  <a:pt x="133358" y="12637"/>
                  <a:pt x="133387" y="12579"/>
                </a:cubicBezTo>
                <a:cubicBezTo>
                  <a:pt x="133621" y="12404"/>
                  <a:pt x="133883" y="12200"/>
                  <a:pt x="134218" y="11981"/>
                </a:cubicBezTo>
                <a:close/>
                <a:moveTo>
                  <a:pt x="5000" y="10363"/>
                </a:moveTo>
                <a:lnTo>
                  <a:pt x="5000" y="10363"/>
                </a:lnTo>
                <a:cubicBezTo>
                  <a:pt x="5335" y="10495"/>
                  <a:pt x="5597" y="10626"/>
                  <a:pt x="5830" y="10757"/>
                </a:cubicBezTo>
                <a:cubicBezTo>
                  <a:pt x="5918" y="11690"/>
                  <a:pt x="6195" y="12783"/>
                  <a:pt x="6894" y="13614"/>
                </a:cubicBezTo>
                <a:lnTo>
                  <a:pt x="7317" y="13424"/>
                </a:lnTo>
                <a:cubicBezTo>
                  <a:pt x="7346" y="13497"/>
                  <a:pt x="7361" y="13555"/>
                  <a:pt x="7375" y="13628"/>
                </a:cubicBezTo>
                <a:cubicBezTo>
                  <a:pt x="7259" y="13672"/>
                  <a:pt x="7142" y="13716"/>
                  <a:pt x="7026" y="13759"/>
                </a:cubicBezTo>
                <a:cubicBezTo>
                  <a:pt x="6967" y="13745"/>
                  <a:pt x="6923" y="13730"/>
                  <a:pt x="6865" y="13716"/>
                </a:cubicBezTo>
                <a:cubicBezTo>
                  <a:pt x="6413" y="13307"/>
                  <a:pt x="5685" y="12579"/>
                  <a:pt x="5029" y="11733"/>
                </a:cubicBezTo>
                <a:cubicBezTo>
                  <a:pt x="4941" y="11340"/>
                  <a:pt x="4941" y="10932"/>
                  <a:pt x="5000" y="10363"/>
                </a:cubicBezTo>
                <a:close/>
                <a:moveTo>
                  <a:pt x="3630" y="13730"/>
                </a:moveTo>
                <a:cubicBezTo>
                  <a:pt x="3688" y="13788"/>
                  <a:pt x="3746" y="13832"/>
                  <a:pt x="3805" y="13890"/>
                </a:cubicBezTo>
                <a:cubicBezTo>
                  <a:pt x="3819" y="13963"/>
                  <a:pt x="3848" y="14022"/>
                  <a:pt x="3863" y="14095"/>
                </a:cubicBezTo>
                <a:cubicBezTo>
                  <a:pt x="3805" y="14036"/>
                  <a:pt x="3746" y="13978"/>
                  <a:pt x="3702" y="13905"/>
                </a:cubicBezTo>
                <a:cubicBezTo>
                  <a:pt x="3673" y="13847"/>
                  <a:pt x="3644" y="13788"/>
                  <a:pt x="3630" y="13730"/>
                </a:cubicBezTo>
                <a:close/>
                <a:moveTo>
                  <a:pt x="134612" y="13788"/>
                </a:moveTo>
                <a:cubicBezTo>
                  <a:pt x="134612" y="13905"/>
                  <a:pt x="134597" y="14036"/>
                  <a:pt x="134583" y="14167"/>
                </a:cubicBezTo>
                <a:cubicBezTo>
                  <a:pt x="134510" y="14138"/>
                  <a:pt x="134451" y="14124"/>
                  <a:pt x="134393" y="14095"/>
                </a:cubicBezTo>
                <a:cubicBezTo>
                  <a:pt x="134451" y="14007"/>
                  <a:pt x="134524" y="13890"/>
                  <a:pt x="134612" y="13788"/>
                </a:cubicBezTo>
                <a:close/>
                <a:moveTo>
                  <a:pt x="5422" y="13905"/>
                </a:moveTo>
                <a:lnTo>
                  <a:pt x="5422" y="13905"/>
                </a:lnTo>
                <a:cubicBezTo>
                  <a:pt x="5451" y="13920"/>
                  <a:pt x="5481" y="13934"/>
                  <a:pt x="5510" y="13949"/>
                </a:cubicBezTo>
                <a:cubicBezTo>
                  <a:pt x="5597" y="14051"/>
                  <a:pt x="5685" y="14138"/>
                  <a:pt x="5772" y="14226"/>
                </a:cubicBezTo>
                <a:cubicBezTo>
                  <a:pt x="5670" y="14269"/>
                  <a:pt x="5568" y="14313"/>
                  <a:pt x="5481" y="14357"/>
                </a:cubicBezTo>
                <a:cubicBezTo>
                  <a:pt x="5466" y="14197"/>
                  <a:pt x="5451" y="14051"/>
                  <a:pt x="5422" y="13905"/>
                </a:cubicBezTo>
                <a:close/>
                <a:moveTo>
                  <a:pt x="4650" y="13439"/>
                </a:moveTo>
                <a:lnTo>
                  <a:pt x="4650" y="13439"/>
                </a:lnTo>
                <a:cubicBezTo>
                  <a:pt x="4781" y="13526"/>
                  <a:pt x="4927" y="13628"/>
                  <a:pt x="5087" y="13716"/>
                </a:cubicBezTo>
                <a:cubicBezTo>
                  <a:pt x="5116" y="13993"/>
                  <a:pt x="5116" y="14240"/>
                  <a:pt x="5058" y="14517"/>
                </a:cubicBezTo>
                <a:lnTo>
                  <a:pt x="4985" y="14561"/>
                </a:lnTo>
                <a:cubicBezTo>
                  <a:pt x="4970" y="14546"/>
                  <a:pt x="4970" y="14532"/>
                  <a:pt x="4970" y="14532"/>
                </a:cubicBezTo>
                <a:cubicBezTo>
                  <a:pt x="4868" y="14226"/>
                  <a:pt x="4752" y="13861"/>
                  <a:pt x="4650" y="13439"/>
                </a:cubicBezTo>
                <a:close/>
                <a:moveTo>
                  <a:pt x="2449" y="13074"/>
                </a:moveTo>
                <a:cubicBezTo>
                  <a:pt x="2493" y="13089"/>
                  <a:pt x="2537" y="13103"/>
                  <a:pt x="2580" y="13118"/>
                </a:cubicBezTo>
                <a:cubicBezTo>
                  <a:pt x="2770" y="13541"/>
                  <a:pt x="3003" y="13993"/>
                  <a:pt x="3309" y="14415"/>
                </a:cubicBezTo>
                <a:cubicBezTo>
                  <a:pt x="3382" y="14678"/>
                  <a:pt x="3484" y="14925"/>
                  <a:pt x="3615" y="15173"/>
                </a:cubicBezTo>
                <a:cubicBezTo>
                  <a:pt x="3557" y="15202"/>
                  <a:pt x="3484" y="15231"/>
                  <a:pt x="3426" y="15275"/>
                </a:cubicBezTo>
                <a:cubicBezTo>
                  <a:pt x="3120" y="14969"/>
                  <a:pt x="2784" y="14590"/>
                  <a:pt x="2464" y="14167"/>
                </a:cubicBezTo>
                <a:cubicBezTo>
                  <a:pt x="2391" y="13861"/>
                  <a:pt x="2391" y="13541"/>
                  <a:pt x="2434" y="13074"/>
                </a:cubicBezTo>
                <a:close/>
                <a:moveTo>
                  <a:pt x="84198" y="1"/>
                </a:moveTo>
                <a:cubicBezTo>
                  <a:pt x="84198" y="1"/>
                  <a:pt x="81516" y="1663"/>
                  <a:pt x="81706" y="4184"/>
                </a:cubicBezTo>
                <a:cubicBezTo>
                  <a:pt x="81444" y="4490"/>
                  <a:pt x="81167" y="4811"/>
                  <a:pt x="80890" y="5146"/>
                </a:cubicBezTo>
                <a:cubicBezTo>
                  <a:pt x="80846" y="5087"/>
                  <a:pt x="80788" y="5029"/>
                  <a:pt x="80744" y="4971"/>
                </a:cubicBezTo>
                <a:cubicBezTo>
                  <a:pt x="80700" y="4563"/>
                  <a:pt x="80671" y="4126"/>
                  <a:pt x="80686" y="3688"/>
                </a:cubicBezTo>
                <a:cubicBezTo>
                  <a:pt x="80802" y="3499"/>
                  <a:pt x="80948" y="3309"/>
                  <a:pt x="81094" y="3120"/>
                </a:cubicBezTo>
                <a:lnTo>
                  <a:pt x="81094" y="3120"/>
                </a:lnTo>
                <a:cubicBezTo>
                  <a:pt x="81094" y="3120"/>
                  <a:pt x="80933" y="3251"/>
                  <a:pt x="80686" y="3484"/>
                </a:cubicBezTo>
                <a:cubicBezTo>
                  <a:pt x="80700" y="3236"/>
                  <a:pt x="80715" y="2974"/>
                  <a:pt x="80759" y="2712"/>
                </a:cubicBezTo>
                <a:lnTo>
                  <a:pt x="80759" y="2712"/>
                </a:lnTo>
                <a:cubicBezTo>
                  <a:pt x="80758" y="2712"/>
                  <a:pt x="80598" y="3120"/>
                  <a:pt x="80438" y="3747"/>
                </a:cubicBezTo>
                <a:cubicBezTo>
                  <a:pt x="80380" y="3805"/>
                  <a:pt x="80321" y="3863"/>
                  <a:pt x="80263" y="3921"/>
                </a:cubicBezTo>
                <a:cubicBezTo>
                  <a:pt x="79665" y="2916"/>
                  <a:pt x="78718" y="2260"/>
                  <a:pt x="78368" y="2041"/>
                </a:cubicBezTo>
                <a:cubicBezTo>
                  <a:pt x="78558" y="1866"/>
                  <a:pt x="78776" y="1677"/>
                  <a:pt x="79024" y="1458"/>
                </a:cubicBezTo>
                <a:lnTo>
                  <a:pt x="79024" y="1458"/>
                </a:lnTo>
                <a:cubicBezTo>
                  <a:pt x="79024" y="1458"/>
                  <a:pt x="78820" y="1546"/>
                  <a:pt x="78529" y="1706"/>
                </a:cubicBezTo>
                <a:lnTo>
                  <a:pt x="78631" y="1590"/>
                </a:lnTo>
                <a:lnTo>
                  <a:pt x="78631" y="1590"/>
                </a:lnTo>
                <a:cubicBezTo>
                  <a:pt x="78630" y="1590"/>
                  <a:pt x="78558" y="1663"/>
                  <a:pt x="78427" y="1779"/>
                </a:cubicBezTo>
                <a:cubicBezTo>
                  <a:pt x="77800" y="2143"/>
                  <a:pt x="76838" y="2843"/>
                  <a:pt x="76299" y="3863"/>
                </a:cubicBezTo>
                <a:cubicBezTo>
                  <a:pt x="76080" y="3601"/>
                  <a:pt x="75934" y="3441"/>
                  <a:pt x="75934" y="3441"/>
                </a:cubicBezTo>
                <a:lnTo>
                  <a:pt x="75934" y="3441"/>
                </a:lnTo>
                <a:cubicBezTo>
                  <a:pt x="76036" y="3615"/>
                  <a:pt x="76138" y="3805"/>
                  <a:pt x="76226" y="3994"/>
                </a:cubicBezTo>
                <a:cubicBezTo>
                  <a:pt x="76182" y="4096"/>
                  <a:pt x="76124" y="4198"/>
                  <a:pt x="76095" y="4315"/>
                </a:cubicBezTo>
                <a:cubicBezTo>
                  <a:pt x="76051" y="4359"/>
                  <a:pt x="76022" y="4402"/>
                  <a:pt x="75993" y="4446"/>
                </a:cubicBezTo>
                <a:cubicBezTo>
                  <a:pt x="75876" y="4330"/>
                  <a:pt x="75803" y="4257"/>
                  <a:pt x="75803" y="4257"/>
                </a:cubicBezTo>
                <a:lnTo>
                  <a:pt x="75803" y="4257"/>
                </a:lnTo>
                <a:cubicBezTo>
                  <a:pt x="75861" y="4330"/>
                  <a:pt x="75905" y="4402"/>
                  <a:pt x="75963" y="4475"/>
                </a:cubicBezTo>
                <a:cubicBezTo>
                  <a:pt x="75818" y="4665"/>
                  <a:pt x="75687" y="4854"/>
                  <a:pt x="75555" y="5044"/>
                </a:cubicBezTo>
                <a:cubicBezTo>
                  <a:pt x="75380" y="4767"/>
                  <a:pt x="75191" y="4504"/>
                  <a:pt x="75016" y="4257"/>
                </a:cubicBezTo>
                <a:cubicBezTo>
                  <a:pt x="75264" y="3703"/>
                  <a:pt x="75570" y="3134"/>
                  <a:pt x="75934" y="2610"/>
                </a:cubicBezTo>
                <a:lnTo>
                  <a:pt x="75934" y="2610"/>
                </a:lnTo>
                <a:cubicBezTo>
                  <a:pt x="75934" y="2610"/>
                  <a:pt x="75366" y="3135"/>
                  <a:pt x="74754" y="3907"/>
                </a:cubicBezTo>
                <a:cubicBezTo>
                  <a:pt x="74579" y="3688"/>
                  <a:pt x="74419" y="3484"/>
                  <a:pt x="74258" y="3295"/>
                </a:cubicBezTo>
                <a:cubicBezTo>
                  <a:pt x="74346" y="3207"/>
                  <a:pt x="74433" y="3134"/>
                  <a:pt x="74521" y="3047"/>
                </a:cubicBezTo>
                <a:lnTo>
                  <a:pt x="74521" y="3047"/>
                </a:lnTo>
                <a:cubicBezTo>
                  <a:pt x="74520" y="3047"/>
                  <a:pt x="74389" y="3105"/>
                  <a:pt x="74200" y="3222"/>
                </a:cubicBezTo>
                <a:cubicBezTo>
                  <a:pt x="73705" y="2624"/>
                  <a:pt x="73355" y="2275"/>
                  <a:pt x="73355" y="2275"/>
                </a:cubicBezTo>
                <a:lnTo>
                  <a:pt x="73355" y="2275"/>
                </a:lnTo>
                <a:cubicBezTo>
                  <a:pt x="73588" y="2610"/>
                  <a:pt x="73806" y="2960"/>
                  <a:pt x="74025" y="3324"/>
                </a:cubicBezTo>
                <a:cubicBezTo>
                  <a:pt x="73996" y="3338"/>
                  <a:pt x="73952" y="3368"/>
                  <a:pt x="73923" y="3382"/>
                </a:cubicBezTo>
                <a:cubicBezTo>
                  <a:pt x="73500" y="3003"/>
                  <a:pt x="73151" y="2799"/>
                  <a:pt x="73151" y="2799"/>
                </a:cubicBezTo>
                <a:lnTo>
                  <a:pt x="73151" y="2799"/>
                </a:lnTo>
                <a:cubicBezTo>
                  <a:pt x="73369" y="3076"/>
                  <a:pt x="73559" y="3309"/>
                  <a:pt x="73734" y="3513"/>
                </a:cubicBezTo>
                <a:cubicBezTo>
                  <a:pt x="73457" y="3703"/>
                  <a:pt x="73151" y="3951"/>
                  <a:pt x="72859" y="4242"/>
                </a:cubicBezTo>
                <a:cubicBezTo>
                  <a:pt x="72888" y="3834"/>
                  <a:pt x="72947" y="3426"/>
                  <a:pt x="73049" y="3018"/>
                </a:cubicBezTo>
                <a:lnTo>
                  <a:pt x="73049" y="3018"/>
                </a:lnTo>
                <a:cubicBezTo>
                  <a:pt x="73048" y="3018"/>
                  <a:pt x="72640" y="3776"/>
                  <a:pt x="72349" y="4811"/>
                </a:cubicBezTo>
                <a:cubicBezTo>
                  <a:pt x="72320" y="4854"/>
                  <a:pt x="72291" y="4898"/>
                  <a:pt x="72247" y="4942"/>
                </a:cubicBezTo>
                <a:cubicBezTo>
                  <a:pt x="72101" y="4840"/>
                  <a:pt x="71970" y="4752"/>
                  <a:pt x="71883" y="4694"/>
                </a:cubicBezTo>
                <a:cubicBezTo>
                  <a:pt x="71883" y="4650"/>
                  <a:pt x="71897" y="4592"/>
                  <a:pt x="71912" y="4548"/>
                </a:cubicBezTo>
                <a:cubicBezTo>
                  <a:pt x="72087" y="4373"/>
                  <a:pt x="72276" y="4184"/>
                  <a:pt x="72509" y="3980"/>
                </a:cubicBezTo>
                <a:lnTo>
                  <a:pt x="72509" y="3980"/>
                </a:lnTo>
                <a:cubicBezTo>
                  <a:pt x="72509" y="3980"/>
                  <a:pt x="72276" y="4082"/>
                  <a:pt x="71955" y="4286"/>
                </a:cubicBezTo>
                <a:cubicBezTo>
                  <a:pt x="72028" y="3718"/>
                  <a:pt x="71970" y="3324"/>
                  <a:pt x="71970" y="3324"/>
                </a:cubicBezTo>
                <a:lnTo>
                  <a:pt x="71970" y="3324"/>
                </a:lnTo>
                <a:cubicBezTo>
                  <a:pt x="71824" y="3819"/>
                  <a:pt x="71708" y="4213"/>
                  <a:pt x="71591" y="4534"/>
                </a:cubicBezTo>
                <a:cubicBezTo>
                  <a:pt x="71562" y="4548"/>
                  <a:pt x="71547" y="4577"/>
                  <a:pt x="71518" y="4592"/>
                </a:cubicBezTo>
                <a:cubicBezTo>
                  <a:pt x="71912" y="2916"/>
                  <a:pt x="72116" y="2595"/>
                  <a:pt x="73792" y="1007"/>
                </a:cubicBezTo>
                <a:lnTo>
                  <a:pt x="73792" y="1007"/>
                </a:lnTo>
                <a:cubicBezTo>
                  <a:pt x="73792" y="1007"/>
                  <a:pt x="72815" y="1473"/>
                  <a:pt x="71985" y="2333"/>
                </a:cubicBezTo>
                <a:cubicBezTo>
                  <a:pt x="72291" y="1735"/>
                  <a:pt x="72626" y="1123"/>
                  <a:pt x="73005" y="555"/>
                </a:cubicBezTo>
                <a:lnTo>
                  <a:pt x="73005" y="555"/>
                </a:lnTo>
                <a:cubicBezTo>
                  <a:pt x="73004" y="555"/>
                  <a:pt x="71270" y="2435"/>
                  <a:pt x="70192" y="4636"/>
                </a:cubicBezTo>
                <a:cubicBezTo>
                  <a:pt x="70104" y="4432"/>
                  <a:pt x="69988" y="4228"/>
                  <a:pt x="69857" y="4053"/>
                </a:cubicBezTo>
                <a:cubicBezTo>
                  <a:pt x="69886" y="3805"/>
                  <a:pt x="69930" y="3572"/>
                  <a:pt x="69988" y="3338"/>
                </a:cubicBezTo>
                <a:lnTo>
                  <a:pt x="69988" y="3338"/>
                </a:lnTo>
                <a:cubicBezTo>
                  <a:pt x="69988" y="3339"/>
                  <a:pt x="69886" y="3543"/>
                  <a:pt x="69740" y="3892"/>
                </a:cubicBezTo>
                <a:cubicBezTo>
                  <a:pt x="69726" y="3863"/>
                  <a:pt x="69711" y="3849"/>
                  <a:pt x="69682" y="3819"/>
                </a:cubicBezTo>
                <a:cubicBezTo>
                  <a:pt x="69886" y="3164"/>
                  <a:pt x="70148" y="2479"/>
                  <a:pt x="70498" y="1837"/>
                </a:cubicBezTo>
                <a:lnTo>
                  <a:pt x="70498" y="1837"/>
                </a:lnTo>
                <a:cubicBezTo>
                  <a:pt x="70498" y="1838"/>
                  <a:pt x="69915" y="2493"/>
                  <a:pt x="69361" y="3455"/>
                </a:cubicBezTo>
                <a:cubicBezTo>
                  <a:pt x="69157" y="3236"/>
                  <a:pt x="68953" y="3062"/>
                  <a:pt x="68764" y="2901"/>
                </a:cubicBezTo>
                <a:cubicBezTo>
                  <a:pt x="68880" y="2756"/>
                  <a:pt x="69026" y="2595"/>
                  <a:pt x="69172" y="2406"/>
                </a:cubicBezTo>
                <a:lnTo>
                  <a:pt x="69172" y="2406"/>
                </a:lnTo>
                <a:cubicBezTo>
                  <a:pt x="69172" y="2406"/>
                  <a:pt x="68938" y="2552"/>
                  <a:pt x="68632" y="2814"/>
                </a:cubicBezTo>
                <a:cubicBezTo>
                  <a:pt x="68181" y="2464"/>
                  <a:pt x="67816" y="2304"/>
                  <a:pt x="67816" y="2304"/>
                </a:cubicBezTo>
                <a:lnTo>
                  <a:pt x="67816" y="2304"/>
                </a:lnTo>
                <a:cubicBezTo>
                  <a:pt x="68064" y="2551"/>
                  <a:pt x="68268" y="2756"/>
                  <a:pt x="68458" y="2960"/>
                </a:cubicBezTo>
                <a:cubicBezTo>
                  <a:pt x="68210" y="3178"/>
                  <a:pt x="67933" y="3441"/>
                  <a:pt x="67670" y="3776"/>
                </a:cubicBezTo>
                <a:cubicBezTo>
                  <a:pt x="67670" y="3368"/>
                  <a:pt x="67685" y="2945"/>
                  <a:pt x="67743" y="2537"/>
                </a:cubicBezTo>
                <a:lnTo>
                  <a:pt x="67743" y="2537"/>
                </a:lnTo>
                <a:cubicBezTo>
                  <a:pt x="67743" y="2537"/>
                  <a:pt x="67423" y="3324"/>
                  <a:pt x="67248" y="4388"/>
                </a:cubicBezTo>
                <a:cubicBezTo>
                  <a:pt x="67117" y="4606"/>
                  <a:pt x="67000" y="4840"/>
                  <a:pt x="66898" y="5087"/>
                </a:cubicBezTo>
                <a:cubicBezTo>
                  <a:pt x="66840" y="5029"/>
                  <a:pt x="66767" y="4971"/>
                  <a:pt x="66709" y="4927"/>
                </a:cubicBezTo>
                <a:cubicBezTo>
                  <a:pt x="66781" y="4825"/>
                  <a:pt x="66869" y="4723"/>
                  <a:pt x="66971" y="4606"/>
                </a:cubicBezTo>
                <a:lnTo>
                  <a:pt x="66971" y="4606"/>
                </a:lnTo>
                <a:cubicBezTo>
                  <a:pt x="66971" y="4607"/>
                  <a:pt x="66825" y="4694"/>
                  <a:pt x="66636" y="4869"/>
                </a:cubicBezTo>
                <a:cubicBezTo>
                  <a:pt x="66548" y="4796"/>
                  <a:pt x="66461" y="4738"/>
                  <a:pt x="66388" y="4694"/>
                </a:cubicBezTo>
                <a:cubicBezTo>
                  <a:pt x="66621" y="4373"/>
                  <a:pt x="66927" y="4009"/>
                  <a:pt x="67306" y="3543"/>
                </a:cubicBezTo>
                <a:lnTo>
                  <a:pt x="67306" y="3543"/>
                </a:lnTo>
                <a:cubicBezTo>
                  <a:pt x="67306" y="3543"/>
                  <a:pt x="66913" y="3790"/>
                  <a:pt x="66417" y="4242"/>
                </a:cubicBezTo>
                <a:cubicBezTo>
                  <a:pt x="66650" y="2537"/>
                  <a:pt x="66811" y="2202"/>
                  <a:pt x="68268" y="438"/>
                </a:cubicBezTo>
                <a:lnTo>
                  <a:pt x="68268" y="438"/>
                </a:lnTo>
                <a:cubicBezTo>
                  <a:pt x="68268" y="438"/>
                  <a:pt x="66126" y="1779"/>
                  <a:pt x="65805" y="3863"/>
                </a:cubicBezTo>
                <a:cubicBezTo>
                  <a:pt x="65397" y="4257"/>
                  <a:pt x="64916" y="4883"/>
                  <a:pt x="64858" y="5670"/>
                </a:cubicBezTo>
                <a:cubicBezTo>
                  <a:pt x="64741" y="4883"/>
                  <a:pt x="64712" y="3994"/>
                  <a:pt x="64828" y="3149"/>
                </a:cubicBezTo>
                <a:lnTo>
                  <a:pt x="64828" y="3149"/>
                </a:lnTo>
                <a:cubicBezTo>
                  <a:pt x="64828" y="3149"/>
                  <a:pt x="64289" y="4490"/>
                  <a:pt x="64216" y="6006"/>
                </a:cubicBezTo>
                <a:cubicBezTo>
                  <a:pt x="64202" y="5700"/>
                  <a:pt x="64216" y="5379"/>
                  <a:pt x="64260" y="5073"/>
                </a:cubicBezTo>
                <a:lnTo>
                  <a:pt x="64260" y="5073"/>
                </a:lnTo>
                <a:cubicBezTo>
                  <a:pt x="64260" y="5073"/>
                  <a:pt x="63954" y="5802"/>
                  <a:pt x="63881" y="6676"/>
                </a:cubicBezTo>
                <a:cubicBezTo>
                  <a:pt x="63750" y="6691"/>
                  <a:pt x="63619" y="6691"/>
                  <a:pt x="63488" y="6691"/>
                </a:cubicBezTo>
                <a:cubicBezTo>
                  <a:pt x="64187" y="5277"/>
                  <a:pt x="63808" y="3936"/>
                  <a:pt x="63808" y="3936"/>
                </a:cubicBezTo>
                <a:lnTo>
                  <a:pt x="63808" y="3936"/>
                </a:lnTo>
                <a:cubicBezTo>
                  <a:pt x="63560" y="5394"/>
                  <a:pt x="63400" y="5962"/>
                  <a:pt x="62817" y="6705"/>
                </a:cubicBezTo>
                <a:lnTo>
                  <a:pt x="62671" y="6705"/>
                </a:lnTo>
                <a:lnTo>
                  <a:pt x="62671" y="6691"/>
                </a:lnTo>
                <a:cubicBezTo>
                  <a:pt x="62919" y="5379"/>
                  <a:pt x="63444" y="3105"/>
                  <a:pt x="64493" y="1167"/>
                </a:cubicBezTo>
                <a:lnTo>
                  <a:pt x="64493" y="1167"/>
                </a:lnTo>
                <a:cubicBezTo>
                  <a:pt x="64493" y="1167"/>
                  <a:pt x="63546" y="2348"/>
                  <a:pt x="62744" y="3936"/>
                </a:cubicBezTo>
                <a:cubicBezTo>
                  <a:pt x="62788" y="3441"/>
                  <a:pt x="62744" y="3120"/>
                  <a:pt x="62744" y="3120"/>
                </a:cubicBezTo>
                <a:cubicBezTo>
                  <a:pt x="62467" y="4053"/>
                  <a:pt x="62278" y="4621"/>
                  <a:pt x="62016" y="5087"/>
                </a:cubicBezTo>
                <a:cubicBezTo>
                  <a:pt x="61914" y="4942"/>
                  <a:pt x="61797" y="4811"/>
                  <a:pt x="61680" y="4679"/>
                </a:cubicBezTo>
                <a:cubicBezTo>
                  <a:pt x="62147" y="3397"/>
                  <a:pt x="62832" y="1779"/>
                  <a:pt x="63764" y="351"/>
                </a:cubicBezTo>
                <a:lnTo>
                  <a:pt x="63764" y="351"/>
                </a:lnTo>
                <a:cubicBezTo>
                  <a:pt x="63764" y="351"/>
                  <a:pt x="62919" y="1269"/>
                  <a:pt x="62045" y="2581"/>
                </a:cubicBezTo>
                <a:cubicBezTo>
                  <a:pt x="62059" y="2551"/>
                  <a:pt x="62059" y="2537"/>
                  <a:pt x="62074" y="2508"/>
                </a:cubicBezTo>
                <a:lnTo>
                  <a:pt x="62074" y="2508"/>
                </a:lnTo>
                <a:cubicBezTo>
                  <a:pt x="62074" y="2508"/>
                  <a:pt x="61622" y="3120"/>
                  <a:pt x="61199" y="3994"/>
                </a:cubicBezTo>
                <a:cubicBezTo>
                  <a:pt x="61170" y="4038"/>
                  <a:pt x="61141" y="4082"/>
                  <a:pt x="61112" y="4140"/>
                </a:cubicBezTo>
                <a:cubicBezTo>
                  <a:pt x="60908" y="3965"/>
                  <a:pt x="60704" y="3805"/>
                  <a:pt x="60500" y="3674"/>
                </a:cubicBezTo>
                <a:cubicBezTo>
                  <a:pt x="60485" y="3659"/>
                  <a:pt x="60471" y="3645"/>
                  <a:pt x="60456" y="3615"/>
                </a:cubicBezTo>
                <a:cubicBezTo>
                  <a:pt x="60471" y="3601"/>
                  <a:pt x="60471" y="3572"/>
                  <a:pt x="60485" y="3543"/>
                </a:cubicBezTo>
                <a:cubicBezTo>
                  <a:pt x="60573" y="3411"/>
                  <a:pt x="60675" y="3280"/>
                  <a:pt x="60791" y="3120"/>
                </a:cubicBezTo>
                <a:lnTo>
                  <a:pt x="60791" y="3120"/>
                </a:lnTo>
                <a:cubicBezTo>
                  <a:pt x="60791" y="3120"/>
                  <a:pt x="60704" y="3178"/>
                  <a:pt x="60573" y="3295"/>
                </a:cubicBezTo>
                <a:cubicBezTo>
                  <a:pt x="60748" y="2741"/>
                  <a:pt x="60981" y="2173"/>
                  <a:pt x="61272" y="1633"/>
                </a:cubicBezTo>
                <a:lnTo>
                  <a:pt x="61272" y="1633"/>
                </a:lnTo>
                <a:cubicBezTo>
                  <a:pt x="61272" y="1634"/>
                  <a:pt x="60689" y="2304"/>
                  <a:pt x="60135" y="3251"/>
                </a:cubicBezTo>
                <a:cubicBezTo>
                  <a:pt x="59931" y="3032"/>
                  <a:pt x="59727" y="2858"/>
                  <a:pt x="59538" y="2712"/>
                </a:cubicBezTo>
                <a:cubicBezTo>
                  <a:pt x="59654" y="2551"/>
                  <a:pt x="59800" y="2391"/>
                  <a:pt x="59946" y="2202"/>
                </a:cubicBezTo>
                <a:lnTo>
                  <a:pt x="59946" y="2202"/>
                </a:lnTo>
                <a:cubicBezTo>
                  <a:pt x="59946" y="2202"/>
                  <a:pt x="59713" y="2347"/>
                  <a:pt x="59407" y="2610"/>
                </a:cubicBezTo>
                <a:cubicBezTo>
                  <a:pt x="59203" y="2449"/>
                  <a:pt x="59013" y="2333"/>
                  <a:pt x="58882" y="2245"/>
                </a:cubicBezTo>
                <a:cubicBezTo>
                  <a:pt x="59057" y="1954"/>
                  <a:pt x="59290" y="1619"/>
                  <a:pt x="59582" y="1211"/>
                </a:cubicBezTo>
                <a:lnTo>
                  <a:pt x="59582" y="1211"/>
                </a:lnTo>
                <a:cubicBezTo>
                  <a:pt x="59581" y="1211"/>
                  <a:pt x="59115" y="1531"/>
                  <a:pt x="58620" y="2100"/>
                </a:cubicBezTo>
                <a:lnTo>
                  <a:pt x="58591" y="2100"/>
                </a:lnTo>
                <a:lnTo>
                  <a:pt x="58605" y="2114"/>
                </a:lnTo>
                <a:cubicBezTo>
                  <a:pt x="58270" y="2508"/>
                  <a:pt x="57920" y="3003"/>
                  <a:pt x="57701" y="3601"/>
                </a:cubicBezTo>
                <a:cubicBezTo>
                  <a:pt x="57556" y="3717"/>
                  <a:pt x="57381" y="3863"/>
                  <a:pt x="57191" y="4053"/>
                </a:cubicBezTo>
                <a:cubicBezTo>
                  <a:pt x="57425" y="2333"/>
                  <a:pt x="57585" y="1998"/>
                  <a:pt x="59042" y="234"/>
                </a:cubicBezTo>
                <a:lnTo>
                  <a:pt x="59042" y="234"/>
                </a:lnTo>
                <a:cubicBezTo>
                  <a:pt x="59042" y="234"/>
                  <a:pt x="56375" y="1896"/>
                  <a:pt x="56550" y="4402"/>
                </a:cubicBezTo>
                <a:cubicBezTo>
                  <a:pt x="56506" y="4461"/>
                  <a:pt x="56463" y="4519"/>
                  <a:pt x="56419" y="4592"/>
                </a:cubicBezTo>
                <a:cubicBezTo>
                  <a:pt x="56404" y="4402"/>
                  <a:pt x="56390" y="4198"/>
                  <a:pt x="56404" y="4009"/>
                </a:cubicBezTo>
                <a:lnTo>
                  <a:pt x="56404" y="4009"/>
                </a:lnTo>
                <a:cubicBezTo>
                  <a:pt x="56404" y="4009"/>
                  <a:pt x="56302" y="4359"/>
                  <a:pt x="56215" y="4883"/>
                </a:cubicBezTo>
                <a:cubicBezTo>
                  <a:pt x="56186" y="4956"/>
                  <a:pt x="56142" y="5015"/>
                  <a:pt x="56098" y="5087"/>
                </a:cubicBezTo>
                <a:cubicBezTo>
                  <a:pt x="55982" y="4956"/>
                  <a:pt x="55850" y="4840"/>
                  <a:pt x="55719" y="4752"/>
                </a:cubicBezTo>
                <a:cubicBezTo>
                  <a:pt x="55807" y="4650"/>
                  <a:pt x="55880" y="4548"/>
                  <a:pt x="55982" y="4432"/>
                </a:cubicBezTo>
                <a:lnTo>
                  <a:pt x="55982" y="4432"/>
                </a:lnTo>
                <a:cubicBezTo>
                  <a:pt x="55982" y="4432"/>
                  <a:pt x="55836" y="4519"/>
                  <a:pt x="55646" y="4679"/>
                </a:cubicBezTo>
                <a:cubicBezTo>
                  <a:pt x="55603" y="4665"/>
                  <a:pt x="55574" y="4636"/>
                  <a:pt x="55544" y="4606"/>
                </a:cubicBezTo>
                <a:cubicBezTo>
                  <a:pt x="55515" y="4067"/>
                  <a:pt x="55530" y="3499"/>
                  <a:pt x="55603" y="2945"/>
                </a:cubicBezTo>
                <a:lnTo>
                  <a:pt x="55603" y="2945"/>
                </a:lnTo>
                <a:cubicBezTo>
                  <a:pt x="55603" y="2945"/>
                  <a:pt x="55369" y="3543"/>
                  <a:pt x="55180" y="4388"/>
                </a:cubicBezTo>
                <a:cubicBezTo>
                  <a:pt x="55151" y="4373"/>
                  <a:pt x="55137" y="4359"/>
                  <a:pt x="55136" y="4359"/>
                </a:cubicBezTo>
                <a:lnTo>
                  <a:pt x="55136" y="4359"/>
                </a:lnTo>
                <a:cubicBezTo>
                  <a:pt x="55151" y="4373"/>
                  <a:pt x="55165" y="4388"/>
                  <a:pt x="55180" y="4402"/>
                </a:cubicBezTo>
                <a:cubicBezTo>
                  <a:pt x="55122" y="4636"/>
                  <a:pt x="55078" y="4883"/>
                  <a:pt x="55049" y="5146"/>
                </a:cubicBezTo>
                <a:cubicBezTo>
                  <a:pt x="55049" y="4942"/>
                  <a:pt x="55063" y="4723"/>
                  <a:pt x="55093" y="4519"/>
                </a:cubicBezTo>
                <a:lnTo>
                  <a:pt x="55093" y="4519"/>
                </a:lnTo>
                <a:cubicBezTo>
                  <a:pt x="55093" y="4519"/>
                  <a:pt x="54889" y="5015"/>
                  <a:pt x="54772" y="5670"/>
                </a:cubicBezTo>
                <a:cubicBezTo>
                  <a:pt x="54626" y="5918"/>
                  <a:pt x="54510" y="6181"/>
                  <a:pt x="54466" y="6487"/>
                </a:cubicBezTo>
                <a:cubicBezTo>
                  <a:pt x="54335" y="6297"/>
                  <a:pt x="54262" y="6079"/>
                  <a:pt x="54247" y="5860"/>
                </a:cubicBezTo>
                <a:cubicBezTo>
                  <a:pt x="54393" y="5656"/>
                  <a:pt x="54582" y="5437"/>
                  <a:pt x="54816" y="5146"/>
                </a:cubicBezTo>
                <a:lnTo>
                  <a:pt x="54816" y="5146"/>
                </a:lnTo>
                <a:cubicBezTo>
                  <a:pt x="54816" y="5146"/>
                  <a:pt x="54568" y="5292"/>
                  <a:pt x="54262" y="5583"/>
                </a:cubicBezTo>
                <a:cubicBezTo>
                  <a:pt x="54408" y="4519"/>
                  <a:pt x="54510" y="4300"/>
                  <a:pt x="55428" y="3207"/>
                </a:cubicBezTo>
                <a:lnTo>
                  <a:pt x="55428" y="3207"/>
                </a:lnTo>
                <a:cubicBezTo>
                  <a:pt x="55427" y="3208"/>
                  <a:pt x="53621" y="4315"/>
                  <a:pt x="53883" y="5991"/>
                </a:cubicBezTo>
                <a:cubicBezTo>
                  <a:pt x="53679" y="6253"/>
                  <a:pt x="53475" y="6574"/>
                  <a:pt x="53358" y="6953"/>
                </a:cubicBezTo>
                <a:cubicBezTo>
                  <a:pt x="53242" y="6355"/>
                  <a:pt x="53169" y="5612"/>
                  <a:pt x="53271" y="4898"/>
                </a:cubicBezTo>
                <a:lnTo>
                  <a:pt x="53271" y="4898"/>
                </a:lnTo>
                <a:cubicBezTo>
                  <a:pt x="53271" y="4898"/>
                  <a:pt x="52848" y="5918"/>
                  <a:pt x="52877" y="6997"/>
                </a:cubicBezTo>
                <a:cubicBezTo>
                  <a:pt x="52644" y="7011"/>
                  <a:pt x="52411" y="7026"/>
                  <a:pt x="52192" y="7026"/>
                </a:cubicBezTo>
                <a:cubicBezTo>
                  <a:pt x="53314" y="5437"/>
                  <a:pt x="52819" y="3761"/>
                  <a:pt x="52819" y="3761"/>
                </a:cubicBezTo>
                <a:lnTo>
                  <a:pt x="52819" y="3761"/>
                </a:lnTo>
                <a:cubicBezTo>
                  <a:pt x="52557" y="5321"/>
                  <a:pt x="52396" y="5860"/>
                  <a:pt x="51711" y="6676"/>
                </a:cubicBezTo>
                <a:cubicBezTo>
                  <a:pt x="51711" y="6632"/>
                  <a:pt x="51697" y="6574"/>
                  <a:pt x="51697" y="6516"/>
                </a:cubicBezTo>
                <a:cubicBezTo>
                  <a:pt x="51930" y="5204"/>
                  <a:pt x="52455" y="2930"/>
                  <a:pt x="53504" y="992"/>
                </a:cubicBezTo>
                <a:lnTo>
                  <a:pt x="53504" y="992"/>
                </a:lnTo>
                <a:cubicBezTo>
                  <a:pt x="53504" y="992"/>
                  <a:pt x="51974" y="2902"/>
                  <a:pt x="51157" y="5117"/>
                </a:cubicBezTo>
                <a:cubicBezTo>
                  <a:pt x="50968" y="4825"/>
                  <a:pt x="50749" y="4563"/>
                  <a:pt x="50516" y="4330"/>
                </a:cubicBezTo>
                <a:cubicBezTo>
                  <a:pt x="50633" y="3674"/>
                  <a:pt x="50808" y="2989"/>
                  <a:pt x="51085" y="2347"/>
                </a:cubicBezTo>
                <a:lnTo>
                  <a:pt x="51085" y="2347"/>
                </a:lnTo>
                <a:cubicBezTo>
                  <a:pt x="51084" y="2348"/>
                  <a:pt x="50589" y="3018"/>
                  <a:pt x="50137" y="3965"/>
                </a:cubicBezTo>
                <a:cubicBezTo>
                  <a:pt x="49904" y="3776"/>
                  <a:pt x="49656" y="3601"/>
                  <a:pt x="49438" y="3455"/>
                </a:cubicBezTo>
                <a:cubicBezTo>
                  <a:pt x="49540" y="3295"/>
                  <a:pt x="49656" y="3134"/>
                  <a:pt x="49787" y="2945"/>
                </a:cubicBezTo>
                <a:lnTo>
                  <a:pt x="49787" y="2945"/>
                </a:lnTo>
                <a:cubicBezTo>
                  <a:pt x="49787" y="2945"/>
                  <a:pt x="49583" y="3091"/>
                  <a:pt x="49292" y="3353"/>
                </a:cubicBezTo>
                <a:cubicBezTo>
                  <a:pt x="48782" y="3047"/>
                  <a:pt x="48388" y="2887"/>
                  <a:pt x="48388" y="2887"/>
                </a:cubicBezTo>
                <a:lnTo>
                  <a:pt x="48388" y="2887"/>
                </a:lnTo>
                <a:cubicBezTo>
                  <a:pt x="48665" y="3120"/>
                  <a:pt x="48913" y="3324"/>
                  <a:pt x="49132" y="3513"/>
                </a:cubicBezTo>
                <a:cubicBezTo>
                  <a:pt x="48913" y="3732"/>
                  <a:pt x="48665" y="4009"/>
                  <a:pt x="48432" y="4344"/>
                </a:cubicBezTo>
                <a:cubicBezTo>
                  <a:pt x="48374" y="3936"/>
                  <a:pt x="48345" y="3528"/>
                  <a:pt x="48345" y="3120"/>
                </a:cubicBezTo>
                <a:cubicBezTo>
                  <a:pt x="48345" y="3120"/>
                  <a:pt x="48126" y="3907"/>
                  <a:pt x="48068" y="4956"/>
                </a:cubicBezTo>
                <a:cubicBezTo>
                  <a:pt x="47980" y="5160"/>
                  <a:pt x="47893" y="5379"/>
                  <a:pt x="47834" y="5612"/>
                </a:cubicBezTo>
                <a:cubicBezTo>
                  <a:pt x="47878" y="5146"/>
                  <a:pt x="47849" y="4723"/>
                  <a:pt x="47805" y="4446"/>
                </a:cubicBezTo>
                <a:cubicBezTo>
                  <a:pt x="47878" y="4344"/>
                  <a:pt x="47951" y="4228"/>
                  <a:pt x="48024" y="4126"/>
                </a:cubicBezTo>
                <a:lnTo>
                  <a:pt x="48024" y="4126"/>
                </a:lnTo>
                <a:cubicBezTo>
                  <a:pt x="48024" y="4126"/>
                  <a:pt x="47936" y="4184"/>
                  <a:pt x="47776" y="4315"/>
                </a:cubicBezTo>
                <a:cubicBezTo>
                  <a:pt x="47732" y="4126"/>
                  <a:pt x="47703" y="4009"/>
                  <a:pt x="47703" y="4009"/>
                </a:cubicBezTo>
                <a:cubicBezTo>
                  <a:pt x="47689" y="4155"/>
                  <a:pt x="47674" y="4286"/>
                  <a:pt x="47645" y="4417"/>
                </a:cubicBezTo>
                <a:cubicBezTo>
                  <a:pt x="47514" y="4534"/>
                  <a:pt x="47368" y="4679"/>
                  <a:pt x="47208" y="4854"/>
                </a:cubicBezTo>
                <a:cubicBezTo>
                  <a:pt x="47208" y="4592"/>
                  <a:pt x="47208" y="4359"/>
                  <a:pt x="47222" y="4155"/>
                </a:cubicBezTo>
                <a:cubicBezTo>
                  <a:pt x="47383" y="3484"/>
                  <a:pt x="47601" y="2785"/>
                  <a:pt x="47878" y="2100"/>
                </a:cubicBezTo>
                <a:cubicBezTo>
                  <a:pt x="48053" y="1794"/>
                  <a:pt x="48301" y="1458"/>
                  <a:pt x="48607" y="1036"/>
                </a:cubicBezTo>
                <a:lnTo>
                  <a:pt x="48607" y="1036"/>
                </a:lnTo>
                <a:cubicBezTo>
                  <a:pt x="48607" y="1036"/>
                  <a:pt x="48432" y="1152"/>
                  <a:pt x="48199" y="1356"/>
                </a:cubicBezTo>
                <a:cubicBezTo>
                  <a:pt x="48213" y="1313"/>
                  <a:pt x="48228" y="1269"/>
                  <a:pt x="48257" y="1225"/>
                </a:cubicBezTo>
                <a:lnTo>
                  <a:pt x="48257" y="1225"/>
                </a:lnTo>
                <a:cubicBezTo>
                  <a:pt x="48257" y="1225"/>
                  <a:pt x="48199" y="1298"/>
                  <a:pt x="48111" y="1444"/>
                </a:cubicBezTo>
                <a:cubicBezTo>
                  <a:pt x="47528" y="1968"/>
                  <a:pt x="46639" y="2974"/>
                  <a:pt x="46537" y="4286"/>
                </a:cubicBezTo>
                <a:cubicBezTo>
                  <a:pt x="46377" y="4650"/>
                  <a:pt x="46231" y="5029"/>
                  <a:pt x="46115" y="5408"/>
                </a:cubicBezTo>
                <a:cubicBezTo>
                  <a:pt x="45911" y="5131"/>
                  <a:pt x="45692" y="4883"/>
                  <a:pt x="45459" y="4650"/>
                </a:cubicBezTo>
                <a:cubicBezTo>
                  <a:pt x="45444" y="4636"/>
                  <a:pt x="45444" y="4606"/>
                  <a:pt x="45444" y="4592"/>
                </a:cubicBezTo>
                <a:cubicBezTo>
                  <a:pt x="45532" y="3951"/>
                  <a:pt x="45663" y="3280"/>
                  <a:pt x="45911" y="2639"/>
                </a:cubicBezTo>
                <a:lnTo>
                  <a:pt x="45911" y="2639"/>
                </a:lnTo>
                <a:cubicBezTo>
                  <a:pt x="45910" y="2639"/>
                  <a:pt x="45444" y="3324"/>
                  <a:pt x="45036" y="4300"/>
                </a:cubicBezTo>
                <a:cubicBezTo>
                  <a:pt x="44788" y="4096"/>
                  <a:pt x="44541" y="3936"/>
                  <a:pt x="44307" y="3805"/>
                </a:cubicBezTo>
                <a:cubicBezTo>
                  <a:pt x="44409" y="3645"/>
                  <a:pt x="44526" y="3470"/>
                  <a:pt x="44643" y="3280"/>
                </a:cubicBezTo>
                <a:lnTo>
                  <a:pt x="44643" y="3280"/>
                </a:lnTo>
                <a:cubicBezTo>
                  <a:pt x="44642" y="3280"/>
                  <a:pt x="44438" y="3441"/>
                  <a:pt x="44162" y="3717"/>
                </a:cubicBezTo>
                <a:cubicBezTo>
                  <a:pt x="43637" y="3411"/>
                  <a:pt x="43229" y="3266"/>
                  <a:pt x="43229" y="3266"/>
                </a:cubicBezTo>
                <a:lnTo>
                  <a:pt x="43229" y="3266"/>
                </a:lnTo>
                <a:cubicBezTo>
                  <a:pt x="43535" y="3484"/>
                  <a:pt x="43783" y="3688"/>
                  <a:pt x="44016" y="3863"/>
                </a:cubicBezTo>
                <a:cubicBezTo>
                  <a:pt x="43797" y="4096"/>
                  <a:pt x="43564" y="4373"/>
                  <a:pt x="43345" y="4723"/>
                </a:cubicBezTo>
                <a:cubicBezTo>
                  <a:pt x="43273" y="4315"/>
                  <a:pt x="43214" y="3907"/>
                  <a:pt x="43200" y="3499"/>
                </a:cubicBezTo>
                <a:cubicBezTo>
                  <a:pt x="43200" y="3499"/>
                  <a:pt x="43010" y="4300"/>
                  <a:pt x="43025" y="5350"/>
                </a:cubicBezTo>
                <a:cubicBezTo>
                  <a:pt x="42850" y="5743"/>
                  <a:pt x="42733" y="6181"/>
                  <a:pt x="42733" y="6661"/>
                </a:cubicBezTo>
                <a:cubicBezTo>
                  <a:pt x="42471" y="6355"/>
                  <a:pt x="42282" y="6049"/>
                  <a:pt x="42194" y="5700"/>
                </a:cubicBezTo>
                <a:cubicBezTo>
                  <a:pt x="42384" y="5379"/>
                  <a:pt x="42617" y="5000"/>
                  <a:pt x="42937" y="4504"/>
                </a:cubicBezTo>
                <a:lnTo>
                  <a:pt x="42937" y="4504"/>
                </a:lnTo>
                <a:cubicBezTo>
                  <a:pt x="42937" y="4505"/>
                  <a:pt x="42558" y="4781"/>
                  <a:pt x="42150" y="5262"/>
                </a:cubicBezTo>
                <a:cubicBezTo>
                  <a:pt x="42063" y="3572"/>
                  <a:pt x="42165" y="3222"/>
                  <a:pt x="43360" y="1415"/>
                </a:cubicBezTo>
                <a:lnTo>
                  <a:pt x="43360" y="1415"/>
                </a:lnTo>
                <a:cubicBezTo>
                  <a:pt x="43360" y="1415"/>
                  <a:pt x="40722" y="3339"/>
                  <a:pt x="41640" y="5933"/>
                </a:cubicBezTo>
                <a:cubicBezTo>
                  <a:pt x="41363" y="6385"/>
                  <a:pt x="41130" y="6909"/>
                  <a:pt x="41057" y="7492"/>
                </a:cubicBezTo>
                <a:cubicBezTo>
                  <a:pt x="40693" y="6559"/>
                  <a:pt x="40343" y="5408"/>
                  <a:pt x="40299" y="4286"/>
                </a:cubicBezTo>
                <a:cubicBezTo>
                  <a:pt x="40299" y="4286"/>
                  <a:pt x="40095" y="5160"/>
                  <a:pt x="40124" y="6297"/>
                </a:cubicBezTo>
                <a:cubicBezTo>
                  <a:pt x="40095" y="6224"/>
                  <a:pt x="40081" y="6195"/>
                  <a:pt x="40081" y="6195"/>
                </a:cubicBezTo>
                <a:lnTo>
                  <a:pt x="40081" y="6195"/>
                </a:lnTo>
                <a:cubicBezTo>
                  <a:pt x="40154" y="6720"/>
                  <a:pt x="40139" y="7274"/>
                  <a:pt x="40066" y="7798"/>
                </a:cubicBezTo>
                <a:cubicBezTo>
                  <a:pt x="40037" y="7813"/>
                  <a:pt x="39993" y="7813"/>
                  <a:pt x="39950" y="7813"/>
                </a:cubicBezTo>
                <a:cubicBezTo>
                  <a:pt x="40081" y="7041"/>
                  <a:pt x="40037" y="6414"/>
                  <a:pt x="40037" y="6414"/>
                </a:cubicBezTo>
                <a:lnTo>
                  <a:pt x="40037" y="6414"/>
                </a:lnTo>
                <a:cubicBezTo>
                  <a:pt x="39950" y="6909"/>
                  <a:pt x="39789" y="7405"/>
                  <a:pt x="39585" y="7842"/>
                </a:cubicBezTo>
                <a:cubicBezTo>
                  <a:pt x="39527" y="7842"/>
                  <a:pt x="39483" y="7857"/>
                  <a:pt x="39425" y="7857"/>
                </a:cubicBezTo>
                <a:cubicBezTo>
                  <a:pt x="39367" y="7769"/>
                  <a:pt x="39294" y="7682"/>
                  <a:pt x="39235" y="7609"/>
                </a:cubicBezTo>
                <a:cubicBezTo>
                  <a:pt x="39279" y="7361"/>
                  <a:pt x="39279" y="7128"/>
                  <a:pt x="39265" y="6909"/>
                </a:cubicBezTo>
                <a:cubicBezTo>
                  <a:pt x="39600" y="5525"/>
                  <a:pt x="38463" y="4403"/>
                  <a:pt x="38463" y="4402"/>
                </a:cubicBezTo>
                <a:lnTo>
                  <a:pt x="38463" y="4402"/>
                </a:lnTo>
                <a:cubicBezTo>
                  <a:pt x="38769" y="5073"/>
                  <a:pt x="38915" y="5452"/>
                  <a:pt x="38944" y="5831"/>
                </a:cubicBezTo>
                <a:cubicBezTo>
                  <a:pt x="38390" y="4738"/>
                  <a:pt x="37283" y="4097"/>
                  <a:pt x="37282" y="4096"/>
                </a:cubicBezTo>
                <a:lnTo>
                  <a:pt x="37282" y="4096"/>
                </a:lnTo>
                <a:cubicBezTo>
                  <a:pt x="38332" y="5321"/>
                  <a:pt x="38550" y="5656"/>
                  <a:pt x="38682" y="6661"/>
                </a:cubicBezTo>
                <a:cubicBezTo>
                  <a:pt x="38550" y="6487"/>
                  <a:pt x="38448" y="6385"/>
                  <a:pt x="38448" y="6385"/>
                </a:cubicBezTo>
                <a:lnTo>
                  <a:pt x="38448" y="6385"/>
                </a:lnTo>
                <a:cubicBezTo>
                  <a:pt x="38565" y="6647"/>
                  <a:pt x="38652" y="6851"/>
                  <a:pt x="38740" y="7040"/>
                </a:cubicBezTo>
                <a:cubicBezTo>
                  <a:pt x="38740" y="7055"/>
                  <a:pt x="38740" y="7084"/>
                  <a:pt x="38740" y="7099"/>
                </a:cubicBezTo>
                <a:cubicBezTo>
                  <a:pt x="38594" y="6968"/>
                  <a:pt x="38463" y="6866"/>
                  <a:pt x="38346" y="6778"/>
                </a:cubicBezTo>
                <a:cubicBezTo>
                  <a:pt x="38419" y="6181"/>
                  <a:pt x="38376" y="5729"/>
                  <a:pt x="38376" y="5729"/>
                </a:cubicBezTo>
                <a:lnTo>
                  <a:pt x="38376" y="5729"/>
                </a:lnTo>
                <a:cubicBezTo>
                  <a:pt x="38332" y="5991"/>
                  <a:pt x="38259" y="6239"/>
                  <a:pt x="38186" y="6501"/>
                </a:cubicBezTo>
                <a:cubicBezTo>
                  <a:pt x="38084" y="6268"/>
                  <a:pt x="37967" y="6079"/>
                  <a:pt x="37865" y="5918"/>
                </a:cubicBezTo>
                <a:cubicBezTo>
                  <a:pt x="38011" y="5816"/>
                  <a:pt x="38186" y="5714"/>
                  <a:pt x="38376" y="5583"/>
                </a:cubicBezTo>
                <a:lnTo>
                  <a:pt x="38376" y="5583"/>
                </a:lnTo>
                <a:cubicBezTo>
                  <a:pt x="38375" y="5583"/>
                  <a:pt x="38128" y="5656"/>
                  <a:pt x="37778" y="5802"/>
                </a:cubicBezTo>
                <a:cubicBezTo>
                  <a:pt x="37720" y="5714"/>
                  <a:pt x="37647" y="5641"/>
                  <a:pt x="37603" y="5583"/>
                </a:cubicBezTo>
                <a:cubicBezTo>
                  <a:pt x="37559" y="5539"/>
                  <a:pt x="37530" y="5510"/>
                  <a:pt x="37530" y="5510"/>
                </a:cubicBezTo>
                <a:lnTo>
                  <a:pt x="37530" y="5510"/>
                </a:lnTo>
                <a:cubicBezTo>
                  <a:pt x="37545" y="5539"/>
                  <a:pt x="37559" y="5568"/>
                  <a:pt x="37574" y="5598"/>
                </a:cubicBezTo>
                <a:lnTo>
                  <a:pt x="37574" y="5598"/>
                </a:lnTo>
                <a:cubicBezTo>
                  <a:pt x="37579" y="5593"/>
                  <a:pt x="37584" y="5588"/>
                  <a:pt x="37588" y="5583"/>
                </a:cubicBezTo>
                <a:cubicBezTo>
                  <a:pt x="37618" y="5656"/>
                  <a:pt x="37661" y="5729"/>
                  <a:pt x="37691" y="5802"/>
                </a:cubicBezTo>
                <a:cubicBezTo>
                  <a:pt x="37691" y="5802"/>
                  <a:pt x="37691" y="5816"/>
                  <a:pt x="37691" y="5831"/>
                </a:cubicBezTo>
                <a:cubicBezTo>
                  <a:pt x="37559" y="5889"/>
                  <a:pt x="37414" y="5976"/>
                  <a:pt x="37268" y="6064"/>
                </a:cubicBezTo>
                <a:cubicBezTo>
                  <a:pt x="37239" y="5991"/>
                  <a:pt x="37224" y="5947"/>
                  <a:pt x="37224" y="5947"/>
                </a:cubicBezTo>
                <a:cubicBezTo>
                  <a:pt x="37224" y="5991"/>
                  <a:pt x="37224" y="6035"/>
                  <a:pt x="37224" y="6079"/>
                </a:cubicBezTo>
                <a:cubicBezTo>
                  <a:pt x="37210" y="6049"/>
                  <a:pt x="37210" y="6006"/>
                  <a:pt x="37195" y="5976"/>
                </a:cubicBezTo>
                <a:cubicBezTo>
                  <a:pt x="37308" y="5850"/>
                  <a:pt x="37434" y="5737"/>
                  <a:pt x="37574" y="5598"/>
                </a:cubicBezTo>
                <a:lnTo>
                  <a:pt x="37574" y="5598"/>
                </a:lnTo>
                <a:cubicBezTo>
                  <a:pt x="37501" y="5641"/>
                  <a:pt x="37341" y="5714"/>
                  <a:pt x="37137" y="5860"/>
                </a:cubicBezTo>
                <a:cubicBezTo>
                  <a:pt x="37078" y="5627"/>
                  <a:pt x="37005" y="5423"/>
                  <a:pt x="36947" y="5291"/>
                </a:cubicBezTo>
                <a:cubicBezTo>
                  <a:pt x="37035" y="4767"/>
                  <a:pt x="37151" y="4228"/>
                  <a:pt x="37312" y="3717"/>
                </a:cubicBezTo>
                <a:lnTo>
                  <a:pt x="37312" y="3717"/>
                </a:lnTo>
                <a:cubicBezTo>
                  <a:pt x="37311" y="3718"/>
                  <a:pt x="36962" y="4359"/>
                  <a:pt x="36627" y="5291"/>
                </a:cubicBezTo>
                <a:cubicBezTo>
                  <a:pt x="36495" y="4840"/>
                  <a:pt x="36379" y="4548"/>
                  <a:pt x="36379" y="4548"/>
                </a:cubicBezTo>
                <a:lnTo>
                  <a:pt x="36379" y="4548"/>
                </a:lnTo>
                <a:cubicBezTo>
                  <a:pt x="36437" y="4985"/>
                  <a:pt x="36452" y="5437"/>
                  <a:pt x="36423" y="5874"/>
                </a:cubicBezTo>
                <a:cubicBezTo>
                  <a:pt x="36393" y="5947"/>
                  <a:pt x="36379" y="6035"/>
                  <a:pt x="36350" y="6122"/>
                </a:cubicBezTo>
                <a:cubicBezTo>
                  <a:pt x="36058" y="4942"/>
                  <a:pt x="35563" y="3966"/>
                  <a:pt x="35563" y="3965"/>
                </a:cubicBezTo>
                <a:lnTo>
                  <a:pt x="35563" y="3965"/>
                </a:lnTo>
                <a:cubicBezTo>
                  <a:pt x="35752" y="4621"/>
                  <a:pt x="35869" y="5321"/>
                  <a:pt x="35942" y="5962"/>
                </a:cubicBezTo>
                <a:cubicBezTo>
                  <a:pt x="35781" y="5729"/>
                  <a:pt x="35635" y="5554"/>
                  <a:pt x="35533" y="5437"/>
                </a:cubicBezTo>
                <a:cubicBezTo>
                  <a:pt x="35548" y="5291"/>
                  <a:pt x="35577" y="5146"/>
                  <a:pt x="35606" y="5015"/>
                </a:cubicBezTo>
                <a:lnTo>
                  <a:pt x="35606" y="5015"/>
                </a:lnTo>
                <a:cubicBezTo>
                  <a:pt x="35606" y="5015"/>
                  <a:pt x="35548" y="5131"/>
                  <a:pt x="35461" y="5335"/>
                </a:cubicBezTo>
                <a:cubicBezTo>
                  <a:pt x="35417" y="5292"/>
                  <a:pt x="35402" y="5277"/>
                  <a:pt x="35402" y="5277"/>
                </a:cubicBezTo>
                <a:lnTo>
                  <a:pt x="35402" y="5277"/>
                </a:lnTo>
                <a:lnTo>
                  <a:pt x="35446" y="5364"/>
                </a:lnTo>
                <a:cubicBezTo>
                  <a:pt x="35417" y="5423"/>
                  <a:pt x="35402" y="5481"/>
                  <a:pt x="35373" y="5554"/>
                </a:cubicBezTo>
                <a:cubicBezTo>
                  <a:pt x="35271" y="3339"/>
                  <a:pt x="32896" y="1969"/>
                  <a:pt x="32895" y="1968"/>
                </a:cubicBezTo>
                <a:lnTo>
                  <a:pt x="32895" y="1968"/>
                </a:lnTo>
                <a:cubicBezTo>
                  <a:pt x="34367" y="3659"/>
                  <a:pt x="34528" y="3994"/>
                  <a:pt x="34703" y="5685"/>
                </a:cubicBezTo>
                <a:lnTo>
                  <a:pt x="34659" y="5641"/>
                </a:lnTo>
                <a:cubicBezTo>
                  <a:pt x="34659" y="5627"/>
                  <a:pt x="34674" y="5612"/>
                  <a:pt x="34674" y="5612"/>
                </a:cubicBezTo>
                <a:lnTo>
                  <a:pt x="34674" y="5612"/>
                </a:lnTo>
                <a:cubicBezTo>
                  <a:pt x="34674" y="5612"/>
                  <a:pt x="34659" y="5612"/>
                  <a:pt x="34644" y="5627"/>
                </a:cubicBezTo>
                <a:cubicBezTo>
                  <a:pt x="34572" y="5554"/>
                  <a:pt x="34499" y="5496"/>
                  <a:pt x="34426" y="5437"/>
                </a:cubicBezTo>
                <a:cubicBezTo>
                  <a:pt x="34426" y="5394"/>
                  <a:pt x="34440" y="5364"/>
                  <a:pt x="34455" y="5321"/>
                </a:cubicBezTo>
                <a:lnTo>
                  <a:pt x="34455" y="5321"/>
                </a:lnTo>
                <a:cubicBezTo>
                  <a:pt x="34455" y="5321"/>
                  <a:pt x="34440" y="5365"/>
                  <a:pt x="34397" y="5423"/>
                </a:cubicBezTo>
                <a:cubicBezTo>
                  <a:pt x="34280" y="5335"/>
                  <a:pt x="34178" y="5262"/>
                  <a:pt x="34091" y="5189"/>
                </a:cubicBezTo>
                <a:cubicBezTo>
                  <a:pt x="33887" y="4927"/>
                  <a:pt x="33697" y="4709"/>
                  <a:pt x="33566" y="4548"/>
                </a:cubicBezTo>
                <a:cubicBezTo>
                  <a:pt x="33464" y="4228"/>
                  <a:pt x="33376" y="4024"/>
                  <a:pt x="33376" y="4023"/>
                </a:cubicBezTo>
                <a:lnTo>
                  <a:pt x="33376" y="4023"/>
                </a:lnTo>
                <a:cubicBezTo>
                  <a:pt x="33390" y="4079"/>
                  <a:pt x="33391" y="4134"/>
                  <a:pt x="33404" y="4190"/>
                </a:cubicBezTo>
                <a:lnTo>
                  <a:pt x="33404" y="4190"/>
                </a:lnTo>
                <a:cubicBezTo>
                  <a:pt x="33404" y="4188"/>
                  <a:pt x="33405" y="4186"/>
                  <a:pt x="33406" y="4184"/>
                </a:cubicBezTo>
                <a:cubicBezTo>
                  <a:pt x="33420" y="4242"/>
                  <a:pt x="33420" y="4300"/>
                  <a:pt x="33420" y="4359"/>
                </a:cubicBezTo>
                <a:cubicBezTo>
                  <a:pt x="33391" y="4330"/>
                  <a:pt x="33376" y="4300"/>
                  <a:pt x="33362" y="4300"/>
                </a:cubicBezTo>
                <a:cubicBezTo>
                  <a:pt x="33391" y="4330"/>
                  <a:pt x="33406" y="4373"/>
                  <a:pt x="33435" y="4402"/>
                </a:cubicBezTo>
                <a:cubicBezTo>
                  <a:pt x="33449" y="4679"/>
                  <a:pt x="33449" y="4942"/>
                  <a:pt x="33435" y="5219"/>
                </a:cubicBezTo>
                <a:cubicBezTo>
                  <a:pt x="33333" y="5087"/>
                  <a:pt x="33216" y="4971"/>
                  <a:pt x="33099" y="4854"/>
                </a:cubicBezTo>
                <a:cubicBezTo>
                  <a:pt x="33172" y="4694"/>
                  <a:pt x="33260" y="4504"/>
                  <a:pt x="33362" y="4300"/>
                </a:cubicBezTo>
                <a:cubicBezTo>
                  <a:pt x="33374" y="4265"/>
                  <a:pt x="33386" y="4239"/>
                  <a:pt x="33398" y="4206"/>
                </a:cubicBezTo>
                <a:lnTo>
                  <a:pt x="33398" y="4206"/>
                </a:lnTo>
                <a:cubicBezTo>
                  <a:pt x="33332" y="4273"/>
                  <a:pt x="33149" y="4458"/>
                  <a:pt x="32954" y="4738"/>
                </a:cubicBezTo>
                <a:cubicBezTo>
                  <a:pt x="32837" y="4636"/>
                  <a:pt x="32735" y="4548"/>
                  <a:pt x="32633" y="4461"/>
                </a:cubicBezTo>
                <a:cubicBezTo>
                  <a:pt x="32837" y="4257"/>
                  <a:pt x="33056" y="4038"/>
                  <a:pt x="33318" y="3790"/>
                </a:cubicBezTo>
                <a:lnTo>
                  <a:pt x="33318" y="3790"/>
                </a:lnTo>
                <a:cubicBezTo>
                  <a:pt x="33318" y="3790"/>
                  <a:pt x="32939" y="3980"/>
                  <a:pt x="32458" y="4315"/>
                </a:cubicBezTo>
                <a:cubicBezTo>
                  <a:pt x="32152" y="4067"/>
                  <a:pt x="31919" y="3936"/>
                  <a:pt x="31919" y="3936"/>
                </a:cubicBezTo>
                <a:lnTo>
                  <a:pt x="31919" y="3936"/>
                </a:lnTo>
                <a:cubicBezTo>
                  <a:pt x="32065" y="4111"/>
                  <a:pt x="32196" y="4271"/>
                  <a:pt x="32327" y="4417"/>
                </a:cubicBezTo>
                <a:cubicBezTo>
                  <a:pt x="32123" y="4577"/>
                  <a:pt x="31904" y="4767"/>
                  <a:pt x="31686" y="4985"/>
                </a:cubicBezTo>
                <a:cubicBezTo>
                  <a:pt x="31132" y="4053"/>
                  <a:pt x="30564" y="3412"/>
                  <a:pt x="30564" y="3411"/>
                </a:cubicBezTo>
                <a:lnTo>
                  <a:pt x="30564" y="3411"/>
                </a:lnTo>
                <a:cubicBezTo>
                  <a:pt x="30913" y="4038"/>
                  <a:pt x="31161" y="4709"/>
                  <a:pt x="31351" y="5350"/>
                </a:cubicBezTo>
                <a:cubicBezTo>
                  <a:pt x="31132" y="5598"/>
                  <a:pt x="30957" y="5874"/>
                  <a:pt x="30797" y="6181"/>
                </a:cubicBezTo>
                <a:cubicBezTo>
                  <a:pt x="29747" y="4024"/>
                  <a:pt x="28013" y="2217"/>
                  <a:pt x="28013" y="2216"/>
                </a:cubicBezTo>
                <a:lnTo>
                  <a:pt x="28013" y="2216"/>
                </a:lnTo>
                <a:cubicBezTo>
                  <a:pt x="29266" y="4082"/>
                  <a:pt x="30039" y="6312"/>
                  <a:pt x="30418" y="7609"/>
                </a:cubicBezTo>
                <a:cubicBezTo>
                  <a:pt x="30418" y="7667"/>
                  <a:pt x="30418" y="7725"/>
                  <a:pt x="30418" y="7769"/>
                </a:cubicBezTo>
                <a:cubicBezTo>
                  <a:pt x="30199" y="7551"/>
                  <a:pt x="30024" y="7347"/>
                  <a:pt x="29879" y="7142"/>
                </a:cubicBezTo>
                <a:cubicBezTo>
                  <a:pt x="29908" y="6283"/>
                  <a:pt x="29485" y="5568"/>
                  <a:pt x="29033" y="5044"/>
                </a:cubicBezTo>
                <a:cubicBezTo>
                  <a:pt x="29019" y="5000"/>
                  <a:pt x="29004" y="4971"/>
                  <a:pt x="29004" y="4927"/>
                </a:cubicBezTo>
                <a:cubicBezTo>
                  <a:pt x="29004" y="4927"/>
                  <a:pt x="28989" y="4956"/>
                  <a:pt x="28989" y="5000"/>
                </a:cubicBezTo>
                <a:cubicBezTo>
                  <a:pt x="28465" y="4403"/>
                  <a:pt x="27897" y="4082"/>
                  <a:pt x="27896" y="4082"/>
                </a:cubicBezTo>
                <a:lnTo>
                  <a:pt x="27896" y="4082"/>
                </a:lnTo>
                <a:cubicBezTo>
                  <a:pt x="28450" y="4723"/>
                  <a:pt x="28771" y="5131"/>
                  <a:pt x="28975" y="5510"/>
                </a:cubicBezTo>
                <a:cubicBezTo>
                  <a:pt x="28975" y="5904"/>
                  <a:pt x="29048" y="6443"/>
                  <a:pt x="29296" y="7026"/>
                </a:cubicBezTo>
                <a:cubicBezTo>
                  <a:pt x="28931" y="6705"/>
                  <a:pt x="28625" y="6530"/>
                  <a:pt x="28625" y="6530"/>
                </a:cubicBezTo>
                <a:lnTo>
                  <a:pt x="28625" y="6530"/>
                </a:lnTo>
                <a:cubicBezTo>
                  <a:pt x="28931" y="6895"/>
                  <a:pt x="29179" y="7186"/>
                  <a:pt x="29368" y="7434"/>
                </a:cubicBezTo>
                <a:cubicBezTo>
                  <a:pt x="29339" y="7711"/>
                  <a:pt x="29223" y="7973"/>
                  <a:pt x="29062" y="8236"/>
                </a:cubicBezTo>
                <a:cubicBezTo>
                  <a:pt x="28989" y="7857"/>
                  <a:pt x="28844" y="7507"/>
                  <a:pt x="28654" y="7201"/>
                </a:cubicBezTo>
                <a:cubicBezTo>
                  <a:pt x="28538" y="6370"/>
                  <a:pt x="28275" y="5744"/>
                  <a:pt x="28275" y="5743"/>
                </a:cubicBezTo>
                <a:lnTo>
                  <a:pt x="28275" y="5743"/>
                </a:lnTo>
                <a:cubicBezTo>
                  <a:pt x="28319" y="6064"/>
                  <a:pt x="28334" y="6399"/>
                  <a:pt x="28319" y="6720"/>
                </a:cubicBezTo>
                <a:cubicBezTo>
                  <a:pt x="28100" y="6472"/>
                  <a:pt x="27882" y="6268"/>
                  <a:pt x="27678" y="6093"/>
                </a:cubicBezTo>
                <a:cubicBezTo>
                  <a:pt x="27838" y="5933"/>
                  <a:pt x="28013" y="5758"/>
                  <a:pt x="28232" y="5554"/>
                </a:cubicBezTo>
                <a:lnTo>
                  <a:pt x="28232" y="5554"/>
                </a:lnTo>
                <a:cubicBezTo>
                  <a:pt x="28231" y="5554"/>
                  <a:pt x="27925" y="5700"/>
                  <a:pt x="27547" y="5976"/>
                </a:cubicBezTo>
                <a:cubicBezTo>
                  <a:pt x="27284" y="5787"/>
                  <a:pt x="27095" y="5670"/>
                  <a:pt x="27095" y="5670"/>
                </a:cubicBezTo>
                <a:lnTo>
                  <a:pt x="27095" y="5670"/>
                </a:lnTo>
                <a:cubicBezTo>
                  <a:pt x="27226" y="5816"/>
                  <a:pt x="27328" y="5947"/>
                  <a:pt x="27430" y="6064"/>
                </a:cubicBezTo>
                <a:cubicBezTo>
                  <a:pt x="27270" y="6195"/>
                  <a:pt x="27095" y="6341"/>
                  <a:pt x="26920" y="6516"/>
                </a:cubicBezTo>
                <a:cubicBezTo>
                  <a:pt x="26468" y="5773"/>
                  <a:pt x="26002" y="5248"/>
                  <a:pt x="26002" y="5248"/>
                </a:cubicBezTo>
                <a:lnTo>
                  <a:pt x="26002" y="5248"/>
                </a:lnTo>
                <a:cubicBezTo>
                  <a:pt x="26293" y="5758"/>
                  <a:pt x="26497" y="6297"/>
                  <a:pt x="26643" y="6822"/>
                </a:cubicBezTo>
                <a:cubicBezTo>
                  <a:pt x="26468" y="7011"/>
                  <a:pt x="26322" y="7230"/>
                  <a:pt x="26191" y="7478"/>
                </a:cubicBezTo>
                <a:cubicBezTo>
                  <a:pt x="25346" y="5744"/>
                  <a:pt x="23947" y="4286"/>
                  <a:pt x="23947" y="4286"/>
                </a:cubicBezTo>
                <a:lnTo>
                  <a:pt x="23947" y="4286"/>
                </a:lnTo>
                <a:cubicBezTo>
                  <a:pt x="24909" y="5714"/>
                  <a:pt x="25521" y="7405"/>
                  <a:pt x="25841" y="8454"/>
                </a:cubicBezTo>
                <a:cubicBezTo>
                  <a:pt x="25827" y="8498"/>
                  <a:pt x="25812" y="8556"/>
                  <a:pt x="25798" y="8600"/>
                </a:cubicBezTo>
                <a:cubicBezTo>
                  <a:pt x="25754" y="8571"/>
                  <a:pt x="25696" y="8527"/>
                  <a:pt x="25652" y="8498"/>
                </a:cubicBezTo>
                <a:cubicBezTo>
                  <a:pt x="25564" y="8396"/>
                  <a:pt x="25477" y="8294"/>
                  <a:pt x="25404" y="8177"/>
                </a:cubicBezTo>
                <a:cubicBezTo>
                  <a:pt x="25448" y="8119"/>
                  <a:pt x="25477" y="8046"/>
                  <a:pt x="25521" y="7973"/>
                </a:cubicBezTo>
                <a:lnTo>
                  <a:pt x="25521" y="7973"/>
                </a:lnTo>
                <a:cubicBezTo>
                  <a:pt x="25521" y="7973"/>
                  <a:pt x="25462" y="8032"/>
                  <a:pt x="25375" y="8119"/>
                </a:cubicBezTo>
                <a:cubicBezTo>
                  <a:pt x="25127" y="7725"/>
                  <a:pt x="24967" y="7274"/>
                  <a:pt x="24748" y="6472"/>
                </a:cubicBezTo>
                <a:lnTo>
                  <a:pt x="24748" y="6472"/>
                </a:lnTo>
                <a:cubicBezTo>
                  <a:pt x="24748" y="6472"/>
                  <a:pt x="24603" y="7245"/>
                  <a:pt x="24967" y="8134"/>
                </a:cubicBezTo>
                <a:cubicBezTo>
                  <a:pt x="24792" y="8061"/>
                  <a:pt x="24661" y="8017"/>
                  <a:pt x="24661" y="8017"/>
                </a:cubicBezTo>
                <a:lnTo>
                  <a:pt x="24661" y="8017"/>
                </a:lnTo>
                <a:cubicBezTo>
                  <a:pt x="24807" y="8119"/>
                  <a:pt x="24923" y="8206"/>
                  <a:pt x="25040" y="8279"/>
                </a:cubicBezTo>
                <a:cubicBezTo>
                  <a:pt x="25054" y="8338"/>
                  <a:pt x="25083" y="8381"/>
                  <a:pt x="25113" y="8440"/>
                </a:cubicBezTo>
                <a:cubicBezTo>
                  <a:pt x="25011" y="8571"/>
                  <a:pt x="24909" y="8746"/>
                  <a:pt x="24807" y="8935"/>
                </a:cubicBezTo>
                <a:cubicBezTo>
                  <a:pt x="24734" y="8687"/>
                  <a:pt x="24690" y="8425"/>
                  <a:pt x="24661" y="8177"/>
                </a:cubicBezTo>
                <a:cubicBezTo>
                  <a:pt x="24661" y="8177"/>
                  <a:pt x="24617" y="8440"/>
                  <a:pt x="24617" y="8848"/>
                </a:cubicBezTo>
                <a:cubicBezTo>
                  <a:pt x="24515" y="8411"/>
                  <a:pt x="24384" y="8148"/>
                  <a:pt x="24384" y="8148"/>
                </a:cubicBezTo>
                <a:lnTo>
                  <a:pt x="24384" y="8148"/>
                </a:lnTo>
                <a:cubicBezTo>
                  <a:pt x="24398" y="8469"/>
                  <a:pt x="24398" y="8746"/>
                  <a:pt x="24398" y="8979"/>
                </a:cubicBezTo>
                <a:cubicBezTo>
                  <a:pt x="24311" y="9066"/>
                  <a:pt x="24209" y="9197"/>
                  <a:pt x="24107" y="9343"/>
                </a:cubicBezTo>
                <a:cubicBezTo>
                  <a:pt x="23990" y="8265"/>
                  <a:pt x="24034" y="8046"/>
                  <a:pt x="24661" y="6836"/>
                </a:cubicBezTo>
                <a:lnTo>
                  <a:pt x="24661" y="6836"/>
                </a:lnTo>
                <a:cubicBezTo>
                  <a:pt x="24661" y="6837"/>
                  <a:pt x="24311" y="7157"/>
                  <a:pt x="24034" y="7653"/>
                </a:cubicBezTo>
                <a:cubicBezTo>
                  <a:pt x="24136" y="6953"/>
                  <a:pt x="24282" y="6224"/>
                  <a:pt x="24500" y="5525"/>
                </a:cubicBezTo>
                <a:lnTo>
                  <a:pt x="24500" y="5525"/>
                </a:lnTo>
                <a:cubicBezTo>
                  <a:pt x="24500" y="5525"/>
                  <a:pt x="23451" y="7449"/>
                  <a:pt x="23101" y="9562"/>
                </a:cubicBezTo>
                <a:cubicBezTo>
                  <a:pt x="23043" y="9314"/>
                  <a:pt x="22985" y="9052"/>
                  <a:pt x="22970" y="8804"/>
                </a:cubicBezTo>
                <a:cubicBezTo>
                  <a:pt x="22970" y="8804"/>
                  <a:pt x="22926" y="9023"/>
                  <a:pt x="22926" y="9372"/>
                </a:cubicBezTo>
                <a:cubicBezTo>
                  <a:pt x="22752" y="9197"/>
                  <a:pt x="22562" y="9037"/>
                  <a:pt x="22373" y="8906"/>
                </a:cubicBezTo>
                <a:cubicBezTo>
                  <a:pt x="22358" y="8294"/>
                  <a:pt x="22402" y="7638"/>
                  <a:pt x="22533" y="7026"/>
                </a:cubicBezTo>
                <a:lnTo>
                  <a:pt x="22533" y="7026"/>
                </a:lnTo>
                <a:cubicBezTo>
                  <a:pt x="22533" y="7026"/>
                  <a:pt x="22198" y="7696"/>
                  <a:pt x="21950" y="8614"/>
                </a:cubicBezTo>
                <a:cubicBezTo>
                  <a:pt x="21702" y="8454"/>
                  <a:pt x="21454" y="8323"/>
                  <a:pt x="21221" y="8206"/>
                </a:cubicBezTo>
                <a:cubicBezTo>
                  <a:pt x="21294" y="8061"/>
                  <a:pt x="21367" y="7900"/>
                  <a:pt x="21454" y="7711"/>
                </a:cubicBezTo>
                <a:lnTo>
                  <a:pt x="21454" y="7711"/>
                </a:lnTo>
                <a:cubicBezTo>
                  <a:pt x="21454" y="7711"/>
                  <a:pt x="21279" y="7871"/>
                  <a:pt x="21075" y="8148"/>
                </a:cubicBezTo>
                <a:cubicBezTo>
                  <a:pt x="20536" y="7900"/>
                  <a:pt x="20143" y="7798"/>
                  <a:pt x="20143" y="7798"/>
                </a:cubicBezTo>
                <a:lnTo>
                  <a:pt x="20143" y="7798"/>
                </a:lnTo>
                <a:cubicBezTo>
                  <a:pt x="20449" y="7988"/>
                  <a:pt x="20711" y="8148"/>
                  <a:pt x="20944" y="8294"/>
                </a:cubicBezTo>
                <a:cubicBezTo>
                  <a:pt x="20784" y="8527"/>
                  <a:pt x="20609" y="8804"/>
                  <a:pt x="20463" y="9139"/>
                </a:cubicBezTo>
                <a:cubicBezTo>
                  <a:pt x="20332" y="8760"/>
                  <a:pt x="20216" y="8396"/>
                  <a:pt x="20157" y="8017"/>
                </a:cubicBezTo>
                <a:lnTo>
                  <a:pt x="20157" y="8017"/>
                </a:lnTo>
                <a:cubicBezTo>
                  <a:pt x="20157" y="8017"/>
                  <a:pt x="20084" y="8775"/>
                  <a:pt x="20245" y="9737"/>
                </a:cubicBezTo>
                <a:cubicBezTo>
                  <a:pt x="20186" y="9941"/>
                  <a:pt x="20157" y="10159"/>
                  <a:pt x="20143" y="10378"/>
                </a:cubicBezTo>
                <a:cubicBezTo>
                  <a:pt x="19997" y="10407"/>
                  <a:pt x="19851" y="10436"/>
                  <a:pt x="19720" y="10465"/>
                </a:cubicBezTo>
                <a:cubicBezTo>
                  <a:pt x="19647" y="10349"/>
                  <a:pt x="19589" y="10247"/>
                  <a:pt x="19531" y="10130"/>
                </a:cubicBezTo>
                <a:cubicBezTo>
                  <a:pt x="19662" y="9810"/>
                  <a:pt x="19822" y="9445"/>
                  <a:pt x="20055" y="8964"/>
                </a:cubicBezTo>
                <a:lnTo>
                  <a:pt x="20055" y="8964"/>
                </a:lnTo>
                <a:cubicBezTo>
                  <a:pt x="20055" y="8964"/>
                  <a:pt x="19764" y="9227"/>
                  <a:pt x="19472" y="9664"/>
                </a:cubicBezTo>
                <a:cubicBezTo>
                  <a:pt x="19531" y="8964"/>
                  <a:pt x="19414" y="8338"/>
                  <a:pt x="19297" y="7900"/>
                </a:cubicBezTo>
                <a:cubicBezTo>
                  <a:pt x="19385" y="7419"/>
                  <a:pt x="19603" y="6909"/>
                  <a:pt x="19997" y="6079"/>
                </a:cubicBezTo>
                <a:lnTo>
                  <a:pt x="19997" y="6079"/>
                </a:lnTo>
                <a:cubicBezTo>
                  <a:pt x="19997" y="6079"/>
                  <a:pt x="19487" y="6560"/>
                  <a:pt x="19093" y="7317"/>
                </a:cubicBezTo>
                <a:cubicBezTo>
                  <a:pt x="19064" y="7274"/>
                  <a:pt x="19064" y="7244"/>
                  <a:pt x="19064" y="7244"/>
                </a:cubicBezTo>
                <a:cubicBezTo>
                  <a:pt x="19064" y="7303"/>
                  <a:pt x="19064" y="7347"/>
                  <a:pt x="19064" y="7390"/>
                </a:cubicBezTo>
                <a:cubicBezTo>
                  <a:pt x="18729" y="8061"/>
                  <a:pt x="18525" y="8950"/>
                  <a:pt x="18846" y="9912"/>
                </a:cubicBezTo>
                <a:cubicBezTo>
                  <a:pt x="18758" y="10174"/>
                  <a:pt x="18641" y="10422"/>
                  <a:pt x="18481" y="10713"/>
                </a:cubicBezTo>
                <a:lnTo>
                  <a:pt x="18467" y="10713"/>
                </a:lnTo>
                <a:cubicBezTo>
                  <a:pt x="18437" y="10655"/>
                  <a:pt x="18423" y="10597"/>
                  <a:pt x="18408" y="10538"/>
                </a:cubicBezTo>
                <a:cubicBezTo>
                  <a:pt x="18379" y="9008"/>
                  <a:pt x="18452" y="6355"/>
                  <a:pt x="19195" y="4009"/>
                </a:cubicBezTo>
                <a:lnTo>
                  <a:pt x="19195" y="4009"/>
                </a:lnTo>
                <a:cubicBezTo>
                  <a:pt x="19195" y="4009"/>
                  <a:pt x="17898" y="6385"/>
                  <a:pt x="17476" y="9008"/>
                </a:cubicBezTo>
                <a:cubicBezTo>
                  <a:pt x="17199" y="8702"/>
                  <a:pt x="16893" y="8425"/>
                  <a:pt x="16572" y="8192"/>
                </a:cubicBezTo>
                <a:cubicBezTo>
                  <a:pt x="16543" y="7434"/>
                  <a:pt x="16586" y="6632"/>
                  <a:pt x="16761" y="5860"/>
                </a:cubicBezTo>
                <a:lnTo>
                  <a:pt x="16761" y="5860"/>
                </a:lnTo>
                <a:cubicBezTo>
                  <a:pt x="16761" y="5860"/>
                  <a:pt x="16339" y="6691"/>
                  <a:pt x="16047" y="7827"/>
                </a:cubicBezTo>
                <a:cubicBezTo>
                  <a:pt x="15727" y="7638"/>
                  <a:pt x="15420" y="7478"/>
                  <a:pt x="15129" y="7332"/>
                </a:cubicBezTo>
                <a:cubicBezTo>
                  <a:pt x="15216" y="7142"/>
                  <a:pt x="15318" y="6938"/>
                  <a:pt x="15420" y="6720"/>
                </a:cubicBezTo>
                <a:lnTo>
                  <a:pt x="15420" y="6720"/>
                </a:lnTo>
                <a:cubicBezTo>
                  <a:pt x="15420" y="6720"/>
                  <a:pt x="15216" y="6909"/>
                  <a:pt x="14940" y="7244"/>
                </a:cubicBezTo>
                <a:cubicBezTo>
                  <a:pt x="14284" y="6953"/>
                  <a:pt x="13788" y="6822"/>
                  <a:pt x="13788" y="6822"/>
                </a:cubicBezTo>
                <a:lnTo>
                  <a:pt x="13788" y="6822"/>
                </a:lnTo>
                <a:cubicBezTo>
                  <a:pt x="14182" y="7055"/>
                  <a:pt x="14502" y="7259"/>
                  <a:pt x="14794" y="7449"/>
                </a:cubicBezTo>
                <a:cubicBezTo>
                  <a:pt x="14590" y="7725"/>
                  <a:pt x="14371" y="8075"/>
                  <a:pt x="14182" y="8469"/>
                </a:cubicBezTo>
                <a:cubicBezTo>
                  <a:pt x="14080" y="8177"/>
                  <a:pt x="13978" y="7857"/>
                  <a:pt x="13905" y="7551"/>
                </a:cubicBezTo>
                <a:cubicBezTo>
                  <a:pt x="13919" y="7507"/>
                  <a:pt x="13934" y="7449"/>
                  <a:pt x="13948" y="7405"/>
                </a:cubicBezTo>
                <a:lnTo>
                  <a:pt x="13948" y="7405"/>
                </a:lnTo>
                <a:cubicBezTo>
                  <a:pt x="13948" y="7406"/>
                  <a:pt x="13933" y="7449"/>
                  <a:pt x="13890" y="7507"/>
                </a:cubicBezTo>
                <a:cubicBezTo>
                  <a:pt x="13861" y="7376"/>
                  <a:pt x="13832" y="7230"/>
                  <a:pt x="13803" y="7099"/>
                </a:cubicBezTo>
                <a:cubicBezTo>
                  <a:pt x="13803" y="7099"/>
                  <a:pt x="13774" y="7332"/>
                  <a:pt x="13788" y="7725"/>
                </a:cubicBezTo>
                <a:cubicBezTo>
                  <a:pt x="13686" y="7915"/>
                  <a:pt x="13555" y="8206"/>
                  <a:pt x="13409" y="8556"/>
                </a:cubicBezTo>
                <a:cubicBezTo>
                  <a:pt x="13263" y="8717"/>
                  <a:pt x="13089" y="8935"/>
                  <a:pt x="12899" y="9212"/>
                </a:cubicBezTo>
                <a:cubicBezTo>
                  <a:pt x="12506" y="7288"/>
                  <a:pt x="12564" y="6880"/>
                  <a:pt x="13613" y="4679"/>
                </a:cubicBezTo>
                <a:lnTo>
                  <a:pt x="13613" y="4679"/>
                </a:lnTo>
                <a:cubicBezTo>
                  <a:pt x="13613" y="4680"/>
                  <a:pt x="10932" y="7157"/>
                  <a:pt x="12433" y="10043"/>
                </a:cubicBezTo>
                <a:cubicBezTo>
                  <a:pt x="12404" y="10116"/>
                  <a:pt x="12374" y="10203"/>
                  <a:pt x="12331" y="10276"/>
                </a:cubicBezTo>
                <a:cubicBezTo>
                  <a:pt x="12154" y="9869"/>
                  <a:pt x="11940" y="9588"/>
                  <a:pt x="11888" y="9516"/>
                </a:cubicBezTo>
                <a:lnTo>
                  <a:pt x="11888" y="9516"/>
                </a:lnTo>
                <a:cubicBezTo>
                  <a:pt x="12043" y="9997"/>
                  <a:pt x="12157" y="10340"/>
                  <a:pt x="12214" y="10640"/>
                </a:cubicBezTo>
                <a:cubicBezTo>
                  <a:pt x="12170" y="10757"/>
                  <a:pt x="12141" y="10874"/>
                  <a:pt x="12127" y="10990"/>
                </a:cubicBezTo>
                <a:cubicBezTo>
                  <a:pt x="12039" y="10917"/>
                  <a:pt x="11952" y="10844"/>
                  <a:pt x="11879" y="10786"/>
                </a:cubicBezTo>
                <a:cubicBezTo>
                  <a:pt x="11864" y="10728"/>
                  <a:pt x="11850" y="10670"/>
                  <a:pt x="11821" y="10611"/>
                </a:cubicBezTo>
                <a:cubicBezTo>
                  <a:pt x="11821" y="10247"/>
                  <a:pt x="11835" y="9868"/>
                  <a:pt x="11879" y="9489"/>
                </a:cubicBezTo>
                <a:cubicBezTo>
                  <a:pt x="11879" y="9490"/>
                  <a:pt x="11880" y="9492"/>
                  <a:pt x="11880" y="9493"/>
                </a:cubicBezTo>
                <a:lnTo>
                  <a:pt x="11880" y="9493"/>
                </a:lnTo>
                <a:cubicBezTo>
                  <a:pt x="11909" y="9293"/>
                  <a:pt x="11938" y="9092"/>
                  <a:pt x="11981" y="8891"/>
                </a:cubicBezTo>
                <a:lnTo>
                  <a:pt x="11981" y="8891"/>
                </a:lnTo>
                <a:cubicBezTo>
                  <a:pt x="11981" y="8892"/>
                  <a:pt x="11806" y="9241"/>
                  <a:pt x="11617" y="9780"/>
                </a:cubicBezTo>
                <a:cubicBezTo>
                  <a:pt x="11456" y="9037"/>
                  <a:pt x="11340" y="8236"/>
                  <a:pt x="11340" y="7463"/>
                </a:cubicBezTo>
                <a:cubicBezTo>
                  <a:pt x="11340" y="7463"/>
                  <a:pt x="11092" y="8760"/>
                  <a:pt x="11223" y="10232"/>
                </a:cubicBezTo>
                <a:cubicBezTo>
                  <a:pt x="10961" y="9606"/>
                  <a:pt x="10742" y="8935"/>
                  <a:pt x="10611" y="8279"/>
                </a:cubicBezTo>
                <a:lnTo>
                  <a:pt x="10611" y="8279"/>
                </a:lnTo>
                <a:cubicBezTo>
                  <a:pt x="10611" y="8279"/>
                  <a:pt x="10567" y="8921"/>
                  <a:pt x="10655" y="9839"/>
                </a:cubicBezTo>
                <a:cubicBezTo>
                  <a:pt x="10611" y="9897"/>
                  <a:pt x="10567" y="9955"/>
                  <a:pt x="10509" y="10014"/>
                </a:cubicBezTo>
                <a:cubicBezTo>
                  <a:pt x="10509" y="10014"/>
                  <a:pt x="10494" y="9999"/>
                  <a:pt x="10494" y="9999"/>
                </a:cubicBezTo>
                <a:cubicBezTo>
                  <a:pt x="10392" y="9635"/>
                  <a:pt x="10305" y="9270"/>
                  <a:pt x="10276" y="8891"/>
                </a:cubicBezTo>
                <a:cubicBezTo>
                  <a:pt x="10276" y="8891"/>
                  <a:pt x="10217" y="9299"/>
                  <a:pt x="10217" y="9882"/>
                </a:cubicBezTo>
                <a:cubicBezTo>
                  <a:pt x="9955" y="9780"/>
                  <a:pt x="9736" y="9708"/>
                  <a:pt x="9649" y="9678"/>
                </a:cubicBezTo>
                <a:lnTo>
                  <a:pt x="9649" y="9678"/>
                </a:lnTo>
                <a:cubicBezTo>
                  <a:pt x="9868" y="9810"/>
                  <a:pt x="10057" y="9926"/>
                  <a:pt x="10232" y="10043"/>
                </a:cubicBezTo>
                <a:cubicBezTo>
                  <a:pt x="10232" y="10087"/>
                  <a:pt x="10232" y="10130"/>
                  <a:pt x="10232" y="10189"/>
                </a:cubicBezTo>
                <a:cubicBezTo>
                  <a:pt x="10028" y="10101"/>
                  <a:pt x="9809" y="10028"/>
                  <a:pt x="9620" y="9984"/>
                </a:cubicBezTo>
                <a:cubicBezTo>
                  <a:pt x="9620" y="9970"/>
                  <a:pt x="9620" y="9955"/>
                  <a:pt x="9620" y="9941"/>
                </a:cubicBezTo>
                <a:cubicBezTo>
                  <a:pt x="9620" y="9868"/>
                  <a:pt x="9634" y="9780"/>
                  <a:pt x="9649" y="9678"/>
                </a:cubicBezTo>
                <a:cubicBezTo>
                  <a:pt x="9649" y="9649"/>
                  <a:pt x="9664" y="9620"/>
                  <a:pt x="9664" y="9576"/>
                </a:cubicBezTo>
                <a:lnTo>
                  <a:pt x="9664" y="9576"/>
                </a:lnTo>
                <a:cubicBezTo>
                  <a:pt x="9663" y="9576"/>
                  <a:pt x="9634" y="9606"/>
                  <a:pt x="9605" y="9678"/>
                </a:cubicBezTo>
                <a:cubicBezTo>
                  <a:pt x="9576" y="9737"/>
                  <a:pt x="9532" y="9839"/>
                  <a:pt x="9489" y="9955"/>
                </a:cubicBezTo>
                <a:cubicBezTo>
                  <a:pt x="9051" y="9853"/>
                  <a:pt x="8745" y="9824"/>
                  <a:pt x="8745" y="9824"/>
                </a:cubicBezTo>
                <a:lnTo>
                  <a:pt x="8745" y="9824"/>
                </a:lnTo>
                <a:cubicBezTo>
                  <a:pt x="9008" y="9926"/>
                  <a:pt x="9241" y="10014"/>
                  <a:pt x="9430" y="10101"/>
                </a:cubicBezTo>
                <a:cubicBezTo>
                  <a:pt x="9372" y="10291"/>
                  <a:pt x="9314" y="10538"/>
                  <a:pt x="9285" y="10815"/>
                </a:cubicBezTo>
                <a:cubicBezTo>
                  <a:pt x="9095" y="10553"/>
                  <a:pt x="8935" y="10276"/>
                  <a:pt x="8804" y="9984"/>
                </a:cubicBezTo>
                <a:lnTo>
                  <a:pt x="8804" y="9984"/>
                </a:lnTo>
                <a:cubicBezTo>
                  <a:pt x="8804" y="9985"/>
                  <a:pt x="8906" y="10495"/>
                  <a:pt x="9197" y="11165"/>
                </a:cubicBezTo>
                <a:cubicBezTo>
                  <a:pt x="9095" y="11282"/>
                  <a:pt x="8993" y="11427"/>
                  <a:pt x="8876" y="11602"/>
                </a:cubicBezTo>
                <a:cubicBezTo>
                  <a:pt x="8862" y="11573"/>
                  <a:pt x="8862" y="11559"/>
                  <a:pt x="8862" y="11529"/>
                </a:cubicBezTo>
                <a:cubicBezTo>
                  <a:pt x="8876" y="11311"/>
                  <a:pt x="8906" y="11048"/>
                  <a:pt x="8949" y="10742"/>
                </a:cubicBezTo>
                <a:lnTo>
                  <a:pt x="8949" y="10742"/>
                </a:lnTo>
                <a:cubicBezTo>
                  <a:pt x="8949" y="10742"/>
                  <a:pt x="8862" y="10874"/>
                  <a:pt x="8774" y="11107"/>
                </a:cubicBezTo>
                <a:cubicBezTo>
                  <a:pt x="8585" y="9941"/>
                  <a:pt x="8702" y="9518"/>
                  <a:pt x="9445" y="7944"/>
                </a:cubicBezTo>
                <a:lnTo>
                  <a:pt x="9445" y="7944"/>
                </a:lnTo>
                <a:cubicBezTo>
                  <a:pt x="9445" y="7944"/>
                  <a:pt x="8483" y="8833"/>
                  <a:pt x="8206" y="10101"/>
                </a:cubicBezTo>
                <a:cubicBezTo>
                  <a:pt x="8191" y="10072"/>
                  <a:pt x="8162" y="10043"/>
                  <a:pt x="8148" y="10014"/>
                </a:cubicBezTo>
                <a:cubicBezTo>
                  <a:pt x="8104" y="9635"/>
                  <a:pt x="8148" y="9212"/>
                  <a:pt x="8235" y="8512"/>
                </a:cubicBezTo>
                <a:lnTo>
                  <a:pt x="8235" y="8512"/>
                </a:lnTo>
                <a:cubicBezTo>
                  <a:pt x="8235" y="8513"/>
                  <a:pt x="7973" y="8950"/>
                  <a:pt x="7871" y="9606"/>
                </a:cubicBezTo>
                <a:cubicBezTo>
                  <a:pt x="7842" y="9562"/>
                  <a:pt x="7827" y="9547"/>
                  <a:pt x="7827" y="9547"/>
                </a:cubicBezTo>
                <a:lnTo>
                  <a:pt x="7827" y="9547"/>
                </a:lnTo>
                <a:cubicBezTo>
                  <a:pt x="7842" y="9591"/>
                  <a:pt x="7856" y="9620"/>
                  <a:pt x="7871" y="9649"/>
                </a:cubicBezTo>
                <a:cubicBezTo>
                  <a:pt x="7798" y="10189"/>
                  <a:pt x="7827" y="10830"/>
                  <a:pt x="8206" y="11486"/>
                </a:cubicBezTo>
                <a:cubicBezTo>
                  <a:pt x="8235" y="11588"/>
                  <a:pt x="8264" y="11690"/>
                  <a:pt x="8293" y="11792"/>
                </a:cubicBezTo>
                <a:cubicBezTo>
                  <a:pt x="8279" y="11952"/>
                  <a:pt x="8264" y="12127"/>
                  <a:pt x="8221" y="12316"/>
                </a:cubicBezTo>
                <a:cubicBezTo>
                  <a:pt x="8191" y="12273"/>
                  <a:pt x="8162" y="12229"/>
                  <a:pt x="8133" y="12185"/>
                </a:cubicBezTo>
                <a:cubicBezTo>
                  <a:pt x="7754" y="11005"/>
                  <a:pt x="7186" y="8935"/>
                  <a:pt x="7171" y="7011"/>
                </a:cubicBezTo>
                <a:cubicBezTo>
                  <a:pt x="7171" y="7011"/>
                  <a:pt x="6795" y="9020"/>
                  <a:pt x="7095" y="11110"/>
                </a:cubicBezTo>
                <a:lnTo>
                  <a:pt x="7095" y="11110"/>
                </a:lnTo>
                <a:cubicBezTo>
                  <a:pt x="7068" y="11025"/>
                  <a:pt x="7054" y="10928"/>
                  <a:pt x="7040" y="10844"/>
                </a:cubicBezTo>
                <a:cubicBezTo>
                  <a:pt x="7040" y="10844"/>
                  <a:pt x="7026" y="10932"/>
                  <a:pt x="7026" y="11078"/>
                </a:cubicBezTo>
                <a:cubicBezTo>
                  <a:pt x="6778" y="10903"/>
                  <a:pt x="6515" y="10757"/>
                  <a:pt x="6268" y="10626"/>
                </a:cubicBezTo>
                <a:cubicBezTo>
                  <a:pt x="6064" y="10043"/>
                  <a:pt x="5903" y="9416"/>
                  <a:pt x="5845" y="8789"/>
                </a:cubicBezTo>
                <a:cubicBezTo>
                  <a:pt x="5845" y="8789"/>
                  <a:pt x="5743" y="9489"/>
                  <a:pt x="5801" y="10422"/>
                </a:cubicBezTo>
                <a:cubicBezTo>
                  <a:pt x="5524" y="10320"/>
                  <a:pt x="5262" y="10232"/>
                  <a:pt x="5029" y="10159"/>
                </a:cubicBezTo>
                <a:cubicBezTo>
                  <a:pt x="5043" y="9999"/>
                  <a:pt x="5058" y="9839"/>
                  <a:pt x="5087" y="9649"/>
                </a:cubicBezTo>
                <a:lnTo>
                  <a:pt x="5087" y="9649"/>
                </a:lnTo>
                <a:cubicBezTo>
                  <a:pt x="5087" y="9649"/>
                  <a:pt x="4985" y="9824"/>
                  <a:pt x="4868" y="10116"/>
                </a:cubicBezTo>
                <a:cubicBezTo>
                  <a:pt x="4329" y="9985"/>
                  <a:pt x="3950" y="9955"/>
                  <a:pt x="3950" y="9955"/>
                </a:cubicBezTo>
                <a:lnTo>
                  <a:pt x="3950" y="9955"/>
                </a:lnTo>
                <a:cubicBezTo>
                  <a:pt x="4271" y="10072"/>
                  <a:pt x="4562" y="10189"/>
                  <a:pt x="4810" y="10291"/>
                </a:cubicBezTo>
                <a:cubicBezTo>
                  <a:pt x="4723" y="10538"/>
                  <a:pt x="4650" y="10844"/>
                  <a:pt x="4621" y="11180"/>
                </a:cubicBezTo>
                <a:cubicBezTo>
                  <a:pt x="4460" y="10961"/>
                  <a:pt x="4329" y="10728"/>
                  <a:pt x="4198" y="10509"/>
                </a:cubicBezTo>
                <a:cubicBezTo>
                  <a:pt x="4198" y="10465"/>
                  <a:pt x="4198" y="10422"/>
                  <a:pt x="4198" y="10378"/>
                </a:cubicBezTo>
                <a:cubicBezTo>
                  <a:pt x="4198" y="10378"/>
                  <a:pt x="4183" y="10422"/>
                  <a:pt x="4183" y="10465"/>
                </a:cubicBezTo>
                <a:cubicBezTo>
                  <a:pt x="4125" y="10363"/>
                  <a:pt x="4067" y="10261"/>
                  <a:pt x="4023" y="10159"/>
                </a:cubicBezTo>
                <a:lnTo>
                  <a:pt x="4023" y="10159"/>
                </a:lnTo>
                <a:cubicBezTo>
                  <a:pt x="4023" y="10160"/>
                  <a:pt x="4052" y="10349"/>
                  <a:pt x="4154" y="10655"/>
                </a:cubicBezTo>
                <a:cubicBezTo>
                  <a:pt x="4125" y="10815"/>
                  <a:pt x="4096" y="11048"/>
                  <a:pt x="4081" y="11340"/>
                </a:cubicBezTo>
                <a:cubicBezTo>
                  <a:pt x="4009" y="11486"/>
                  <a:pt x="3936" y="11690"/>
                  <a:pt x="3863" y="11937"/>
                </a:cubicBezTo>
                <a:cubicBezTo>
                  <a:pt x="3134" y="10495"/>
                  <a:pt x="3076" y="10174"/>
                  <a:pt x="3324" y="8323"/>
                </a:cubicBezTo>
                <a:lnTo>
                  <a:pt x="3324" y="8323"/>
                </a:lnTo>
                <a:cubicBezTo>
                  <a:pt x="3323" y="8323"/>
                  <a:pt x="1968" y="10611"/>
                  <a:pt x="3732" y="12637"/>
                </a:cubicBezTo>
                <a:cubicBezTo>
                  <a:pt x="3702" y="12885"/>
                  <a:pt x="3702" y="13147"/>
                  <a:pt x="3732" y="13424"/>
                </a:cubicBezTo>
                <a:cubicBezTo>
                  <a:pt x="3644" y="13380"/>
                  <a:pt x="3557" y="13337"/>
                  <a:pt x="3455" y="13293"/>
                </a:cubicBezTo>
                <a:cubicBezTo>
                  <a:pt x="3309" y="12812"/>
                  <a:pt x="3178" y="12316"/>
                  <a:pt x="3134" y="11821"/>
                </a:cubicBezTo>
                <a:cubicBezTo>
                  <a:pt x="3134" y="11821"/>
                  <a:pt x="3047" y="12375"/>
                  <a:pt x="3090" y="13133"/>
                </a:cubicBezTo>
                <a:cubicBezTo>
                  <a:pt x="3061" y="13118"/>
                  <a:pt x="3032" y="13103"/>
                  <a:pt x="3003" y="13089"/>
                </a:cubicBezTo>
                <a:cubicBezTo>
                  <a:pt x="2624" y="12608"/>
                  <a:pt x="2274" y="12069"/>
                  <a:pt x="1997" y="11529"/>
                </a:cubicBezTo>
                <a:lnTo>
                  <a:pt x="1997" y="11529"/>
                </a:lnTo>
                <a:cubicBezTo>
                  <a:pt x="1997" y="11530"/>
                  <a:pt x="2114" y="12040"/>
                  <a:pt x="2405" y="12739"/>
                </a:cubicBezTo>
                <a:cubicBezTo>
                  <a:pt x="2376" y="12783"/>
                  <a:pt x="2362" y="12827"/>
                  <a:pt x="2347" y="12885"/>
                </a:cubicBezTo>
                <a:cubicBezTo>
                  <a:pt x="1895" y="12768"/>
                  <a:pt x="1589" y="12754"/>
                  <a:pt x="1589" y="12754"/>
                </a:cubicBezTo>
                <a:lnTo>
                  <a:pt x="1589" y="12754"/>
                </a:lnTo>
                <a:cubicBezTo>
                  <a:pt x="1866" y="12856"/>
                  <a:pt x="2085" y="12943"/>
                  <a:pt x="2289" y="13031"/>
                </a:cubicBezTo>
                <a:cubicBezTo>
                  <a:pt x="2230" y="13220"/>
                  <a:pt x="2158" y="13468"/>
                  <a:pt x="2128" y="13730"/>
                </a:cubicBezTo>
                <a:cubicBezTo>
                  <a:pt x="1954" y="13468"/>
                  <a:pt x="1793" y="13191"/>
                  <a:pt x="1647" y="12914"/>
                </a:cubicBezTo>
                <a:lnTo>
                  <a:pt x="1647" y="12914"/>
                </a:lnTo>
                <a:cubicBezTo>
                  <a:pt x="1648" y="12914"/>
                  <a:pt x="1779" y="13512"/>
                  <a:pt x="2128" y="14240"/>
                </a:cubicBezTo>
                <a:cubicBezTo>
                  <a:pt x="2143" y="14546"/>
                  <a:pt x="2201" y="14867"/>
                  <a:pt x="2347" y="15202"/>
                </a:cubicBezTo>
                <a:cubicBezTo>
                  <a:pt x="2099" y="15042"/>
                  <a:pt x="1866" y="14852"/>
                  <a:pt x="1706" y="14634"/>
                </a:cubicBezTo>
                <a:cubicBezTo>
                  <a:pt x="1720" y="14371"/>
                  <a:pt x="1749" y="14065"/>
                  <a:pt x="1808" y="13672"/>
                </a:cubicBezTo>
                <a:lnTo>
                  <a:pt x="1808" y="13672"/>
                </a:lnTo>
                <a:cubicBezTo>
                  <a:pt x="1808" y="13672"/>
                  <a:pt x="1647" y="13934"/>
                  <a:pt x="1531" y="14342"/>
                </a:cubicBezTo>
                <a:cubicBezTo>
                  <a:pt x="933" y="13176"/>
                  <a:pt x="904" y="12929"/>
                  <a:pt x="1094" y="11442"/>
                </a:cubicBezTo>
                <a:lnTo>
                  <a:pt x="1094" y="11442"/>
                </a:lnTo>
                <a:cubicBezTo>
                  <a:pt x="1093" y="11442"/>
                  <a:pt x="1" y="13278"/>
                  <a:pt x="1414" y="14911"/>
                </a:cubicBezTo>
                <a:cubicBezTo>
                  <a:pt x="1385" y="15202"/>
                  <a:pt x="1400" y="15523"/>
                  <a:pt x="1473" y="15873"/>
                </a:cubicBezTo>
                <a:lnTo>
                  <a:pt x="1473" y="15843"/>
                </a:lnTo>
                <a:lnTo>
                  <a:pt x="1910" y="15843"/>
                </a:lnTo>
                <a:cubicBezTo>
                  <a:pt x="1822" y="15610"/>
                  <a:pt x="1764" y="15406"/>
                  <a:pt x="1735" y="15202"/>
                </a:cubicBezTo>
                <a:lnTo>
                  <a:pt x="1735" y="15202"/>
                </a:lnTo>
                <a:cubicBezTo>
                  <a:pt x="1939" y="15392"/>
                  <a:pt x="2201" y="15581"/>
                  <a:pt x="2493" y="15756"/>
                </a:cubicBezTo>
                <a:cubicBezTo>
                  <a:pt x="2434" y="15785"/>
                  <a:pt x="2391" y="15814"/>
                  <a:pt x="2347" y="15843"/>
                </a:cubicBezTo>
                <a:lnTo>
                  <a:pt x="138416" y="15843"/>
                </a:lnTo>
                <a:cubicBezTo>
                  <a:pt x="138357" y="15814"/>
                  <a:pt x="138299" y="15785"/>
                  <a:pt x="138226" y="15741"/>
                </a:cubicBezTo>
                <a:cubicBezTo>
                  <a:pt x="138285" y="15610"/>
                  <a:pt x="138343" y="15465"/>
                  <a:pt x="138401" y="15319"/>
                </a:cubicBezTo>
                <a:cubicBezTo>
                  <a:pt x="138620" y="15115"/>
                  <a:pt x="138882" y="14925"/>
                  <a:pt x="139290" y="14692"/>
                </a:cubicBezTo>
                <a:cubicBezTo>
                  <a:pt x="139348" y="14867"/>
                  <a:pt x="139392" y="15027"/>
                  <a:pt x="139407" y="15173"/>
                </a:cubicBezTo>
                <a:cubicBezTo>
                  <a:pt x="139159" y="15377"/>
                  <a:pt x="138897" y="15596"/>
                  <a:pt x="138663" y="15843"/>
                </a:cubicBezTo>
                <a:lnTo>
                  <a:pt x="139217" y="15843"/>
                </a:lnTo>
                <a:cubicBezTo>
                  <a:pt x="139276" y="15771"/>
                  <a:pt x="139334" y="15683"/>
                  <a:pt x="139407" y="15596"/>
                </a:cubicBezTo>
                <a:lnTo>
                  <a:pt x="139407" y="15596"/>
                </a:lnTo>
                <a:cubicBezTo>
                  <a:pt x="139407" y="15683"/>
                  <a:pt x="139378" y="15756"/>
                  <a:pt x="139363" y="15843"/>
                </a:cubicBezTo>
                <a:lnTo>
                  <a:pt x="140281" y="15843"/>
                </a:lnTo>
                <a:cubicBezTo>
                  <a:pt x="140879" y="15246"/>
                  <a:pt x="141651" y="14561"/>
                  <a:pt x="142497" y="13978"/>
                </a:cubicBezTo>
                <a:lnTo>
                  <a:pt x="142497" y="13978"/>
                </a:lnTo>
                <a:cubicBezTo>
                  <a:pt x="142496" y="13978"/>
                  <a:pt x="140981" y="14751"/>
                  <a:pt x="139742" y="15800"/>
                </a:cubicBezTo>
                <a:cubicBezTo>
                  <a:pt x="139757" y="15610"/>
                  <a:pt x="139727" y="15435"/>
                  <a:pt x="139698" y="15275"/>
                </a:cubicBezTo>
                <a:cubicBezTo>
                  <a:pt x="139990" y="14940"/>
                  <a:pt x="140340" y="14590"/>
                  <a:pt x="140718" y="14299"/>
                </a:cubicBezTo>
                <a:lnTo>
                  <a:pt x="140718" y="14299"/>
                </a:lnTo>
                <a:cubicBezTo>
                  <a:pt x="140718" y="14299"/>
                  <a:pt x="140208" y="14576"/>
                  <a:pt x="139625" y="15013"/>
                </a:cubicBezTo>
                <a:cubicBezTo>
                  <a:pt x="139567" y="14852"/>
                  <a:pt x="139509" y="14721"/>
                  <a:pt x="139451" y="14605"/>
                </a:cubicBezTo>
                <a:cubicBezTo>
                  <a:pt x="139567" y="14546"/>
                  <a:pt x="139684" y="14473"/>
                  <a:pt x="139815" y="14401"/>
                </a:cubicBezTo>
                <a:lnTo>
                  <a:pt x="139815" y="14401"/>
                </a:lnTo>
                <a:cubicBezTo>
                  <a:pt x="139815" y="14401"/>
                  <a:pt x="139654" y="14444"/>
                  <a:pt x="139407" y="14532"/>
                </a:cubicBezTo>
                <a:cubicBezTo>
                  <a:pt x="139247" y="14270"/>
                  <a:pt x="139101" y="14109"/>
                  <a:pt x="139101" y="14109"/>
                </a:cubicBezTo>
                <a:lnTo>
                  <a:pt x="139101" y="14109"/>
                </a:lnTo>
                <a:cubicBezTo>
                  <a:pt x="139174" y="14299"/>
                  <a:pt x="139217" y="14444"/>
                  <a:pt x="139261" y="14590"/>
                </a:cubicBezTo>
                <a:cubicBezTo>
                  <a:pt x="139072" y="14663"/>
                  <a:pt x="138838" y="14780"/>
                  <a:pt x="138591" y="14911"/>
                </a:cubicBezTo>
                <a:cubicBezTo>
                  <a:pt x="138707" y="14678"/>
                  <a:pt x="138838" y="14459"/>
                  <a:pt x="138999" y="14240"/>
                </a:cubicBezTo>
                <a:lnTo>
                  <a:pt x="138999" y="14240"/>
                </a:lnTo>
                <a:cubicBezTo>
                  <a:pt x="138998" y="14240"/>
                  <a:pt x="138590" y="14619"/>
                  <a:pt x="138168" y="15188"/>
                </a:cubicBezTo>
                <a:cubicBezTo>
                  <a:pt x="138037" y="15290"/>
                  <a:pt x="137906" y="15392"/>
                  <a:pt x="137774" y="15523"/>
                </a:cubicBezTo>
                <a:cubicBezTo>
                  <a:pt x="137702" y="15479"/>
                  <a:pt x="137629" y="15450"/>
                  <a:pt x="137541" y="15406"/>
                </a:cubicBezTo>
                <a:cubicBezTo>
                  <a:pt x="137556" y="15348"/>
                  <a:pt x="137585" y="15275"/>
                  <a:pt x="137614" y="15217"/>
                </a:cubicBezTo>
                <a:cubicBezTo>
                  <a:pt x="137833" y="15071"/>
                  <a:pt x="138110" y="14925"/>
                  <a:pt x="138459" y="14721"/>
                </a:cubicBezTo>
                <a:lnTo>
                  <a:pt x="138459" y="14721"/>
                </a:lnTo>
                <a:cubicBezTo>
                  <a:pt x="138459" y="14721"/>
                  <a:pt x="138153" y="14794"/>
                  <a:pt x="137760" y="14969"/>
                </a:cubicBezTo>
                <a:cubicBezTo>
                  <a:pt x="138372" y="14051"/>
                  <a:pt x="138561" y="13890"/>
                  <a:pt x="139888" y="13147"/>
                </a:cubicBezTo>
                <a:lnTo>
                  <a:pt x="139888" y="13147"/>
                </a:lnTo>
                <a:cubicBezTo>
                  <a:pt x="139887" y="13147"/>
                  <a:pt x="137774" y="13687"/>
                  <a:pt x="137235" y="15246"/>
                </a:cubicBezTo>
                <a:lnTo>
                  <a:pt x="137206" y="15246"/>
                </a:lnTo>
                <a:cubicBezTo>
                  <a:pt x="137046" y="15173"/>
                  <a:pt x="136871" y="15100"/>
                  <a:pt x="136681" y="15013"/>
                </a:cubicBezTo>
                <a:cubicBezTo>
                  <a:pt x="136812" y="14707"/>
                  <a:pt x="136987" y="14401"/>
                  <a:pt x="137191" y="14109"/>
                </a:cubicBezTo>
                <a:lnTo>
                  <a:pt x="137191" y="14109"/>
                </a:lnTo>
                <a:cubicBezTo>
                  <a:pt x="137191" y="14109"/>
                  <a:pt x="136842" y="14430"/>
                  <a:pt x="136463" y="14925"/>
                </a:cubicBezTo>
                <a:cubicBezTo>
                  <a:pt x="136404" y="14896"/>
                  <a:pt x="136346" y="14867"/>
                  <a:pt x="136273" y="14838"/>
                </a:cubicBezTo>
                <a:cubicBezTo>
                  <a:pt x="137118" y="13891"/>
                  <a:pt x="137323" y="12973"/>
                  <a:pt x="137323" y="12972"/>
                </a:cubicBezTo>
                <a:lnTo>
                  <a:pt x="137323" y="12972"/>
                </a:lnTo>
                <a:cubicBezTo>
                  <a:pt x="136710" y="13803"/>
                  <a:pt x="136332" y="14284"/>
                  <a:pt x="135880" y="14678"/>
                </a:cubicBezTo>
                <a:cubicBezTo>
                  <a:pt x="135763" y="14619"/>
                  <a:pt x="135632" y="14575"/>
                  <a:pt x="135501" y="14517"/>
                </a:cubicBezTo>
                <a:cubicBezTo>
                  <a:pt x="136244" y="13978"/>
                  <a:pt x="136550" y="13337"/>
                  <a:pt x="136638" y="13162"/>
                </a:cubicBezTo>
                <a:cubicBezTo>
                  <a:pt x="137031" y="12710"/>
                  <a:pt x="137468" y="12244"/>
                  <a:pt x="137949" y="11792"/>
                </a:cubicBezTo>
                <a:cubicBezTo>
                  <a:pt x="137978" y="11777"/>
                  <a:pt x="138008" y="11748"/>
                  <a:pt x="138037" y="11733"/>
                </a:cubicBezTo>
                <a:lnTo>
                  <a:pt x="138037" y="11733"/>
                </a:lnTo>
                <a:cubicBezTo>
                  <a:pt x="138035" y="11734"/>
                  <a:pt x="138007" y="11748"/>
                  <a:pt x="137978" y="11763"/>
                </a:cubicBezTo>
                <a:cubicBezTo>
                  <a:pt x="138372" y="11384"/>
                  <a:pt x="138780" y="11019"/>
                  <a:pt x="139217" y="10684"/>
                </a:cubicBezTo>
                <a:lnTo>
                  <a:pt x="139217" y="10684"/>
                </a:lnTo>
                <a:cubicBezTo>
                  <a:pt x="139217" y="10684"/>
                  <a:pt x="137643" y="11602"/>
                  <a:pt x="136098" y="12929"/>
                </a:cubicBezTo>
                <a:cubicBezTo>
                  <a:pt x="135821" y="13118"/>
                  <a:pt x="135545" y="13337"/>
                  <a:pt x="135282" y="13555"/>
                </a:cubicBezTo>
                <a:cubicBezTo>
                  <a:pt x="135282" y="13366"/>
                  <a:pt x="135268" y="13191"/>
                  <a:pt x="135238" y="13031"/>
                </a:cubicBezTo>
                <a:cubicBezTo>
                  <a:pt x="135530" y="12695"/>
                  <a:pt x="135880" y="12346"/>
                  <a:pt x="136259" y="12054"/>
                </a:cubicBezTo>
                <a:lnTo>
                  <a:pt x="136259" y="12054"/>
                </a:lnTo>
                <a:cubicBezTo>
                  <a:pt x="136258" y="12054"/>
                  <a:pt x="135748" y="12331"/>
                  <a:pt x="135166" y="12768"/>
                </a:cubicBezTo>
                <a:cubicBezTo>
                  <a:pt x="135151" y="12739"/>
                  <a:pt x="135151" y="12725"/>
                  <a:pt x="135136" y="12710"/>
                </a:cubicBezTo>
                <a:cubicBezTo>
                  <a:pt x="135515" y="12214"/>
                  <a:pt x="135953" y="11719"/>
                  <a:pt x="136434" y="11267"/>
                </a:cubicBezTo>
                <a:lnTo>
                  <a:pt x="136434" y="11267"/>
                </a:lnTo>
                <a:cubicBezTo>
                  <a:pt x="136433" y="11267"/>
                  <a:pt x="135836" y="11632"/>
                  <a:pt x="135107" y="12229"/>
                </a:cubicBezTo>
                <a:cubicBezTo>
                  <a:pt x="135064" y="12244"/>
                  <a:pt x="135005" y="12273"/>
                  <a:pt x="134947" y="12287"/>
                </a:cubicBezTo>
                <a:cubicBezTo>
                  <a:pt x="134787" y="12025"/>
                  <a:pt x="134641" y="11879"/>
                  <a:pt x="134641" y="11879"/>
                </a:cubicBezTo>
                <a:lnTo>
                  <a:pt x="134641" y="11879"/>
                </a:lnTo>
                <a:cubicBezTo>
                  <a:pt x="134699" y="12054"/>
                  <a:pt x="134757" y="12200"/>
                  <a:pt x="134801" y="12346"/>
                </a:cubicBezTo>
                <a:cubicBezTo>
                  <a:pt x="134787" y="12346"/>
                  <a:pt x="134787" y="12346"/>
                  <a:pt x="134772" y="12360"/>
                </a:cubicBezTo>
                <a:cubicBezTo>
                  <a:pt x="134670" y="12171"/>
                  <a:pt x="134553" y="11981"/>
                  <a:pt x="134451" y="11835"/>
                </a:cubicBezTo>
                <a:cubicBezTo>
                  <a:pt x="134612" y="11719"/>
                  <a:pt x="134801" y="11602"/>
                  <a:pt x="134991" y="11471"/>
                </a:cubicBezTo>
                <a:lnTo>
                  <a:pt x="134991" y="11471"/>
                </a:lnTo>
                <a:cubicBezTo>
                  <a:pt x="134991" y="11471"/>
                  <a:pt x="134743" y="11544"/>
                  <a:pt x="134364" y="11704"/>
                </a:cubicBezTo>
                <a:cubicBezTo>
                  <a:pt x="134335" y="11675"/>
                  <a:pt x="134306" y="11646"/>
                  <a:pt x="134277" y="11617"/>
                </a:cubicBezTo>
                <a:cubicBezTo>
                  <a:pt x="134553" y="11413"/>
                  <a:pt x="134903" y="11209"/>
                  <a:pt x="135428" y="10917"/>
                </a:cubicBezTo>
                <a:lnTo>
                  <a:pt x="135428" y="10917"/>
                </a:lnTo>
                <a:cubicBezTo>
                  <a:pt x="135428" y="10917"/>
                  <a:pt x="134816" y="11063"/>
                  <a:pt x="134160" y="11457"/>
                </a:cubicBezTo>
                <a:cubicBezTo>
                  <a:pt x="133941" y="11194"/>
                  <a:pt x="133767" y="11049"/>
                  <a:pt x="133766" y="11048"/>
                </a:cubicBezTo>
                <a:lnTo>
                  <a:pt x="133766" y="11048"/>
                </a:lnTo>
                <a:cubicBezTo>
                  <a:pt x="133868" y="11223"/>
                  <a:pt x="133941" y="11384"/>
                  <a:pt x="134014" y="11544"/>
                </a:cubicBezTo>
                <a:cubicBezTo>
                  <a:pt x="133708" y="11733"/>
                  <a:pt x="133402" y="11981"/>
                  <a:pt x="133169" y="12287"/>
                </a:cubicBezTo>
                <a:cubicBezTo>
                  <a:pt x="133285" y="11937"/>
                  <a:pt x="133446" y="11588"/>
                  <a:pt x="133621" y="11252"/>
                </a:cubicBezTo>
                <a:lnTo>
                  <a:pt x="133621" y="11252"/>
                </a:lnTo>
                <a:cubicBezTo>
                  <a:pt x="133620" y="11253"/>
                  <a:pt x="133052" y="11894"/>
                  <a:pt x="132528" y="12827"/>
                </a:cubicBezTo>
                <a:cubicBezTo>
                  <a:pt x="132367" y="12972"/>
                  <a:pt x="132207" y="13118"/>
                  <a:pt x="132061" y="13293"/>
                </a:cubicBezTo>
                <a:lnTo>
                  <a:pt x="132003" y="13278"/>
                </a:lnTo>
                <a:cubicBezTo>
                  <a:pt x="132119" y="12972"/>
                  <a:pt x="132251" y="12666"/>
                  <a:pt x="132426" y="12360"/>
                </a:cubicBezTo>
                <a:cubicBezTo>
                  <a:pt x="132557" y="12273"/>
                  <a:pt x="132717" y="12171"/>
                  <a:pt x="132877" y="12069"/>
                </a:cubicBezTo>
                <a:lnTo>
                  <a:pt x="132877" y="12069"/>
                </a:lnTo>
                <a:cubicBezTo>
                  <a:pt x="132877" y="12069"/>
                  <a:pt x="132746" y="12098"/>
                  <a:pt x="132528" y="12185"/>
                </a:cubicBezTo>
                <a:cubicBezTo>
                  <a:pt x="132586" y="12083"/>
                  <a:pt x="132659" y="11967"/>
                  <a:pt x="132732" y="11865"/>
                </a:cubicBezTo>
                <a:lnTo>
                  <a:pt x="132732" y="11865"/>
                </a:lnTo>
                <a:cubicBezTo>
                  <a:pt x="132731" y="11865"/>
                  <a:pt x="132571" y="12010"/>
                  <a:pt x="132367" y="12244"/>
                </a:cubicBezTo>
                <a:cubicBezTo>
                  <a:pt x="132207" y="12316"/>
                  <a:pt x="132017" y="12404"/>
                  <a:pt x="131799" y="12506"/>
                </a:cubicBezTo>
                <a:cubicBezTo>
                  <a:pt x="132163" y="11821"/>
                  <a:pt x="132411" y="11384"/>
                  <a:pt x="132761" y="11005"/>
                </a:cubicBezTo>
                <a:cubicBezTo>
                  <a:pt x="132775" y="10990"/>
                  <a:pt x="132775" y="10990"/>
                  <a:pt x="132775" y="10990"/>
                </a:cubicBezTo>
                <a:cubicBezTo>
                  <a:pt x="133198" y="10538"/>
                  <a:pt x="133752" y="10145"/>
                  <a:pt x="134830" y="9460"/>
                </a:cubicBezTo>
                <a:lnTo>
                  <a:pt x="134830" y="9460"/>
                </a:lnTo>
                <a:cubicBezTo>
                  <a:pt x="134830" y="9460"/>
                  <a:pt x="132629" y="10101"/>
                  <a:pt x="131551" y="11704"/>
                </a:cubicBezTo>
                <a:cubicBezTo>
                  <a:pt x="131114" y="11981"/>
                  <a:pt x="130618" y="12331"/>
                  <a:pt x="130166" y="12710"/>
                </a:cubicBezTo>
                <a:cubicBezTo>
                  <a:pt x="130123" y="12695"/>
                  <a:pt x="130094" y="12681"/>
                  <a:pt x="130050" y="12666"/>
                </a:cubicBezTo>
                <a:cubicBezTo>
                  <a:pt x="130123" y="12418"/>
                  <a:pt x="130210" y="12171"/>
                  <a:pt x="130312" y="11923"/>
                </a:cubicBezTo>
                <a:cubicBezTo>
                  <a:pt x="130531" y="11704"/>
                  <a:pt x="130764" y="11500"/>
                  <a:pt x="131012" y="11296"/>
                </a:cubicBezTo>
                <a:lnTo>
                  <a:pt x="131012" y="11296"/>
                </a:lnTo>
                <a:cubicBezTo>
                  <a:pt x="131012" y="11296"/>
                  <a:pt x="130764" y="11427"/>
                  <a:pt x="130429" y="11661"/>
                </a:cubicBezTo>
                <a:cubicBezTo>
                  <a:pt x="130502" y="11471"/>
                  <a:pt x="130589" y="11296"/>
                  <a:pt x="130691" y="11121"/>
                </a:cubicBezTo>
                <a:lnTo>
                  <a:pt x="130691" y="11121"/>
                </a:lnTo>
                <a:cubicBezTo>
                  <a:pt x="130691" y="11121"/>
                  <a:pt x="130429" y="11413"/>
                  <a:pt x="130108" y="11865"/>
                </a:cubicBezTo>
                <a:cubicBezTo>
                  <a:pt x="130050" y="11908"/>
                  <a:pt x="129977" y="11967"/>
                  <a:pt x="129919" y="12010"/>
                </a:cubicBezTo>
                <a:cubicBezTo>
                  <a:pt x="129860" y="11865"/>
                  <a:pt x="129802" y="11733"/>
                  <a:pt x="129744" y="11617"/>
                </a:cubicBezTo>
                <a:cubicBezTo>
                  <a:pt x="129846" y="11544"/>
                  <a:pt x="129977" y="11471"/>
                  <a:pt x="130108" y="11398"/>
                </a:cubicBezTo>
                <a:lnTo>
                  <a:pt x="130108" y="11398"/>
                </a:lnTo>
                <a:cubicBezTo>
                  <a:pt x="130108" y="11398"/>
                  <a:pt x="129948" y="11442"/>
                  <a:pt x="129700" y="11529"/>
                </a:cubicBezTo>
                <a:cubicBezTo>
                  <a:pt x="129540" y="11267"/>
                  <a:pt x="129394" y="11121"/>
                  <a:pt x="129394" y="11121"/>
                </a:cubicBezTo>
                <a:lnTo>
                  <a:pt x="129394" y="11121"/>
                </a:lnTo>
                <a:cubicBezTo>
                  <a:pt x="129452" y="11296"/>
                  <a:pt x="129511" y="11457"/>
                  <a:pt x="129554" y="11588"/>
                </a:cubicBezTo>
                <a:cubicBezTo>
                  <a:pt x="129350" y="11675"/>
                  <a:pt x="129117" y="11777"/>
                  <a:pt x="128884" y="11923"/>
                </a:cubicBezTo>
                <a:cubicBezTo>
                  <a:pt x="129001" y="11690"/>
                  <a:pt x="129132" y="11457"/>
                  <a:pt x="129277" y="11238"/>
                </a:cubicBezTo>
                <a:lnTo>
                  <a:pt x="129277" y="11238"/>
                </a:lnTo>
                <a:cubicBezTo>
                  <a:pt x="129277" y="11238"/>
                  <a:pt x="128869" y="11632"/>
                  <a:pt x="128461" y="12185"/>
                </a:cubicBezTo>
                <a:cubicBezTo>
                  <a:pt x="128447" y="12200"/>
                  <a:pt x="128447" y="12200"/>
                  <a:pt x="128432" y="12214"/>
                </a:cubicBezTo>
                <a:cubicBezTo>
                  <a:pt x="128315" y="12185"/>
                  <a:pt x="128199" y="12156"/>
                  <a:pt x="128068" y="12112"/>
                </a:cubicBezTo>
                <a:cubicBezTo>
                  <a:pt x="128257" y="12010"/>
                  <a:pt x="128476" y="11879"/>
                  <a:pt x="128753" y="11733"/>
                </a:cubicBezTo>
                <a:lnTo>
                  <a:pt x="128753" y="11733"/>
                </a:lnTo>
                <a:cubicBezTo>
                  <a:pt x="128753" y="11733"/>
                  <a:pt x="128447" y="11806"/>
                  <a:pt x="128039" y="11981"/>
                </a:cubicBezTo>
                <a:cubicBezTo>
                  <a:pt x="128665" y="11063"/>
                  <a:pt x="128855" y="10903"/>
                  <a:pt x="130181" y="10159"/>
                </a:cubicBezTo>
                <a:lnTo>
                  <a:pt x="130181" y="10159"/>
                </a:lnTo>
                <a:cubicBezTo>
                  <a:pt x="130181" y="10159"/>
                  <a:pt x="128286" y="10640"/>
                  <a:pt x="127616" y="11996"/>
                </a:cubicBezTo>
                <a:cubicBezTo>
                  <a:pt x="127514" y="11967"/>
                  <a:pt x="127426" y="11952"/>
                  <a:pt x="127324" y="11923"/>
                </a:cubicBezTo>
                <a:cubicBezTo>
                  <a:pt x="128374" y="10436"/>
                  <a:pt x="128155" y="8906"/>
                  <a:pt x="128155" y="8906"/>
                </a:cubicBezTo>
                <a:lnTo>
                  <a:pt x="128155" y="8906"/>
                </a:lnTo>
                <a:cubicBezTo>
                  <a:pt x="127689" y="10451"/>
                  <a:pt x="127470" y="11005"/>
                  <a:pt x="126741" y="11777"/>
                </a:cubicBezTo>
                <a:cubicBezTo>
                  <a:pt x="126727" y="11777"/>
                  <a:pt x="126712" y="11763"/>
                  <a:pt x="126698" y="11763"/>
                </a:cubicBezTo>
                <a:lnTo>
                  <a:pt x="126698" y="11690"/>
                </a:lnTo>
                <a:cubicBezTo>
                  <a:pt x="127426" y="10801"/>
                  <a:pt x="127601" y="9985"/>
                  <a:pt x="127601" y="9984"/>
                </a:cubicBezTo>
                <a:lnTo>
                  <a:pt x="127601" y="9984"/>
                </a:lnTo>
                <a:cubicBezTo>
                  <a:pt x="127368" y="10305"/>
                  <a:pt x="127164" y="10582"/>
                  <a:pt x="126975" y="10830"/>
                </a:cubicBezTo>
                <a:cubicBezTo>
                  <a:pt x="127091" y="10465"/>
                  <a:pt x="127237" y="10057"/>
                  <a:pt x="127397" y="9649"/>
                </a:cubicBezTo>
                <a:cubicBezTo>
                  <a:pt x="128024" y="8979"/>
                  <a:pt x="128738" y="8294"/>
                  <a:pt x="129496" y="7682"/>
                </a:cubicBezTo>
                <a:lnTo>
                  <a:pt x="129496" y="7682"/>
                </a:lnTo>
                <a:cubicBezTo>
                  <a:pt x="129496" y="7682"/>
                  <a:pt x="128723" y="8148"/>
                  <a:pt x="127718" y="8877"/>
                </a:cubicBezTo>
                <a:cubicBezTo>
                  <a:pt x="128111" y="7973"/>
                  <a:pt x="128592" y="7026"/>
                  <a:pt x="129175" y="6137"/>
                </a:cubicBezTo>
                <a:lnTo>
                  <a:pt x="129175" y="6137"/>
                </a:lnTo>
                <a:cubicBezTo>
                  <a:pt x="129175" y="6137"/>
                  <a:pt x="127703" y="7755"/>
                  <a:pt x="126625" y="9737"/>
                </a:cubicBezTo>
                <a:cubicBezTo>
                  <a:pt x="126508" y="9824"/>
                  <a:pt x="126392" y="9926"/>
                  <a:pt x="126275" y="10028"/>
                </a:cubicBezTo>
                <a:cubicBezTo>
                  <a:pt x="126158" y="9810"/>
                  <a:pt x="126013" y="9606"/>
                  <a:pt x="125867" y="9416"/>
                </a:cubicBezTo>
                <a:cubicBezTo>
                  <a:pt x="125896" y="9285"/>
                  <a:pt x="125940" y="9154"/>
                  <a:pt x="125984" y="9037"/>
                </a:cubicBezTo>
                <a:cubicBezTo>
                  <a:pt x="126217" y="8775"/>
                  <a:pt x="126465" y="8512"/>
                  <a:pt x="126727" y="8279"/>
                </a:cubicBezTo>
                <a:lnTo>
                  <a:pt x="126727" y="8279"/>
                </a:lnTo>
                <a:cubicBezTo>
                  <a:pt x="126727" y="8279"/>
                  <a:pt x="126464" y="8425"/>
                  <a:pt x="126100" y="8702"/>
                </a:cubicBezTo>
                <a:cubicBezTo>
                  <a:pt x="126260" y="8265"/>
                  <a:pt x="126450" y="7842"/>
                  <a:pt x="126669" y="7434"/>
                </a:cubicBezTo>
                <a:lnTo>
                  <a:pt x="126669" y="7434"/>
                </a:lnTo>
                <a:cubicBezTo>
                  <a:pt x="126668" y="7434"/>
                  <a:pt x="126100" y="8090"/>
                  <a:pt x="125532" y="9037"/>
                </a:cubicBezTo>
                <a:cubicBezTo>
                  <a:pt x="125386" y="8877"/>
                  <a:pt x="125226" y="8746"/>
                  <a:pt x="125080" y="8614"/>
                </a:cubicBezTo>
                <a:cubicBezTo>
                  <a:pt x="125138" y="8571"/>
                  <a:pt x="125211" y="8527"/>
                  <a:pt x="125284" y="8483"/>
                </a:cubicBezTo>
                <a:lnTo>
                  <a:pt x="125284" y="8483"/>
                </a:lnTo>
                <a:cubicBezTo>
                  <a:pt x="125284" y="8483"/>
                  <a:pt x="125182" y="8512"/>
                  <a:pt x="125022" y="8571"/>
                </a:cubicBezTo>
                <a:cubicBezTo>
                  <a:pt x="124992" y="8542"/>
                  <a:pt x="124963" y="8512"/>
                  <a:pt x="124934" y="8498"/>
                </a:cubicBezTo>
                <a:cubicBezTo>
                  <a:pt x="125051" y="8338"/>
                  <a:pt x="125197" y="8177"/>
                  <a:pt x="125342" y="8002"/>
                </a:cubicBezTo>
                <a:lnTo>
                  <a:pt x="125342" y="8002"/>
                </a:lnTo>
                <a:cubicBezTo>
                  <a:pt x="125342" y="8002"/>
                  <a:pt x="125124" y="8134"/>
                  <a:pt x="124803" y="8396"/>
                </a:cubicBezTo>
                <a:cubicBezTo>
                  <a:pt x="124351" y="8061"/>
                  <a:pt x="123987" y="7886"/>
                  <a:pt x="123987" y="7886"/>
                </a:cubicBezTo>
                <a:lnTo>
                  <a:pt x="123987" y="7886"/>
                </a:lnTo>
                <a:cubicBezTo>
                  <a:pt x="124235" y="8134"/>
                  <a:pt x="124453" y="8352"/>
                  <a:pt x="124628" y="8542"/>
                </a:cubicBezTo>
                <a:cubicBezTo>
                  <a:pt x="124599" y="8571"/>
                  <a:pt x="124584" y="8585"/>
                  <a:pt x="124555" y="8614"/>
                </a:cubicBezTo>
                <a:cubicBezTo>
                  <a:pt x="124278" y="8265"/>
                  <a:pt x="124060" y="8061"/>
                  <a:pt x="124060" y="8061"/>
                </a:cubicBezTo>
                <a:lnTo>
                  <a:pt x="124060" y="8061"/>
                </a:lnTo>
                <a:cubicBezTo>
                  <a:pt x="124191" y="8323"/>
                  <a:pt x="124307" y="8542"/>
                  <a:pt x="124395" y="8760"/>
                </a:cubicBezTo>
                <a:cubicBezTo>
                  <a:pt x="124351" y="8804"/>
                  <a:pt x="124307" y="8848"/>
                  <a:pt x="124264" y="8891"/>
                </a:cubicBezTo>
                <a:cubicBezTo>
                  <a:pt x="124133" y="8950"/>
                  <a:pt x="123987" y="9023"/>
                  <a:pt x="123841" y="9110"/>
                </a:cubicBezTo>
                <a:cubicBezTo>
                  <a:pt x="123856" y="8833"/>
                  <a:pt x="123870" y="8556"/>
                  <a:pt x="123899" y="8279"/>
                </a:cubicBezTo>
                <a:cubicBezTo>
                  <a:pt x="123899" y="8265"/>
                  <a:pt x="123914" y="8265"/>
                  <a:pt x="123914" y="8265"/>
                </a:cubicBezTo>
                <a:lnTo>
                  <a:pt x="123899" y="8265"/>
                </a:lnTo>
                <a:cubicBezTo>
                  <a:pt x="123914" y="8221"/>
                  <a:pt x="123914" y="8163"/>
                  <a:pt x="123914" y="8119"/>
                </a:cubicBezTo>
                <a:lnTo>
                  <a:pt x="123914" y="8119"/>
                </a:lnTo>
                <a:cubicBezTo>
                  <a:pt x="123914" y="8119"/>
                  <a:pt x="123885" y="8206"/>
                  <a:pt x="123841" y="8338"/>
                </a:cubicBezTo>
                <a:cubicBezTo>
                  <a:pt x="123695" y="8512"/>
                  <a:pt x="123389" y="8906"/>
                  <a:pt x="123039" y="9445"/>
                </a:cubicBezTo>
                <a:cubicBezTo>
                  <a:pt x="122908" y="9547"/>
                  <a:pt x="122763" y="9678"/>
                  <a:pt x="122588" y="9839"/>
                </a:cubicBezTo>
                <a:cubicBezTo>
                  <a:pt x="122588" y="9824"/>
                  <a:pt x="122588" y="9824"/>
                  <a:pt x="122588" y="9810"/>
                </a:cubicBezTo>
                <a:cubicBezTo>
                  <a:pt x="122690" y="9620"/>
                  <a:pt x="122763" y="9445"/>
                  <a:pt x="122806" y="9299"/>
                </a:cubicBezTo>
                <a:cubicBezTo>
                  <a:pt x="122923" y="9227"/>
                  <a:pt x="123039" y="9154"/>
                  <a:pt x="123156" y="9066"/>
                </a:cubicBezTo>
                <a:lnTo>
                  <a:pt x="123156" y="9066"/>
                </a:lnTo>
                <a:cubicBezTo>
                  <a:pt x="123156" y="9066"/>
                  <a:pt x="123039" y="9110"/>
                  <a:pt x="122850" y="9183"/>
                </a:cubicBezTo>
                <a:cubicBezTo>
                  <a:pt x="122908" y="9008"/>
                  <a:pt x="122923" y="8891"/>
                  <a:pt x="122923" y="8891"/>
                </a:cubicBezTo>
                <a:lnTo>
                  <a:pt x="122923" y="8891"/>
                </a:lnTo>
                <a:cubicBezTo>
                  <a:pt x="122835" y="9023"/>
                  <a:pt x="122763" y="9139"/>
                  <a:pt x="122690" y="9241"/>
                </a:cubicBezTo>
                <a:lnTo>
                  <a:pt x="122675" y="9241"/>
                </a:lnTo>
                <a:cubicBezTo>
                  <a:pt x="122733" y="8906"/>
                  <a:pt x="122792" y="8614"/>
                  <a:pt x="122894" y="8352"/>
                </a:cubicBezTo>
                <a:cubicBezTo>
                  <a:pt x="123229" y="7973"/>
                  <a:pt x="123579" y="7594"/>
                  <a:pt x="123972" y="7230"/>
                </a:cubicBezTo>
                <a:cubicBezTo>
                  <a:pt x="124264" y="7011"/>
                  <a:pt x="124643" y="6764"/>
                  <a:pt x="125109" y="6472"/>
                </a:cubicBezTo>
                <a:lnTo>
                  <a:pt x="125109" y="6472"/>
                </a:lnTo>
                <a:cubicBezTo>
                  <a:pt x="125109" y="6472"/>
                  <a:pt x="124905" y="6530"/>
                  <a:pt x="124584" y="6661"/>
                </a:cubicBezTo>
                <a:cubicBezTo>
                  <a:pt x="124628" y="6618"/>
                  <a:pt x="124672" y="6589"/>
                  <a:pt x="124701" y="6559"/>
                </a:cubicBezTo>
                <a:lnTo>
                  <a:pt x="124701" y="6559"/>
                </a:lnTo>
                <a:cubicBezTo>
                  <a:pt x="124701" y="6560"/>
                  <a:pt x="124628" y="6603"/>
                  <a:pt x="124482" y="6705"/>
                </a:cubicBezTo>
                <a:cubicBezTo>
                  <a:pt x="124205" y="6822"/>
                  <a:pt x="123870" y="6982"/>
                  <a:pt x="123520" y="7186"/>
                </a:cubicBezTo>
                <a:cubicBezTo>
                  <a:pt x="123754" y="6866"/>
                  <a:pt x="124045" y="6501"/>
                  <a:pt x="124439" y="6020"/>
                </a:cubicBezTo>
                <a:lnTo>
                  <a:pt x="124439" y="6020"/>
                </a:lnTo>
                <a:cubicBezTo>
                  <a:pt x="124438" y="6020"/>
                  <a:pt x="123375" y="6691"/>
                  <a:pt x="122631" y="7827"/>
                </a:cubicBezTo>
                <a:cubicBezTo>
                  <a:pt x="122296" y="8104"/>
                  <a:pt x="121990" y="8440"/>
                  <a:pt x="121757" y="8833"/>
                </a:cubicBezTo>
                <a:cubicBezTo>
                  <a:pt x="121465" y="9081"/>
                  <a:pt x="121189" y="9358"/>
                  <a:pt x="120926" y="9635"/>
                </a:cubicBezTo>
                <a:cubicBezTo>
                  <a:pt x="120941" y="9343"/>
                  <a:pt x="120955" y="9037"/>
                  <a:pt x="120999" y="8746"/>
                </a:cubicBezTo>
                <a:lnTo>
                  <a:pt x="120999" y="8746"/>
                </a:lnTo>
                <a:cubicBezTo>
                  <a:pt x="120999" y="8746"/>
                  <a:pt x="120941" y="8877"/>
                  <a:pt x="120868" y="9110"/>
                </a:cubicBezTo>
                <a:cubicBezTo>
                  <a:pt x="120882" y="9008"/>
                  <a:pt x="120882" y="8964"/>
                  <a:pt x="120882" y="8964"/>
                </a:cubicBezTo>
                <a:lnTo>
                  <a:pt x="120882" y="8964"/>
                </a:lnTo>
                <a:cubicBezTo>
                  <a:pt x="120839" y="9066"/>
                  <a:pt x="120795" y="9183"/>
                  <a:pt x="120751" y="9299"/>
                </a:cubicBezTo>
                <a:cubicBezTo>
                  <a:pt x="120708" y="9154"/>
                  <a:pt x="120664" y="9023"/>
                  <a:pt x="120606" y="8891"/>
                </a:cubicBezTo>
                <a:cubicBezTo>
                  <a:pt x="120620" y="8862"/>
                  <a:pt x="120635" y="8848"/>
                  <a:pt x="120635" y="8819"/>
                </a:cubicBezTo>
                <a:cubicBezTo>
                  <a:pt x="121014" y="8279"/>
                  <a:pt x="121451" y="7711"/>
                  <a:pt x="121946" y="7215"/>
                </a:cubicBezTo>
                <a:lnTo>
                  <a:pt x="121946" y="7215"/>
                </a:lnTo>
                <a:cubicBezTo>
                  <a:pt x="121946" y="7216"/>
                  <a:pt x="121218" y="7696"/>
                  <a:pt x="120401" y="8454"/>
                </a:cubicBezTo>
                <a:cubicBezTo>
                  <a:pt x="120270" y="8221"/>
                  <a:pt x="120139" y="8017"/>
                  <a:pt x="119993" y="7827"/>
                </a:cubicBezTo>
                <a:cubicBezTo>
                  <a:pt x="120154" y="7711"/>
                  <a:pt x="120329" y="7594"/>
                  <a:pt x="120533" y="7463"/>
                </a:cubicBezTo>
                <a:lnTo>
                  <a:pt x="120533" y="7463"/>
                </a:lnTo>
                <a:cubicBezTo>
                  <a:pt x="120533" y="7463"/>
                  <a:pt x="120270" y="7536"/>
                  <a:pt x="119906" y="7711"/>
                </a:cubicBezTo>
                <a:cubicBezTo>
                  <a:pt x="119702" y="6880"/>
                  <a:pt x="119221" y="6297"/>
                  <a:pt x="119221" y="6297"/>
                </a:cubicBezTo>
                <a:lnTo>
                  <a:pt x="119221" y="6297"/>
                </a:lnTo>
                <a:cubicBezTo>
                  <a:pt x="119338" y="6676"/>
                  <a:pt x="119425" y="6982"/>
                  <a:pt x="119483" y="7244"/>
                </a:cubicBezTo>
                <a:cubicBezTo>
                  <a:pt x="119352" y="7128"/>
                  <a:pt x="119279" y="7070"/>
                  <a:pt x="119279" y="7070"/>
                </a:cubicBezTo>
                <a:lnTo>
                  <a:pt x="119279" y="7070"/>
                </a:lnTo>
                <a:cubicBezTo>
                  <a:pt x="119367" y="7230"/>
                  <a:pt x="119454" y="7376"/>
                  <a:pt x="119527" y="7521"/>
                </a:cubicBezTo>
                <a:cubicBezTo>
                  <a:pt x="119556" y="7638"/>
                  <a:pt x="119571" y="7755"/>
                  <a:pt x="119571" y="7871"/>
                </a:cubicBezTo>
                <a:cubicBezTo>
                  <a:pt x="119323" y="8002"/>
                  <a:pt x="119046" y="8163"/>
                  <a:pt x="118769" y="8352"/>
                </a:cubicBezTo>
                <a:cubicBezTo>
                  <a:pt x="118784" y="8250"/>
                  <a:pt x="118798" y="8163"/>
                  <a:pt x="118798" y="8104"/>
                </a:cubicBezTo>
                <a:cubicBezTo>
                  <a:pt x="118900" y="7813"/>
                  <a:pt x="119017" y="7536"/>
                  <a:pt x="119148" y="7274"/>
                </a:cubicBezTo>
                <a:lnTo>
                  <a:pt x="119148" y="7274"/>
                </a:lnTo>
                <a:cubicBezTo>
                  <a:pt x="119148" y="7274"/>
                  <a:pt x="118988" y="7463"/>
                  <a:pt x="118769" y="7784"/>
                </a:cubicBezTo>
                <a:cubicBezTo>
                  <a:pt x="118638" y="7798"/>
                  <a:pt x="118361" y="7871"/>
                  <a:pt x="118011" y="7988"/>
                </a:cubicBezTo>
                <a:cubicBezTo>
                  <a:pt x="117938" y="7857"/>
                  <a:pt x="117865" y="7755"/>
                  <a:pt x="117822" y="7696"/>
                </a:cubicBezTo>
                <a:cubicBezTo>
                  <a:pt x="118303" y="6866"/>
                  <a:pt x="118784" y="6457"/>
                  <a:pt x="120256" y="5452"/>
                </a:cubicBezTo>
                <a:lnTo>
                  <a:pt x="120256" y="5452"/>
                </a:lnTo>
                <a:cubicBezTo>
                  <a:pt x="120255" y="5452"/>
                  <a:pt x="118142" y="6137"/>
                  <a:pt x="117108" y="7740"/>
                </a:cubicBezTo>
                <a:cubicBezTo>
                  <a:pt x="117064" y="7449"/>
                  <a:pt x="117006" y="7215"/>
                  <a:pt x="116962" y="7084"/>
                </a:cubicBezTo>
                <a:cubicBezTo>
                  <a:pt x="117020" y="7011"/>
                  <a:pt x="117078" y="6953"/>
                  <a:pt x="117122" y="6895"/>
                </a:cubicBezTo>
                <a:lnTo>
                  <a:pt x="117122" y="6895"/>
                </a:lnTo>
                <a:cubicBezTo>
                  <a:pt x="117122" y="6895"/>
                  <a:pt x="117064" y="6953"/>
                  <a:pt x="116962" y="7040"/>
                </a:cubicBezTo>
                <a:cubicBezTo>
                  <a:pt x="116933" y="6968"/>
                  <a:pt x="116918" y="6924"/>
                  <a:pt x="116918" y="6924"/>
                </a:cubicBezTo>
                <a:lnTo>
                  <a:pt x="116918" y="6924"/>
                </a:lnTo>
                <a:cubicBezTo>
                  <a:pt x="116918" y="6968"/>
                  <a:pt x="116933" y="7026"/>
                  <a:pt x="116933" y="7070"/>
                </a:cubicBezTo>
                <a:cubicBezTo>
                  <a:pt x="116729" y="7259"/>
                  <a:pt x="116408" y="7580"/>
                  <a:pt x="116058" y="7973"/>
                </a:cubicBezTo>
                <a:cubicBezTo>
                  <a:pt x="116087" y="7798"/>
                  <a:pt x="116102" y="7609"/>
                  <a:pt x="116087" y="7449"/>
                </a:cubicBezTo>
                <a:cubicBezTo>
                  <a:pt x="116131" y="7376"/>
                  <a:pt x="116160" y="7303"/>
                  <a:pt x="116189" y="7230"/>
                </a:cubicBezTo>
                <a:lnTo>
                  <a:pt x="116189" y="7230"/>
                </a:lnTo>
                <a:cubicBezTo>
                  <a:pt x="116189" y="7230"/>
                  <a:pt x="116160" y="7274"/>
                  <a:pt x="116087" y="7361"/>
                </a:cubicBezTo>
                <a:cubicBezTo>
                  <a:pt x="116058" y="6647"/>
                  <a:pt x="115738" y="6049"/>
                  <a:pt x="115504" y="5670"/>
                </a:cubicBezTo>
                <a:cubicBezTo>
                  <a:pt x="115461" y="5554"/>
                  <a:pt x="115446" y="5496"/>
                  <a:pt x="115446" y="5496"/>
                </a:cubicBezTo>
                <a:lnTo>
                  <a:pt x="115446" y="5496"/>
                </a:lnTo>
                <a:cubicBezTo>
                  <a:pt x="115446" y="5525"/>
                  <a:pt x="115461" y="5568"/>
                  <a:pt x="115461" y="5612"/>
                </a:cubicBezTo>
                <a:cubicBezTo>
                  <a:pt x="115367" y="5472"/>
                  <a:pt x="115292" y="5378"/>
                  <a:pt x="115251" y="5332"/>
                </a:cubicBezTo>
                <a:lnTo>
                  <a:pt x="115251" y="5332"/>
                </a:lnTo>
                <a:cubicBezTo>
                  <a:pt x="115377" y="5684"/>
                  <a:pt x="115462" y="5968"/>
                  <a:pt x="115534" y="6224"/>
                </a:cubicBezTo>
                <a:cubicBezTo>
                  <a:pt x="115563" y="6676"/>
                  <a:pt x="115577" y="7142"/>
                  <a:pt x="115548" y="7594"/>
                </a:cubicBezTo>
                <a:cubicBezTo>
                  <a:pt x="115446" y="7696"/>
                  <a:pt x="115300" y="7857"/>
                  <a:pt x="115140" y="8046"/>
                </a:cubicBezTo>
                <a:cubicBezTo>
                  <a:pt x="115155" y="7944"/>
                  <a:pt x="115169" y="7842"/>
                  <a:pt x="115198" y="7740"/>
                </a:cubicBezTo>
                <a:lnTo>
                  <a:pt x="115198" y="7740"/>
                </a:lnTo>
                <a:cubicBezTo>
                  <a:pt x="115198" y="7740"/>
                  <a:pt x="115140" y="7813"/>
                  <a:pt x="115067" y="7959"/>
                </a:cubicBezTo>
                <a:cubicBezTo>
                  <a:pt x="114980" y="7842"/>
                  <a:pt x="114907" y="7769"/>
                  <a:pt x="114907" y="7769"/>
                </a:cubicBezTo>
                <a:lnTo>
                  <a:pt x="114907" y="7769"/>
                </a:lnTo>
                <a:cubicBezTo>
                  <a:pt x="114951" y="7871"/>
                  <a:pt x="114980" y="7973"/>
                  <a:pt x="115009" y="8061"/>
                </a:cubicBezTo>
                <a:cubicBezTo>
                  <a:pt x="114980" y="8119"/>
                  <a:pt x="114936" y="8192"/>
                  <a:pt x="114907" y="8279"/>
                </a:cubicBezTo>
                <a:cubicBezTo>
                  <a:pt x="114863" y="8192"/>
                  <a:pt x="114819" y="8104"/>
                  <a:pt x="114761" y="8032"/>
                </a:cubicBezTo>
                <a:cubicBezTo>
                  <a:pt x="114790" y="7944"/>
                  <a:pt x="114790" y="7886"/>
                  <a:pt x="114805" y="7813"/>
                </a:cubicBezTo>
                <a:cubicBezTo>
                  <a:pt x="114863" y="7755"/>
                  <a:pt x="114921" y="7711"/>
                  <a:pt x="114980" y="7653"/>
                </a:cubicBezTo>
                <a:lnTo>
                  <a:pt x="114980" y="7653"/>
                </a:lnTo>
                <a:cubicBezTo>
                  <a:pt x="114980" y="7653"/>
                  <a:pt x="114921" y="7682"/>
                  <a:pt x="114819" y="7740"/>
                </a:cubicBezTo>
                <a:cubicBezTo>
                  <a:pt x="114907" y="7259"/>
                  <a:pt x="114921" y="6953"/>
                  <a:pt x="114921" y="6953"/>
                </a:cubicBezTo>
                <a:lnTo>
                  <a:pt x="114921" y="6953"/>
                </a:lnTo>
                <a:cubicBezTo>
                  <a:pt x="114834" y="7230"/>
                  <a:pt x="114717" y="7507"/>
                  <a:pt x="114601" y="7769"/>
                </a:cubicBezTo>
                <a:cubicBezTo>
                  <a:pt x="114528" y="7667"/>
                  <a:pt x="114455" y="7594"/>
                  <a:pt x="114411" y="7536"/>
                </a:cubicBezTo>
                <a:cubicBezTo>
                  <a:pt x="114338" y="7390"/>
                  <a:pt x="114280" y="7259"/>
                  <a:pt x="114207" y="7142"/>
                </a:cubicBezTo>
                <a:cubicBezTo>
                  <a:pt x="114426" y="7026"/>
                  <a:pt x="114659" y="6909"/>
                  <a:pt x="114951" y="6764"/>
                </a:cubicBezTo>
                <a:lnTo>
                  <a:pt x="114951" y="6764"/>
                </a:lnTo>
                <a:cubicBezTo>
                  <a:pt x="114950" y="6764"/>
                  <a:pt x="114688" y="6807"/>
                  <a:pt x="114295" y="6938"/>
                </a:cubicBezTo>
                <a:cubicBezTo>
                  <a:pt x="114397" y="6822"/>
                  <a:pt x="114513" y="6691"/>
                  <a:pt x="114601" y="6559"/>
                </a:cubicBezTo>
                <a:cubicBezTo>
                  <a:pt x="114659" y="6501"/>
                  <a:pt x="114732" y="6428"/>
                  <a:pt x="114805" y="6355"/>
                </a:cubicBezTo>
                <a:lnTo>
                  <a:pt x="114805" y="6355"/>
                </a:lnTo>
                <a:cubicBezTo>
                  <a:pt x="114805" y="6355"/>
                  <a:pt x="114761" y="6385"/>
                  <a:pt x="114703" y="6414"/>
                </a:cubicBezTo>
                <a:cubicBezTo>
                  <a:pt x="114948" y="6053"/>
                  <a:pt x="115122" y="5678"/>
                  <a:pt x="115238" y="5317"/>
                </a:cubicBezTo>
                <a:lnTo>
                  <a:pt x="115238" y="5317"/>
                </a:lnTo>
                <a:cubicBezTo>
                  <a:pt x="115242" y="5322"/>
                  <a:pt x="115247" y="5326"/>
                  <a:pt x="115251" y="5332"/>
                </a:cubicBezTo>
                <a:lnTo>
                  <a:pt x="115251" y="5332"/>
                </a:lnTo>
                <a:cubicBezTo>
                  <a:pt x="115248" y="5323"/>
                  <a:pt x="115245" y="5315"/>
                  <a:pt x="115242" y="5306"/>
                </a:cubicBezTo>
                <a:cubicBezTo>
                  <a:pt x="115241" y="5310"/>
                  <a:pt x="115240" y="5314"/>
                  <a:pt x="115238" y="5317"/>
                </a:cubicBezTo>
                <a:lnTo>
                  <a:pt x="115238" y="5317"/>
                </a:lnTo>
                <a:cubicBezTo>
                  <a:pt x="115234" y="5313"/>
                  <a:pt x="115230" y="5309"/>
                  <a:pt x="115227" y="5306"/>
                </a:cubicBezTo>
                <a:cubicBezTo>
                  <a:pt x="115563" y="4301"/>
                  <a:pt x="115446" y="3514"/>
                  <a:pt x="115446" y="3513"/>
                </a:cubicBezTo>
                <a:lnTo>
                  <a:pt x="115446" y="3513"/>
                </a:lnTo>
                <a:cubicBezTo>
                  <a:pt x="114980" y="5087"/>
                  <a:pt x="114761" y="5627"/>
                  <a:pt x="113989" y="6428"/>
                </a:cubicBezTo>
                <a:cubicBezTo>
                  <a:pt x="113989" y="6370"/>
                  <a:pt x="114003" y="6326"/>
                  <a:pt x="114003" y="6268"/>
                </a:cubicBezTo>
                <a:cubicBezTo>
                  <a:pt x="114397" y="4942"/>
                  <a:pt x="115213" y="2668"/>
                  <a:pt x="116481" y="744"/>
                </a:cubicBezTo>
                <a:lnTo>
                  <a:pt x="116481" y="744"/>
                </a:lnTo>
                <a:cubicBezTo>
                  <a:pt x="116480" y="745"/>
                  <a:pt x="114746" y="2625"/>
                  <a:pt x="113668" y="4825"/>
                </a:cubicBezTo>
                <a:cubicBezTo>
                  <a:pt x="113595" y="4679"/>
                  <a:pt x="113522" y="4534"/>
                  <a:pt x="113435" y="4388"/>
                </a:cubicBezTo>
                <a:cubicBezTo>
                  <a:pt x="113551" y="4228"/>
                  <a:pt x="113668" y="4067"/>
                  <a:pt x="113785" y="3907"/>
                </a:cubicBezTo>
                <a:lnTo>
                  <a:pt x="113785" y="3907"/>
                </a:lnTo>
                <a:cubicBezTo>
                  <a:pt x="113784" y="3907"/>
                  <a:pt x="113624" y="4053"/>
                  <a:pt x="113391" y="4315"/>
                </a:cubicBezTo>
                <a:cubicBezTo>
                  <a:pt x="113318" y="4213"/>
                  <a:pt x="113245" y="4111"/>
                  <a:pt x="113158" y="4009"/>
                </a:cubicBezTo>
                <a:cubicBezTo>
                  <a:pt x="113362" y="3353"/>
                  <a:pt x="113624" y="2668"/>
                  <a:pt x="113974" y="2027"/>
                </a:cubicBezTo>
                <a:lnTo>
                  <a:pt x="113974" y="2027"/>
                </a:lnTo>
                <a:cubicBezTo>
                  <a:pt x="113974" y="2027"/>
                  <a:pt x="113391" y="2697"/>
                  <a:pt x="112837" y="3645"/>
                </a:cubicBezTo>
                <a:cubicBezTo>
                  <a:pt x="112633" y="3426"/>
                  <a:pt x="112429" y="3251"/>
                  <a:pt x="112240" y="3091"/>
                </a:cubicBezTo>
                <a:cubicBezTo>
                  <a:pt x="112356" y="2945"/>
                  <a:pt x="112487" y="2785"/>
                  <a:pt x="112648" y="2595"/>
                </a:cubicBezTo>
                <a:lnTo>
                  <a:pt x="112648" y="2595"/>
                </a:lnTo>
                <a:cubicBezTo>
                  <a:pt x="112648" y="2595"/>
                  <a:pt x="112414" y="2741"/>
                  <a:pt x="112109" y="3003"/>
                </a:cubicBezTo>
                <a:cubicBezTo>
                  <a:pt x="111657" y="2654"/>
                  <a:pt x="111292" y="2493"/>
                  <a:pt x="111292" y="2493"/>
                </a:cubicBezTo>
                <a:lnTo>
                  <a:pt x="111292" y="2493"/>
                </a:lnTo>
                <a:cubicBezTo>
                  <a:pt x="111540" y="2741"/>
                  <a:pt x="111744" y="2945"/>
                  <a:pt x="111934" y="3149"/>
                </a:cubicBezTo>
                <a:cubicBezTo>
                  <a:pt x="111686" y="3368"/>
                  <a:pt x="111409" y="3630"/>
                  <a:pt x="111147" y="3965"/>
                </a:cubicBezTo>
                <a:cubicBezTo>
                  <a:pt x="111147" y="3557"/>
                  <a:pt x="111161" y="3134"/>
                  <a:pt x="111219" y="2726"/>
                </a:cubicBezTo>
                <a:lnTo>
                  <a:pt x="111219" y="2726"/>
                </a:lnTo>
                <a:cubicBezTo>
                  <a:pt x="111219" y="2727"/>
                  <a:pt x="110899" y="3514"/>
                  <a:pt x="110724" y="4577"/>
                </a:cubicBezTo>
                <a:cubicBezTo>
                  <a:pt x="110505" y="4942"/>
                  <a:pt x="110330" y="5335"/>
                  <a:pt x="110228" y="5772"/>
                </a:cubicBezTo>
                <a:cubicBezTo>
                  <a:pt x="110185" y="5729"/>
                  <a:pt x="110156" y="5700"/>
                  <a:pt x="110156" y="5700"/>
                </a:cubicBezTo>
                <a:lnTo>
                  <a:pt x="110156" y="5700"/>
                </a:lnTo>
                <a:cubicBezTo>
                  <a:pt x="110185" y="5743"/>
                  <a:pt x="110199" y="5787"/>
                  <a:pt x="110214" y="5816"/>
                </a:cubicBezTo>
                <a:cubicBezTo>
                  <a:pt x="110214" y="5845"/>
                  <a:pt x="110214" y="5860"/>
                  <a:pt x="110214" y="5874"/>
                </a:cubicBezTo>
                <a:cubicBezTo>
                  <a:pt x="110156" y="5787"/>
                  <a:pt x="110097" y="5700"/>
                  <a:pt x="110068" y="5612"/>
                </a:cubicBezTo>
                <a:cubicBezTo>
                  <a:pt x="110170" y="5496"/>
                  <a:pt x="110272" y="5379"/>
                  <a:pt x="110389" y="5248"/>
                </a:cubicBezTo>
                <a:lnTo>
                  <a:pt x="110389" y="5248"/>
                </a:lnTo>
                <a:cubicBezTo>
                  <a:pt x="110389" y="5248"/>
                  <a:pt x="110243" y="5321"/>
                  <a:pt x="110010" y="5496"/>
                </a:cubicBezTo>
                <a:cubicBezTo>
                  <a:pt x="109981" y="5437"/>
                  <a:pt x="109966" y="5379"/>
                  <a:pt x="109951" y="5321"/>
                </a:cubicBezTo>
                <a:cubicBezTo>
                  <a:pt x="110126" y="5117"/>
                  <a:pt x="110345" y="4898"/>
                  <a:pt x="110651" y="4606"/>
                </a:cubicBezTo>
                <a:lnTo>
                  <a:pt x="110651" y="4606"/>
                </a:lnTo>
                <a:cubicBezTo>
                  <a:pt x="110651" y="4607"/>
                  <a:pt x="110301" y="4781"/>
                  <a:pt x="109893" y="5131"/>
                </a:cubicBezTo>
                <a:cubicBezTo>
                  <a:pt x="109879" y="5044"/>
                  <a:pt x="109879" y="4971"/>
                  <a:pt x="109864" y="4883"/>
                </a:cubicBezTo>
                <a:cubicBezTo>
                  <a:pt x="110097" y="4563"/>
                  <a:pt x="110403" y="4198"/>
                  <a:pt x="110782" y="3732"/>
                </a:cubicBezTo>
                <a:lnTo>
                  <a:pt x="110782" y="3732"/>
                </a:lnTo>
                <a:cubicBezTo>
                  <a:pt x="110782" y="3732"/>
                  <a:pt x="110389" y="3980"/>
                  <a:pt x="109893" y="4432"/>
                </a:cubicBezTo>
                <a:cubicBezTo>
                  <a:pt x="110126" y="2726"/>
                  <a:pt x="110287" y="2391"/>
                  <a:pt x="111744" y="628"/>
                </a:cubicBezTo>
                <a:lnTo>
                  <a:pt x="111744" y="628"/>
                </a:lnTo>
                <a:cubicBezTo>
                  <a:pt x="111744" y="628"/>
                  <a:pt x="109981" y="1721"/>
                  <a:pt x="109412" y="3484"/>
                </a:cubicBezTo>
                <a:cubicBezTo>
                  <a:pt x="109092" y="3732"/>
                  <a:pt x="108640" y="4111"/>
                  <a:pt x="108232" y="4650"/>
                </a:cubicBezTo>
                <a:cubicBezTo>
                  <a:pt x="108217" y="4213"/>
                  <a:pt x="108246" y="3776"/>
                  <a:pt x="108305" y="3338"/>
                </a:cubicBezTo>
                <a:lnTo>
                  <a:pt x="108305" y="3338"/>
                </a:lnTo>
                <a:cubicBezTo>
                  <a:pt x="108304" y="3339"/>
                  <a:pt x="107955" y="4228"/>
                  <a:pt x="107765" y="5364"/>
                </a:cubicBezTo>
                <a:cubicBezTo>
                  <a:pt x="107678" y="5539"/>
                  <a:pt x="107605" y="5729"/>
                  <a:pt x="107532" y="5918"/>
                </a:cubicBezTo>
                <a:cubicBezTo>
                  <a:pt x="107518" y="5933"/>
                  <a:pt x="107503" y="5962"/>
                  <a:pt x="107474" y="5976"/>
                </a:cubicBezTo>
                <a:cubicBezTo>
                  <a:pt x="107415" y="4796"/>
                  <a:pt x="106614" y="3922"/>
                  <a:pt x="106614" y="3921"/>
                </a:cubicBezTo>
                <a:lnTo>
                  <a:pt x="106614" y="3921"/>
                </a:lnTo>
                <a:cubicBezTo>
                  <a:pt x="106905" y="4767"/>
                  <a:pt x="107051" y="5248"/>
                  <a:pt x="107051" y="5700"/>
                </a:cubicBezTo>
                <a:cubicBezTo>
                  <a:pt x="107051" y="5700"/>
                  <a:pt x="107051" y="5700"/>
                  <a:pt x="107051" y="5714"/>
                </a:cubicBezTo>
                <a:cubicBezTo>
                  <a:pt x="107051" y="6006"/>
                  <a:pt x="106993" y="6312"/>
                  <a:pt x="106876" y="6705"/>
                </a:cubicBezTo>
                <a:cubicBezTo>
                  <a:pt x="106803" y="6778"/>
                  <a:pt x="106745" y="6866"/>
                  <a:pt x="106672" y="6953"/>
                </a:cubicBezTo>
                <a:cubicBezTo>
                  <a:pt x="106628" y="6866"/>
                  <a:pt x="106570" y="6793"/>
                  <a:pt x="106526" y="6720"/>
                </a:cubicBezTo>
                <a:cubicBezTo>
                  <a:pt x="106526" y="6603"/>
                  <a:pt x="106526" y="6516"/>
                  <a:pt x="106526" y="6443"/>
                </a:cubicBezTo>
                <a:cubicBezTo>
                  <a:pt x="106541" y="6399"/>
                  <a:pt x="106541" y="6341"/>
                  <a:pt x="106541" y="6297"/>
                </a:cubicBezTo>
                <a:cubicBezTo>
                  <a:pt x="106687" y="6049"/>
                  <a:pt x="106847" y="5802"/>
                  <a:pt x="107022" y="5568"/>
                </a:cubicBezTo>
                <a:lnTo>
                  <a:pt x="107022" y="5568"/>
                </a:lnTo>
                <a:cubicBezTo>
                  <a:pt x="107022" y="5569"/>
                  <a:pt x="106847" y="5729"/>
                  <a:pt x="106599" y="6006"/>
                </a:cubicBezTo>
                <a:cubicBezTo>
                  <a:pt x="106628" y="5816"/>
                  <a:pt x="106672" y="5612"/>
                  <a:pt x="106716" y="5423"/>
                </a:cubicBezTo>
                <a:lnTo>
                  <a:pt x="106716" y="5423"/>
                </a:lnTo>
                <a:cubicBezTo>
                  <a:pt x="106716" y="5423"/>
                  <a:pt x="106556" y="5743"/>
                  <a:pt x="106366" y="6268"/>
                </a:cubicBezTo>
                <a:cubicBezTo>
                  <a:pt x="106322" y="6326"/>
                  <a:pt x="106279" y="6385"/>
                  <a:pt x="106235" y="6443"/>
                </a:cubicBezTo>
                <a:cubicBezTo>
                  <a:pt x="106220" y="6414"/>
                  <a:pt x="106206" y="6399"/>
                  <a:pt x="106206" y="6385"/>
                </a:cubicBezTo>
                <a:cubicBezTo>
                  <a:pt x="106250" y="6137"/>
                  <a:pt x="106264" y="5918"/>
                  <a:pt x="106279" y="5787"/>
                </a:cubicBezTo>
                <a:cubicBezTo>
                  <a:pt x="106293" y="5656"/>
                  <a:pt x="106293" y="5583"/>
                  <a:pt x="106293" y="5583"/>
                </a:cubicBezTo>
                <a:lnTo>
                  <a:pt x="106293" y="5583"/>
                </a:lnTo>
                <a:cubicBezTo>
                  <a:pt x="106264" y="5656"/>
                  <a:pt x="106250" y="5743"/>
                  <a:pt x="106220" y="5816"/>
                </a:cubicBezTo>
                <a:cubicBezTo>
                  <a:pt x="106162" y="5845"/>
                  <a:pt x="106075" y="5904"/>
                  <a:pt x="105958" y="5976"/>
                </a:cubicBezTo>
                <a:lnTo>
                  <a:pt x="105914" y="5918"/>
                </a:lnTo>
                <a:cubicBezTo>
                  <a:pt x="105885" y="5816"/>
                  <a:pt x="105871" y="5729"/>
                  <a:pt x="105841" y="5641"/>
                </a:cubicBezTo>
                <a:cubicBezTo>
                  <a:pt x="105987" y="5568"/>
                  <a:pt x="106147" y="5481"/>
                  <a:pt x="106322" y="5394"/>
                </a:cubicBezTo>
                <a:lnTo>
                  <a:pt x="106322" y="5394"/>
                </a:lnTo>
                <a:cubicBezTo>
                  <a:pt x="106322" y="5394"/>
                  <a:pt x="106104" y="5437"/>
                  <a:pt x="105798" y="5539"/>
                </a:cubicBezTo>
                <a:cubicBezTo>
                  <a:pt x="105725" y="5350"/>
                  <a:pt x="105623" y="5189"/>
                  <a:pt x="105535" y="5058"/>
                </a:cubicBezTo>
                <a:cubicBezTo>
                  <a:pt x="105696" y="4898"/>
                  <a:pt x="105871" y="4709"/>
                  <a:pt x="106118" y="4490"/>
                </a:cubicBezTo>
                <a:lnTo>
                  <a:pt x="106118" y="4490"/>
                </a:lnTo>
                <a:cubicBezTo>
                  <a:pt x="106118" y="4490"/>
                  <a:pt x="105812" y="4636"/>
                  <a:pt x="105448" y="4927"/>
                </a:cubicBezTo>
                <a:cubicBezTo>
                  <a:pt x="105346" y="4796"/>
                  <a:pt x="105259" y="4709"/>
                  <a:pt x="105258" y="4709"/>
                </a:cubicBezTo>
                <a:lnTo>
                  <a:pt x="105258" y="4709"/>
                </a:lnTo>
                <a:cubicBezTo>
                  <a:pt x="105302" y="4811"/>
                  <a:pt x="105346" y="4898"/>
                  <a:pt x="105390" y="4985"/>
                </a:cubicBezTo>
                <a:cubicBezTo>
                  <a:pt x="105142" y="5189"/>
                  <a:pt x="104894" y="5452"/>
                  <a:pt x="104690" y="5787"/>
                </a:cubicBezTo>
                <a:cubicBezTo>
                  <a:pt x="104675" y="5758"/>
                  <a:pt x="104661" y="5743"/>
                  <a:pt x="104646" y="5729"/>
                </a:cubicBezTo>
                <a:cubicBezTo>
                  <a:pt x="104515" y="5073"/>
                  <a:pt x="104340" y="4607"/>
                  <a:pt x="104340" y="4606"/>
                </a:cubicBezTo>
                <a:lnTo>
                  <a:pt x="104340" y="4606"/>
                </a:lnTo>
                <a:cubicBezTo>
                  <a:pt x="104399" y="5087"/>
                  <a:pt x="104369" y="5583"/>
                  <a:pt x="104311" y="6049"/>
                </a:cubicBezTo>
                <a:cubicBezTo>
                  <a:pt x="104297" y="6064"/>
                  <a:pt x="104282" y="6079"/>
                  <a:pt x="104267" y="6093"/>
                </a:cubicBezTo>
                <a:cubicBezTo>
                  <a:pt x="104136" y="5583"/>
                  <a:pt x="103961" y="5204"/>
                  <a:pt x="103961" y="5204"/>
                </a:cubicBezTo>
                <a:lnTo>
                  <a:pt x="103961" y="5204"/>
                </a:lnTo>
                <a:cubicBezTo>
                  <a:pt x="104034" y="5539"/>
                  <a:pt x="104063" y="5904"/>
                  <a:pt x="104049" y="6239"/>
                </a:cubicBezTo>
                <a:cubicBezTo>
                  <a:pt x="103976" y="6297"/>
                  <a:pt x="103918" y="6355"/>
                  <a:pt x="103845" y="6414"/>
                </a:cubicBezTo>
                <a:cubicBezTo>
                  <a:pt x="103888" y="6210"/>
                  <a:pt x="103947" y="6006"/>
                  <a:pt x="104020" y="5816"/>
                </a:cubicBezTo>
                <a:lnTo>
                  <a:pt x="104020" y="5816"/>
                </a:lnTo>
                <a:cubicBezTo>
                  <a:pt x="104019" y="5816"/>
                  <a:pt x="103859" y="6093"/>
                  <a:pt x="103670" y="6516"/>
                </a:cubicBezTo>
                <a:cubicBezTo>
                  <a:pt x="103641" y="6414"/>
                  <a:pt x="103626" y="6312"/>
                  <a:pt x="103597" y="6195"/>
                </a:cubicBezTo>
                <a:cubicBezTo>
                  <a:pt x="103932" y="5335"/>
                  <a:pt x="103932" y="4621"/>
                  <a:pt x="103932" y="4621"/>
                </a:cubicBezTo>
                <a:lnTo>
                  <a:pt x="103932" y="4621"/>
                </a:lnTo>
                <a:cubicBezTo>
                  <a:pt x="103757" y="5058"/>
                  <a:pt x="103626" y="5408"/>
                  <a:pt x="103495" y="5700"/>
                </a:cubicBezTo>
                <a:cubicBezTo>
                  <a:pt x="103451" y="5452"/>
                  <a:pt x="103407" y="5219"/>
                  <a:pt x="103349" y="4985"/>
                </a:cubicBezTo>
                <a:cubicBezTo>
                  <a:pt x="103830" y="4023"/>
                  <a:pt x="104413" y="2960"/>
                  <a:pt x="105098" y="2027"/>
                </a:cubicBezTo>
                <a:lnTo>
                  <a:pt x="105098" y="2027"/>
                </a:lnTo>
                <a:cubicBezTo>
                  <a:pt x="105098" y="2027"/>
                  <a:pt x="104136" y="2974"/>
                  <a:pt x="103174" y="4330"/>
                </a:cubicBezTo>
                <a:cubicBezTo>
                  <a:pt x="102985" y="3659"/>
                  <a:pt x="102795" y="3222"/>
                  <a:pt x="102795" y="3222"/>
                </a:cubicBezTo>
                <a:lnTo>
                  <a:pt x="102795" y="3222"/>
                </a:lnTo>
                <a:cubicBezTo>
                  <a:pt x="102882" y="3597"/>
                  <a:pt x="102926" y="4000"/>
                  <a:pt x="102955" y="4390"/>
                </a:cubicBezTo>
                <a:lnTo>
                  <a:pt x="102955" y="4390"/>
                </a:lnTo>
                <a:cubicBezTo>
                  <a:pt x="102952" y="4369"/>
                  <a:pt x="102941" y="4359"/>
                  <a:pt x="102941" y="4359"/>
                </a:cubicBezTo>
                <a:lnTo>
                  <a:pt x="102941" y="4359"/>
                </a:lnTo>
                <a:cubicBezTo>
                  <a:pt x="102948" y="4372"/>
                  <a:pt x="102952" y="4383"/>
                  <a:pt x="102955" y="4393"/>
                </a:cubicBezTo>
                <a:lnTo>
                  <a:pt x="102955" y="4393"/>
                </a:lnTo>
                <a:cubicBezTo>
                  <a:pt x="102955" y="4396"/>
                  <a:pt x="102955" y="4399"/>
                  <a:pt x="102956" y="4402"/>
                </a:cubicBezTo>
                <a:cubicBezTo>
                  <a:pt x="102956" y="4399"/>
                  <a:pt x="102955" y="4397"/>
                  <a:pt x="102955" y="4394"/>
                </a:cubicBezTo>
                <a:lnTo>
                  <a:pt x="102955" y="4394"/>
                </a:lnTo>
                <a:cubicBezTo>
                  <a:pt x="102959" y="4405"/>
                  <a:pt x="102963" y="4416"/>
                  <a:pt x="102970" y="4432"/>
                </a:cubicBezTo>
                <a:cubicBezTo>
                  <a:pt x="102970" y="4490"/>
                  <a:pt x="102970" y="4548"/>
                  <a:pt x="102985" y="4606"/>
                </a:cubicBezTo>
                <a:cubicBezTo>
                  <a:pt x="102752" y="4956"/>
                  <a:pt x="102518" y="5321"/>
                  <a:pt x="102300" y="5700"/>
                </a:cubicBezTo>
                <a:cubicBezTo>
                  <a:pt x="102227" y="5379"/>
                  <a:pt x="102110" y="5087"/>
                  <a:pt x="101979" y="4825"/>
                </a:cubicBezTo>
                <a:cubicBezTo>
                  <a:pt x="102212" y="4198"/>
                  <a:pt x="102504" y="3557"/>
                  <a:pt x="102883" y="2974"/>
                </a:cubicBezTo>
                <a:lnTo>
                  <a:pt x="102883" y="2974"/>
                </a:lnTo>
                <a:cubicBezTo>
                  <a:pt x="102883" y="2974"/>
                  <a:pt x="102329" y="3557"/>
                  <a:pt x="101746" y="4417"/>
                </a:cubicBezTo>
                <a:cubicBezTo>
                  <a:pt x="101615" y="4184"/>
                  <a:pt x="101454" y="3980"/>
                  <a:pt x="101323" y="3805"/>
                </a:cubicBezTo>
                <a:cubicBezTo>
                  <a:pt x="101440" y="3674"/>
                  <a:pt x="101571" y="3528"/>
                  <a:pt x="101717" y="3368"/>
                </a:cubicBezTo>
                <a:lnTo>
                  <a:pt x="101717" y="3368"/>
                </a:lnTo>
                <a:cubicBezTo>
                  <a:pt x="101717" y="3368"/>
                  <a:pt x="101513" y="3484"/>
                  <a:pt x="101221" y="3688"/>
                </a:cubicBezTo>
                <a:cubicBezTo>
                  <a:pt x="100886" y="3309"/>
                  <a:pt x="100609" y="3091"/>
                  <a:pt x="100609" y="3091"/>
                </a:cubicBezTo>
                <a:lnTo>
                  <a:pt x="100609" y="3091"/>
                </a:lnTo>
                <a:cubicBezTo>
                  <a:pt x="100784" y="3368"/>
                  <a:pt x="100930" y="3601"/>
                  <a:pt x="101061" y="3819"/>
                </a:cubicBezTo>
                <a:cubicBezTo>
                  <a:pt x="100828" y="3994"/>
                  <a:pt x="100565" y="4242"/>
                  <a:pt x="100318" y="4519"/>
                </a:cubicBezTo>
                <a:cubicBezTo>
                  <a:pt x="100361" y="4111"/>
                  <a:pt x="100420" y="3703"/>
                  <a:pt x="100522" y="3309"/>
                </a:cubicBezTo>
                <a:lnTo>
                  <a:pt x="100522" y="3309"/>
                </a:lnTo>
                <a:cubicBezTo>
                  <a:pt x="100522" y="3310"/>
                  <a:pt x="100172" y="4053"/>
                  <a:pt x="99895" y="5073"/>
                </a:cubicBezTo>
                <a:cubicBezTo>
                  <a:pt x="99793" y="5219"/>
                  <a:pt x="99691" y="5379"/>
                  <a:pt x="99603" y="5554"/>
                </a:cubicBezTo>
                <a:lnTo>
                  <a:pt x="99603" y="5510"/>
                </a:lnTo>
                <a:cubicBezTo>
                  <a:pt x="99720" y="5117"/>
                  <a:pt x="99764" y="4781"/>
                  <a:pt x="99793" y="4519"/>
                </a:cubicBezTo>
                <a:cubicBezTo>
                  <a:pt x="99880" y="4432"/>
                  <a:pt x="99953" y="4344"/>
                  <a:pt x="100055" y="4242"/>
                </a:cubicBezTo>
                <a:lnTo>
                  <a:pt x="100055" y="4242"/>
                </a:lnTo>
                <a:cubicBezTo>
                  <a:pt x="100055" y="4242"/>
                  <a:pt x="99953" y="4300"/>
                  <a:pt x="99808" y="4388"/>
                </a:cubicBezTo>
                <a:cubicBezTo>
                  <a:pt x="99822" y="4198"/>
                  <a:pt x="99808" y="4082"/>
                  <a:pt x="99808" y="4082"/>
                </a:cubicBezTo>
                <a:cubicBezTo>
                  <a:pt x="99764" y="4228"/>
                  <a:pt x="99720" y="4359"/>
                  <a:pt x="99676" y="4475"/>
                </a:cubicBezTo>
                <a:cubicBezTo>
                  <a:pt x="99545" y="4563"/>
                  <a:pt x="99399" y="4679"/>
                  <a:pt x="99225" y="4825"/>
                </a:cubicBezTo>
                <a:cubicBezTo>
                  <a:pt x="99283" y="4577"/>
                  <a:pt x="99341" y="4344"/>
                  <a:pt x="99399" y="4155"/>
                </a:cubicBezTo>
                <a:cubicBezTo>
                  <a:pt x="99691" y="3528"/>
                  <a:pt x="100012" y="2872"/>
                  <a:pt x="100391" y="2245"/>
                </a:cubicBezTo>
                <a:cubicBezTo>
                  <a:pt x="100609" y="1983"/>
                  <a:pt x="100871" y="1677"/>
                  <a:pt x="101207" y="1313"/>
                </a:cubicBezTo>
                <a:lnTo>
                  <a:pt x="101207" y="1313"/>
                </a:lnTo>
                <a:cubicBezTo>
                  <a:pt x="101207" y="1313"/>
                  <a:pt x="101046" y="1400"/>
                  <a:pt x="100799" y="1575"/>
                </a:cubicBezTo>
                <a:cubicBezTo>
                  <a:pt x="100827" y="1532"/>
                  <a:pt x="100856" y="1489"/>
                  <a:pt x="100885" y="1460"/>
                </a:cubicBezTo>
                <a:lnTo>
                  <a:pt x="100885" y="1460"/>
                </a:lnTo>
                <a:cubicBezTo>
                  <a:pt x="100876" y="1469"/>
                  <a:pt x="100819" y="1527"/>
                  <a:pt x="100726" y="1633"/>
                </a:cubicBezTo>
                <a:cubicBezTo>
                  <a:pt x="100143" y="2056"/>
                  <a:pt x="99210" y="2916"/>
                  <a:pt x="98831" y="4169"/>
                </a:cubicBezTo>
                <a:cubicBezTo>
                  <a:pt x="98744" y="4315"/>
                  <a:pt x="98656" y="4461"/>
                  <a:pt x="98569" y="4592"/>
                </a:cubicBezTo>
                <a:cubicBezTo>
                  <a:pt x="98496" y="4432"/>
                  <a:pt x="98452" y="4330"/>
                  <a:pt x="98452" y="4330"/>
                </a:cubicBezTo>
                <a:lnTo>
                  <a:pt x="98452" y="4330"/>
                </a:lnTo>
                <a:cubicBezTo>
                  <a:pt x="98481" y="4446"/>
                  <a:pt x="98510" y="4548"/>
                  <a:pt x="98540" y="4665"/>
                </a:cubicBezTo>
                <a:cubicBezTo>
                  <a:pt x="98438" y="4840"/>
                  <a:pt x="98335" y="5015"/>
                  <a:pt x="98233" y="5204"/>
                </a:cubicBezTo>
                <a:cubicBezTo>
                  <a:pt x="98161" y="4738"/>
                  <a:pt x="98073" y="4330"/>
                  <a:pt x="97986" y="4038"/>
                </a:cubicBezTo>
                <a:cubicBezTo>
                  <a:pt x="98175" y="3513"/>
                  <a:pt x="98408" y="2974"/>
                  <a:pt x="98700" y="2479"/>
                </a:cubicBezTo>
                <a:lnTo>
                  <a:pt x="98700" y="2479"/>
                </a:lnTo>
                <a:cubicBezTo>
                  <a:pt x="98700" y="2479"/>
                  <a:pt x="98306" y="2916"/>
                  <a:pt x="97855" y="3615"/>
                </a:cubicBezTo>
                <a:cubicBezTo>
                  <a:pt x="97840" y="3601"/>
                  <a:pt x="97840" y="3601"/>
                  <a:pt x="97840" y="3601"/>
                </a:cubicBezTo>
                <a:lnTo>
                  <a:pt x="97840" y="3615"/>
                </a:lnTo>
                <a:cubicBezTo>
                  <a:pt x="97782" y="3732"/>
                  <a:pt x="97709" y="3834"/>
                  <a:pt x="97636" y="3951"/>
                </a:cubicBezTo>
                <a:cubicBezTo>
                  <a:pt x="97476" y="3717"/>
                  <a:pt x="97330" y="3528"/>
                  <a:pt x="97170" y="3353"/>
                </a:cubicBezTo>
                <a:cubicBezTo>
                  <a:pt x="97286" y="3207"/>
                  <a:pt x="97417" y="3062"/>
                  <a:pt x="97548" y="2901"/>
                </a:cubicBezTo>
                <a:lnTo>
                  <a:pt x="97548" y="2901"/>
                </a:lnTo>
                <a:cubicBezTo>
                  <a:pt x="97548" y="2901"/>
                  <a:pt x="97359" y="3018"/>
                  <a:pt x="97068" y="3236"/>
                </a:cubicBezTo>
                <a:cubicBezTo>
                  <a:pt x="96718" y="2858"/>
                  <a:pt x="96441" y="2654"/>
                  <a:pt x="96441" y="2653"/>
                </a:cubicBezTo>
                <a:lnTo>
                  <a:pt x="96441" y="2653"/>
                </a:lnTo>
                <a:cubicBezTo>
                  <a:pt x="96616" y="2930"/>
                  <a:pt x="96776" y="3164"/>
                  <a:pt x="96907" y="3368"/>
                </a:cubicBezTo>
                <a:cubicBezTo>
                  <a:pt x="96820" y="3441"/>
                  <a:pt x="96732" y="3528"/>
                  <a:pt x="96630" y="3630"/>
                </a:cubicBezTo>
                <a:cubicBezTo>
                  <a:pt x="96557" y="3382"/>
                  <a:pt x="96455" y="3164"/>
                  <a:pt x="96339" y="2960"/>
                </a:cubicBezTo>
                <a:cubicBezTo>
                  <a:pt x="96353" y="2930"/>
                  <a:pt x="96353" y="2901"/>
                  <a:pt x="96353" y="2887"/>
                </a:cubicBezTo>
                <a:lnTo>
                  <a:pt x="96353" y="2887"/>
                </a:lnTo>
                <a:cubicBezTo>
                  <a:pt x="96353" y="2887"/>
                  <a:pt x="96353" y="2902"/>
                  <a:pt x="96339" y="2945"/>
                </a:cubicBezTo>
                <a:cubicBezTo>
                  <a:pt x="96193" y="2683"/>
                  <a:pt x="96033" y="2464"/>
                  <a:pt x="95872" y="2245"/>
                </a:cubicBezTo>
                <a:cubicBezTo>
                  <a:pt x="96106" y="1881"/>
                  <a:pt x="96455" y="1458"/>
                  <a:pt x="96951" y="861"/>
                </a:cubicBezTo>
                <a:lnTo>
                  <a:pt x="96951" y="861"/>
                </a:lnTo>
                <a:cubicBezTo>
                  <a:pt x="96951" y="861"/>
                  <a:pt x="96280" y="1254"/>
                  <a:pt x="95654" y="1998"/>
                </a:cubicBezTo>
                <a:cubicBezTo>
                  <a:pt x="95042" y="1342"/>
                  <a:pt x="94415" y="963"/>
                  <a:pt x="94415" y="963"/>
                </a:cubicBezTo>
                <a:lnTo>
                  <a:pt x="94415" y="963"/>
                </a:lnTo>
                <a:cubicBezTo>
                  <a:pt x="94881" y="1517"/>
                  <a:pt x="95202" y="1925"/>
                  <a:pt x="95435" y="2275"/>
                </a:cubicBezTo>
                <a:cubicBezTo>
                  <a:pt x="95231" y="2551"/>
                  <a:pt x="95056" y="2843"/>
                  <a:pt x="94910" y="3193"/>
                </a:cubicBezTo>
                <a:cubicBezTo>
                  <a:pt x="94867" y="3091"/>
                  <a:pt x="94852" y="3033"/>
                  <a:pt x="94852" y="3032"/>
                </a:cubicBezTo>
                <a:lnTo>
                  <a:pt x="94852" y="3032"/>
                </a:lnTo>
                <a:cubicBezTo>
                  <a:pt x="94852" y="3105"/>
                  <a:pt x="94867" y="3193"/>
                  <a:pt x="94867" y="3266"/>
                </a:cubicBezTo>
                <a:cubicBezTo>
                  <a:pt x="94779" y="3499"/>
                  <a:pt x="94692" y="3732"/>
                  <a:pt x="94648" y="3994"/>
                </a:cubicBezTo>
                <a:cubicBezTo>
                  <a:pt x="94459" y="3790"/>
                  <a:pt x="94269" y="3615"/>
                  <a:pt x="94094" y="3455"/>
                </a:cubicBezTo>
                <a:cubicBezTo>
                  <a:pt x="94298" y="3266"/>
                  <a:pt x="94517" y="3047"/>
                  <a:pt x="94794" y="2799"/>
                </a:cubicBezTo>
                <a:lnTo>
                  <a:pt x="94794" y="2799"/>
                </a:lnTo>
                <a:cubicBezTo>
                  <a:pt x="94794" y="2799"/>
                  <a:pt x="94415" y="2974"/>
                  <a:pt x="93919" y="3309"/>
                </a:cubicBezTo>
                <a:cubicBezTo>
                  <a:pt x="93905" y="3295"/>
                  <a:pt x="93890" y="3280"/>
                  <a:pt x="93861" y="3266"/>
                </a:cubicBezTo>
                <a:cubicBezTo>
                  <a:pt x="93584" y="3047"/>
                  <a:pt x="93380" y="2930"/>
                  <a:pt x="93380" y="2930"/>
                </a:cubicBezTo>
                <a:lnTo>
                  <a:pt x="93380" y="2930"/>
                </a:lnTo>
                <a:cubicBezTo>
                  <a:pt x="93526" y="3105"/>
                  <a:pt x="93657" y="3266"/>
                  <a:pt x="93788" y="3411"/>
                </a:cubicBezTo>
                <a:cubicBezTo>
                  <a:pt x="93570" y="3572"/>
                  <a:pt x="93351" y="3747"/>
                  <a:pt x="93132" y="3965"/>
                </a:cubicBezTo>
                <a:cubicBezTo>
                  <a:pt x="92608" y="3033"/>
                  <a:pt x="92039" y="2377"/>
                  <a:pt x="92039" y="2377"/>
                </a:cubicBezTo>
                <a:lnTo>
                  <a:pt x="92039" y="2377"/>
                </a:lnTo>
                <a:cubicBezTo>
                  <a:pt x="92360" y="2989"/>
                  <a:pt x="92593" y="3645"/>
                  <a:pt x="92753" y="4286"/>
                </a:cubicBezTo>
                <a:cubicBezTo>
                  <a:pt x="92753" y="4300"/>
                  <a:pt x="92753" y="4330"/>
                  <a:pt x="92768" y="4344"/>
                </a:cubicBezTo>
                <a:cubicBezTo>
                  <a:pt x="92549" y="4592"/>
                  <a:pt x="92360" y="4854"/>
                  <a:pt x="92200" y="5146"/>
                </a:cubicBezTo>
                <a:cubicBezTo>
                  <a:pt x="92039" y="4767"/>
                  <a:pt x="91835" y="4402"/>
                  <a:pt x="91631" y="4053"/>
                </a:cubicBezTo>
                <a:cubicBezTo>
                  <a:pt x="91354" y="2770"/>
                  <a:pt x="90334" y="1823"/>
                  <a:pt x="89693" y="1342"/>
                </a:cubicBezTo>
                <a:cubicBezTo>
                  <a:pt x="89591" y="1211"/>
                  <a:pt x="89518" y="1138"/>
                  <a:pt x="89518" y="1138"/>
                </a:cubicBezTo>
                <a:lnTo>
                  <a:pt x="89518" y="1138"/>
                </a:lnTo>
                <a:cubicBezTo>
                  <a:pt x="89547" y="1181"/>
                  <a:pt x="89576" y="1225"/>
                  <a:pt x="89605" y="1269"/>
                </a:cubicBezTo>
                <a:cubicBezTo>
                  <a:pt x="89328" y="1079"/>
                  <a:pt x="89154" y="977"/>
                  <a:pt x="89153" y="977"/>
                </a:cubicBezTo>
                <a:lnTo>
                  <a:pt x="89153" y="977"/>
                </a:lnTo>
                <a:cubicBezTo>
                  <a:pt x="89503" y="1386"/>
                  <a:pt x="89795" y="1706"/>
                  <a:pt x="90013" y="1983"/>
                </a:cubicBezTo>
                <a:cubicBezTo>
                  <a:pt x="90378" y="2653"/>
                  <a:pt x="90684" y="3324"/>
                  <a:pt x="90932" y="3980"/>
                </a:cubicBezTo>
                <a:cubicBezTo>
                  <a:pt x="90975" y="4184"/>
                  <a:pt x="91004" y="4417"/>
                  <a:pt x="91048" y="4679"/>
                </a:cubicBezTo>
                <a:cubicBezTo>
                  <a:pt x="90859" y="4519"/>
                  <a:pt x="90684" y="4388"/>
                  <a:pt x="90538" y="4286"/>
                </a:cubicBezTo>
                <a:cubicBezTo>
                  <a:pt x="90509" y="4155"/>
                  <a:pt x="90465" y="4023"/>
                  <a:pt x="90436" y="3878"/>
                </a:cubicBezTo>
                <a:cubicBezTo>
                  <a:pt x="90436" y="3878"/>
                  <a:pt x="90407" y="3994"/>
                  <a:pt x="90407" y="4184"/>
                </a:cubicBezTo>
                <a:cubicBezTo>
                  <a:pt x="90232" y="4067"/>
                  <a:pt x="90130" y="4009"/>
                  <a:pt x="90130" y="4009"/>
                </a:cubicBezTo>
                <a:lnTo>
                  <a:pt x="90130" y="4009"/>
                </a:lnTo>
                <a:cubicBezTo>
                  <a:pt x="90217" y="4111"/>
                  <a:pt x="90305" y="4213"/>
                  <a:pt x="90392" y="4315"/>
                </a:cubicBezTo>
                <a:cubicBezTo>
                  <a:pt x="90392" y="4461"/>
                  <a:pt x="90392" y="4650"/>
                  <a:pt x="90421" y="4869"/>
                </a:cubicBezTo>
                <a:cubicBezTo>
                  <a:pt x="90363" y="4898"/>
                  <a:pt x="90319" y="4927"/>
                  <a:pt x="90261" y="4956"/>
                </a:cubicBezTo>
                <a:cubicBezTo>
                  <a:pt x="90232" y="4913"/>
                  <a:pt x="90217" y="4883"/>
                  <a:pt x="90188" y="4854"/>
                </a:cubicBezTo>
                <a:cubicBezTo>
                  <a:pt x="90013" y="3805"/>
                  <a:pt x="89678" y="3033"/>
                  <a:pt x="89678" y="3032"/>
                </a:cubicBezTo>
                <a:lnTo>
                  <a:pt x="89678" y="3032"/>
                </a:lnTo>
                <a:cubicBezTo>
                  <a:pt x="89693" y="3134"/>
                  <a:pt x="89707" y="3235"/>
                  <a:pt x="89722" y="3336"/>
                </a:cubicBezTo>
                <a:lnTo>
                  <a:pt x="89722" y="3336"/>
                </a:lnTo>
                <a:cubicBezTo>
                  <a:pt x="89727" y="3332"/>
                  <a:pt x="89731" y="3328"/>
                  <a:pt x="89736" y="3324"/>
                </a:cubicBezTo>
                <a:lnTo>
                  <a:pt x="89736" y="3309"/>
                </a:lnTo>
                <a:cubicBezTo>
                  <a:pt x="89766" y="3615"/>
                  <a:pt x="89780" y="3936"/>
                  <a:pt x="89766" y="4242"/>
                </a:cubicBezTo>
                <a:cubicBezTo>
                  <a:pt x="89605" y="4053"/>
                  <a:pt x="89430" y="3878"/>
                  <a:pt x="89270" y="3732"/>
                </a:cubicBezTo>
                <a:cubicBezTo>
                  <a:pt x="89411" y="3605"/>
                  <a:pt x="89552" y="3479"/>
                  <a:pt x="89719" y="3339"/>
                </a:cubicBezTo>
                <a:lnTo>
                  <a:pt x="89719" y="3339"/>
                </a:lnTo>
                <a:cubicBezTo>
                  <a:pt x="89678" y="3346"/>
                  <a:pt x="89450" y="3461"/>
                  <a:pt x="89139" y="3645"/>
                </a:cubicBezTo>
                <a:cubicBezTo>
                  <a:pt x="89066" y="3586"/>
                  <a:pt x="89008" y="3528"/>
                  <a:pt x="88949" y="3484"/>
                </a:cubicBezTo>
                <a:cubicBezTo>
                  <a:pt x="89139" y="3280"/>
                  <a:pt x="89358" y="3062"/>
                  <a:pt x="89605" y="2799"/>
                </a:cubicBezTo>
                <a:lnTo>
                  <a:pt x="89605" y="2799"/>
                </a:lnTo>
                <a:cubicBezTo>
                  <a:pt x="89605" y="2799"/>
                  <a:pt x="89241" y="2989"/>
                  <a:pt x="88775" y="3338"/>
                </a:cubicBezTo>
                <a:cubicBezTo>
                  <a:pt x="88439" y="3105"/>
                  <a:pt x="88221" y="2974"/>
                  <a:pt x="88221" y="2974"/>
                </a:cubicBezTo>
                <a:lnTo>
                  <a:pt x="88221" y="2974"/>
                </a:lnTo>
                <a:cubicBezTo>
                  <a:pt x="88366" y="3149"/>
                  <a:pt x="88512" y="3295"/>
                  <a:pt x="88629" y="3441"/>
                </a:cubicBezTo>
                <a:cubicBezTo>
                  <a:pt x="88425" y="3601"/>
                  <a:pt x="88221" y="3790"/>
                  <a:pt x="88002" y="4009"/>
                </a:cubicBezTo>
                <a:cubicBezTo>
                  <a:pt x="87973" y="3936"/>
                  <a:pt x="87929" y="3878"/>
                  <a:pt x="87885" y="3805"/>
                </a:cubicBezTo>
                <a:cubicBezTo>
                  <a:pt x="87958" y="3251"/>
                  <a:pt x="87900" y="2887"/>
                  <a:pt x="87900" y="2887"/>
                </a:cubicBezTo>
                <a:lnTo>
                  <a:pt x="87900" y="2887"/>
                </a:lnTo>
                <a:cubicBezTo>
                  <a:pt x="87827" y="3134"/>
                  <a:pt x="87769" y="3338"/>
                  <a:pt x="87696" y="3543"/>
                </a:cubicBezTo>
                <a:cubicBezTo>
                  <a:pt x="87579" y="3382"/>
                  <a:pt x="87477" y="3222"/>
                  <a:pt x="87375" y="3091"/>
                </a:cubicBezTo>
                <a:cubicBezTo>
                  <a:pt x="87783" y="2114"/>
                  <a:pt x="88294" y="1065"/>
                  <a:pt x="88920" y="118"/>
                </a:cubicBezTo>
                <a:lnTo>
                  <a:pt x="88920" y="118"/>
                </a:lnTo>
                <a:cubicBezTo>
                  <a:pt x="88920" y="118"/>
                  <a:pt x="87944" y="1182"/>
                  <a:pt x="87011" y="2639"/>
                </a:cubicBezTo>
                <a:cubicBezTo>
                  <a:pt x="86909" y="2522"/>
                  <a:pt x="86851" y="2464"/>
                  <a:pt x="86851" y="2464"/>
                </a:cubicBezTo>
                <a:lnTo>
                  <a:pt x="86851" y="2464"/>
                </a:lnTo>
                <a:cubicBezTo>
                  <a:pt x="86894" y="2537"/>
                  <a:pt x="86938" y="2610"/>
                  <a:pt x="86967" y="2697"/>
                </a:cubicBezTo>
                <a:cubicBezTo>
                  <a:pt x="86749" y="3047"/>
                  <a:pt x="86515" y="3426"/>
                  <a:pt x="86311" y="3819"/>
                </a:cubicBezTo>
                <a:cubicBezTo>
                  <a:pt x="86122" y="3543"/>
                  <a:pt x="85918" y="3266"/>
                  <a:pt x="85728" y="3018"/>
                </a:cubicBezTo>
                <a:cubicBezTo>
                  <a:pt x="85903" y="2479"/>
                  <a:pt x="86137" y="1925"/>
                  <a:pt x="86413" y="1400"/>
                </a:cubicBezTo>
                <a:lnTo>
                  <a:pt x="86413" y="1400"/>
                </a:lnTo>
                <a:cubicBezTo>
                  <a:pt x="86413" y="1400"/>
                  <a:pt x="85976" y="1910"/>
                  <a:pt x="85481" y="2697"/>
                </a:cubicBezTo>
                <a:cubicBezTo>
                  <a:pt x="85306" y="2464"/>
                  <a:pt x="85145" y="2275"/>
                  <a:pt x="84985" y="2100"/>
                </a:cubicBezTo>
                <a:cubicBezTo>
                  <a:pt x="85029" y="2056"/>
                  <a:pt x="85058" y="2012"/>
                  <a:pt x="85087" y="1968"/>
                </a:cubicBezTo>
                <a:lnTo>
                  <a:pt x="85087" y="1968"/>
                </a:lnTo>
                <a:cubicBezTo>
                  <a:pt x="85087" y="1969"/>
                  <a:pt x="85043" y="1998"/>
                  <a:pt x="84956" y="2056"/>
                </a:cubicBezTo>
                <a:cubicBezTo>
                  <a:pt x="84548" y="1575"/>
                  <a:pt x="84271" y="1284"/>
                  <a:pt x="84271" y="1283"/>
                </a:cubicBezTo>
                <a:lnTo>
                  <a:pt x="84271" y="1283"/>
                </a:lnTo>
                <a:cubicBezTo>
                  <a:pt x="84460" y="1575"/>
                  <a:pt x="84650" y="1866"/>
                  <a:pt x="84825" y="2158"/>
                </a:cubicBezTo>
                <a:cubicBezTo>
                  <a:pt x="84752" y="2216"/>
                  <a:pt x="84650" y="2289"/>
                  <a:pt x="84562" y="2362"/>
                </a:cubicBezTo>
                <a:cubicBezTo>
                  <a:pt x="84096" y="2027"/>
                  <a:pt x="83746" y="1852"/>
                  <a:pt x="83746" y="1852"/>
                </a:cubicBezTo>
                <a:lnTo>
                  <a:pt x="83746" y="1852"/>
                </a:lnTo>
                <a:cubicBezTo>
                  <a:pt x="83994" y="2100"/>
                  <a:pt x="84198" y="2318"/>
                  <a:pt x="84388" y="2508"/>
                </a:cubicBezTo>
                <a:cubicBezTo>
                  <a:pt x="84140" y="2726"/>
                  <a:pt x="83863" y="3003"/>
                  <a:pt x="83601" y="3324"/>
                </a:cubicBezTo>
                <a:cubicBezTo>
                  <a:pt x="83601" y="3018"/>
                  <a:pt x="83601" y="2697"/>
                  <a:pt x="83644" y="2377"/>
                </a:cubicBezTo>
                <a:cubicBezTo>
                  <a:pt x="83703" y="2304"/>
                  <a:pt x="83761" y="2231"/>
                  <a:pt x="83819" y="2173"/>
                </a:cubicBezTo>
                <a:lnTo>
                  <a:pt x="83819" y="2173"/>
                </a:lnTo>
                <a:cubicBezTo>
                  <a:pt x="83819" y="2173"/>
                  <a:pt x="83761" y="2216"/>
                  <a:pt x="83644" y="2318"/>
                </a:cubicBezTo>
                <a:cubicBezTo>
                  <a:pt x="83659" y="2245"/>
                  <a:pt x="83659" y="2173"/>
                  <a:pt x="83673" y="2085"/>
                </a:cubicBezTo>
                <a:lnTo>
                  <a:pt x="83673" y="2085"/>
                </a:lnTo>
                <a:cubicBezTo>
                  <a:pt x="83673" y="2085"/>
                  <a:pt x="83630" y="2202"/>
                  <a:pt x="83571" y="2391"/>
                </a:cubicBezTo>
                <a:cubicBezTo>
                  <a:pt x="83309" y="2610"/>
                  <a:pt x="82886" y="2989"/>
                  <a:pt x="82391" y="3484"/>
                </a:cubicBezTo>
                <a:cubicBezTo>
                  <a:pt x="82595" y="2041"/>
                  <a:pt x="82828" y="1633"/>
                  <a:pt x="84198" y="1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6" name="Google Shape;16;p2"/>
          <p:cNvGrpSpPr/>
          <p:nvPr/>
        </p:nvGrpSpPr>
        <p:grpSpPr>
          <a:xfrm rot="2955649" flipH="1">
            <a:off x="6374912" y="932927"/>
            <a:ext cx="4394141" cy="3909089"/>
            <a:chOff x="3902175" y="1272300"/>
            <a:chExt cx="1907850" cy="1697250"/>
          </a:xfrm>
        </p:grpSpPr>
        <p:sp>
          <p:nvSpPr>
            <p:cNvPr id="17" name="Google Shape;17;p2"/>
            <p:cNvSpPr/>
            <p:nvPr/>
          </p:nvSpPr>
          <p:spPr>
            <a:xfrm>
              <a:off x="5146850" y="1802450"/>
              <a:ext cx="95850" cy="22250"/>
            </a:xfrm>
            <a:custGeom>
              <a:avLst/>
              <a:gdLst/>
              <a:ahLst/>
              <a:cxnLst/>
              <a:rect l="l" t="t" r="r" b="b"/>
              <a:pathLst>
                <a:path w="3834" h="890" extrusionOk="0">
                  <a:moveTo>
                    <a:pt x="452" y="1"/>
                  </a:moveTo>
                  <a:lnTo>
                    <a:pt x="0" y="176"/>
                  </a:lnTo>
                  <a:lnTo>
                    <a:pt x="1793" y="890"/>
                  </a:lnTo>
                  <a:lnTo>
                    <a:pt x="3833" y="700"/>
                  </a:lnTo>
                  <a:lnTo>
                    <a:pt x="1837" y="657"/>
                  </a:lnTo>
                  <a:lnTo>
                    <a:pt x="452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" name="Google Shape;18;p2"/>
            <p:cNvSpPr/>
            <p:nvPr/>
          </p:nvSpPr>
          <p:spPr>
            <a:xfrm>
              <a:off x="3902175" y="1541950"/>
              <a:ext cx="1523800" cy="1427600"/>
            </a:xfrm>
            <a:custGeom>
              <a:avLst/>
              <a:gdLst/>
              <a:ahLst/>
              <a:cxnLst/>
              <a:rect l="l" t="t" r="r" b="b"/>
              <a:pathLst>
                <a:path w="60952" h="57104" extrusionOk="0">
                  <a:moveTo>
                    <a:pt x="60951" y="0"/>
                  </a:moveTo>
                  <a:lnTo>
                    <a:pt x="32764" y="20521"/>
                  </a:lnTo>
                  <a:lnTo>
                    <a:pt x="11660" y="27021"/>
                  </a:lnTo>
                  <a:lnTo>
                    <a:pt x="0" y="36743"/>
                  </a:lnTo>
                  <a:lnTo>
                    <a:pt x="2478" y="57103"/>
                  </a:lnTo>
                  <a:lnTo>
                    <a:pt x="13322" y="36291"/>
                  </a:lnTo>
                  <a:lnTo>
                    <a:pt x="36481" y="25287"/>
                  </a:lnTo>
                  <a:lnTo>
                    <a:pt x="60951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" name="Google Shape;19;p2"/>
            <p:cNvSpPr/>
            <p:nvPr/>
          </p:nvSpPr>
          <p:spPr>
            <a:xfrm>
              <a:off x="4003100" y="2384725"/>
              <a:ext cx="977625" cy="303525"/>
            </a:xfrm>
            <a:custGeom>
              <a:avLst/>
              <a:gdLst/>
              <a:ahLst/>
              <a:cxnLst/>
              <a:rect l="l" t="t" r="r" b="b"/>
              <a:pathLst>
                <a:path w="39105" h="12141" extrusionOk="0">
                  <a:moveTo>
                    <a:pt x="39104" y="0"/>
                  </a:moveTo>
                  <a:lnTo>
                    <a:pt x="22154" y="6952"/>
                  </a:lnTo>
                  <a:lnTo>
                    <a:pt x="1895" y="7098"/>
                  </a:lnTo>
                  <a:lnTo>
                    <a:pt x="1" y="12141"/>
                  </a:lnTo>
                  <a:lnTo>
                    <a:pt x="22693" y="9299"/>
                  </a:lnTo>
                  <a:lnTo>
                    <a:pt x="39104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" name="Google Shape;20;p2"/>
            <p:cNvSpPr/>
            <p:nvPr/>
          </p:nvSpPr>
          <p:spPr>
            <a:xfrm>
              <a:off x="4459275" y="1545950"/>
              <a:ext cx="280225" cy="653700"/>
            </a:xfrm>
            <a:custGeom>
              <a:avLst/>
              <a:gdLst/>
              <a:ahLst/>
              <a:cxnLst/>
              <a:rect l="l" t="t" r="r" b="b"/>
              <a:pathLst>
                <a:path w="11209" h="26148" extrusionOk="0">
                  <a:moveTo>
                    <a:pt x="5058" y="0"/>
                  </a:moveTo>
                  <a:lnTo>
                    <a:pt x="8323" y="14954"/>
                  </a:lnTo>
                  <a:lnTo>
                    <a:pt x="1" y="26147"/>
                  </a:lnTo>
                  <a:lnTo>
                    <a:pt x="6472" y="25229"/>
                  </a:lnTo>
                  <a:lnTo>
                    <a:pt x="11209" y="14429"/>
                  </a:lnTo>
                  <a:lnTo>
                    <a:pt x="5058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" name="Google Shape;21;p2"/>
            <p:cNvSpPr/>
            <p:nvPr/>
          </p:nvSpPr>
          <p:spPr>
            <a:xfrm>
              <a:off x="4415575" y="1721200"/>
              <a:ext cx="220450" cy="370950"/>
            </a:xfrm>
            <a:custGeom>
              <a:avLst/>
              <a:gdLst/>
              <a:ahLst/>
              <a:cxnLst/>
              <a:rect l="l" t="t" r="r" b="b"/>
              <a:pathLst>
                <a:path w="8818" h="14838" extrusionOk="0">
                  <a:moveTo>
                    <a:pt x="0" y="1"/>
                  </a:moveTo>
                  <a:lnTo>
                    <a:pt x="1457" y="10451"/>
                  </a:lnTo>
                  <a:lnTo>
                    <a:pt x="7404" y="14838"/>
                  </a:lnTo>
                  <a:lnTo>
                    <a:pt x="8818" y="11573"/>
                  </a:lnTo>
                  <a:lnTo>
                    <a:pt x="3032" y="9256"/>
                  </a:lnTo>
                  <a:lnTo>
                    <a:pt x="0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" name="Google Shape;22;p2"/>
            <p:cNvSpPr/>
            <p:nvPr/>
          </p:nvSpPr>
          <p:spPr>
            <a:xfrm>
              <a:off x="4873200" y="1743425"/>
              <a:ext cx="803825" cy="360750"/>
            </a:xfrm>
            <a:custGeom>
              <a:avLst/>
              <a:gdLst/>
              <a:ahLst/>
              <a:cxnLst/>
              <a:rect l="l" t="t" r="r" b="b"/>
              <a:pathLst>
                <a:path w="32153" h="14430" extrusionOk="0">
                  <a:moveTo>
                    <a:pt x="32152" y="1"/>
                  </a:moveTo>
                  <a:lnTo>
                    <a:pt x="13132" y="11850"/>
                  </a:lnTo>
                  <a:lnTo>
                    <a:pt x="1531" y="9751"/>
                  </a:lnTo>
                  <a:lnTo>
                    <a:pt x="1" y="13570"/>
                  </a:lnTo>
                  <a:lnTo>
                    <a:pt x="14124" y="14430"/>
                  </a:lnTo>
                  <a:lnTo>
                    <a:pt x="32152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" name="Google Shape;23;p2"/>
            <p:cNvSpPr/>
            <p:nvPr/>
          </p:nvSpPr>
          <p:spPr>
            <a:xfrm>
              <a:off x="5034250" y="1821400"/>
              <a:ext cx="314475" cy="235050"/>
            </a:xfrm>
            <a:custGeom>
              <a:avLst/>
              <a:gdLst/>
              <a:ahLst/>
              <a:cxnLst/>
              <a:rect l="l" t="t" r="r" b="b"/>
              <a:pathLst>
                <a:path w="12579" h="9402" extrusionOk="0">
                  <a:moveTo>
                    <a:pt x="12579" y="1"/>
                  </a:moveTo>
                  <a:lnTo>
                    <a:pt x="5335" y="3586"/>
                  </a:lnTo>
                  <a:lnTo>
                    <a:pt x="1" y="8818"/>
                  </a:lnTo>
                  <a:lnTo>
                    <a:pt x="2653" y="9401"/>
                  </a:lnTo>
                  <a:lnTo>
                    <a:pt x="6195" y="4679"/>
                  </a:lnTo>
                  <a:lnTo>
                    <a:pt x="12579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" name="Google Shape;24;p2"/>
            <p:cNvSpPr/>
            <p:nvPr/>
          </p:nvSpPr>
          <p:spPr>
            <a:xfrm>
              <a:off x="4777375" y="1746350"/>
              <a:ext cx="102050" cy="370225"/>
            </a:xfrm>
            <a:custGeom>
              <a:avLst/>
              <a:gdLst/>
              <a:ahLst/>
              <a:cxnLst/>
              <a:rect l="l" t="t" r="r" b="b"/>
              <a:pathLst>
                <a:path w="4082" h="14809" extrusionOk="0">
                  <a:moveTo>
                    <a:pt x="4082" y="0"/>
                  </a:moveTo>
                  <a:lnTo>
                    <a:pt x="788" y="7390"/>
                  </a:lnTo>
                  <a:lnTo>
                    <a:pt x="1" y="14808"/>
                  </a:lnTo>
                  <a:lnTo>
                    <a:pt x="2420" y="13569"/>
                  </a:lnTo>
                  <a:lnTo>
                    <a:pt x="2143" y="7681"/>
                  </a:lnTo>
                  <a:lnTo>
                    <a:pt x="4082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" name="Google Shape;25;p2"/>
            <p:cNvSpPr/>
            <p:nvPr/>
          </p:nvSpPr>
          <p:spPr>
            <a:xfrm>
              <a:off x="4932950" y="1272300"/>
              <a:ext cx="135225" cy="647500"/>
            </a:xfrm>
            <a:custGeom>
              <a:avLst/>
              <a:gdLst/>
              <a:ahLst/>
              <a:cxnLst/>
              <a:rect l="l" t="t" r="r" b="b"/>
              <a:pathLst>
                <a:path w="5409" h="25900" extrusionOk="0">
                  <a:moveTo>
                    <a:pt x="5408" y="1"/>
                  </a:moveTo>
                  <a:lnTo>
                    <a:pt x="1" y="17243"/>
                  </a:lnTo>
                  <a:lnTo>
                    <a:pt x="1254" y="25900"/>
                  </a:lnTo>
                  <a:lnTo>
                    <a:pt x="3120" y="25842"/>
                  </a:lnTo>
                  <a:lnTo>
                    <a:pt x="1779" y="17184"/>
                  </a:lnTo>
                  <a:lnTo>
                    <a:pt x="5408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" name="Google Shape;26;p2"/>
            <p:cNvSpPr/>
            <p:nvPr/>
          </p:nvSpPr>
          <p:spPr>
            <a:xfrm>
              <a:off x="5275475" y="2010150"/>
              <a:ext cx="341425" cy="53225"/>
            </a:xfrm>
            <a:custGeom>
              <a:avLst/>
              <a:gdLst/>
              <a:ahLst/>
              <a:cxnLst/>
              <a:rect l="l" t="t" r="r" b="b"/>
              <a:pathLst>
                <a:path w="13657" h="2129" extrusionOk="0">
                  <a:moveTo>
                    <a:pt x="1428" y="0"/>
                  </a:moveTo>
                  <a:lnTo>
                    <a:pt x="0" y="933"/>
                  </a:lnTo>
                  <a:lnTo>
                    <a:pt x="6734" y="2128"/>
                  </a:lnTo>
                  <a:lnTo>
                    <a:pt x="13657" y="0"/>
                  </a:lnTo>
                  <a:lnTo>
                    <a:pt x="6704" y="1283"/>
                  </a:lnTo>
                  <a:lnTo>
                    <a:pt x="1428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" name="Google Shape;27;p2"/>
            <p:cNvSpPr/>
            <p:nvPr/>
          </p:nvSpPr>
          <p:spPr>
            <a:xfrm>
              <a:off x="5468950" y="1868050"/>
              <a:ext cx="341075" cy="53225"/>
            </a:xfrm>
            <a:custGeom>
              <a:avLst/>
              <a:gdLst/>
              <a:ahLst/>
              <a:cxnLst/>
              <a:rect l="l" t="t" r="r" b="b"/>
              <a:pathLst>
                <a:path w="13643" h="2129" extrusionOk="0">
                  <a:moveTo>
                    <a:pt x="13642" y="0"/>
                  </a:moveTo>
                  <a:lnTo>
                    <a:pt x="6690" y="1283"/>
                  </a:lnTo>
                  <a:lnTo>
                    <a:pt x="1414" y="15"/>
                  </a:lnTo>
                  <a:lnTo>
                    <a:pt x="0" y="948"/>
                  </a:lnTo>
                  <a:lnTo>
                    <a:pt x="6719" y="2128"/>
                  </a:lnTo>
                  <a:lnTo>
                    <a:pt x="13642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" name="Google Shape;28;p2"/>
            <p:cNvSpPr/>
            <p:nvPr/>
          </p:nvSpPr>
          <p:spPr>
            <a:xfrm>
              <a:off x="5151575" y="1694600"/>
              <a:ext cx="279500" cy="88925"/>
            </a:xfrm>
            <a:custGeom>
              <a:avLst/>
              <a:gdLst/>
              <a:ahLst/>
              <a:cxnLst/>
              <a:rect l="l" t="t" r="r" b="b"/>
              <a:pathLst>
                <a:path w="11180" h="3557" extrusionOk="0">
                  <a:moveTo>
                    <a:pt x="11179" y="1"/>
                  </a:moveTo>
                  <a:lnTo>
                    <a:pt x="5641" y="2478"/>
                  </a:lnTo>
                  <a:lnTo>
                    <a:pt x="992" y="2493"/>
                  </a:lnTo>
                  <a:lnTo>
                    <a:pt x="1" y="3557"/>
                  </a:lnTo>
                  <a:lnTo>
                    <a:pt x="5845" y="3178"/>
                  </a:lnTo>
                  <a:lnTo>
                    <a:pt x="11179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" name="Google Shape;29;p2"/>
            <p:cNvSpPr/>
            <p:nvPr/>
          </p:nvSpPr>
          <p:spPr>
            <a:xfrm>
              <a:off x="5112950" y="1463600"/>
              <a:ext cx="169100" cy="359300"/>
            </a:xfrm>
            <a:custGeom>
              <a:avLst/>
              <a:gdLst/>
              <a:ahLst/>
              <a:cxnLst/>
              <a:rect l="l" t="t" r="r" b="b"/>
              <a:pathLst>
                <a:path w="6764" h="14372" extrusionOk="0">
                  <a:moveTo>
                    <a:pt x="6763" y="1"/>
                  </a:moveTo>
                  <a:lnTo>
                    <a:pt x="3980" y="3426"/>
                  </a:lnTo>
                  <a:lnTo>
                    <a:pt x="1" y="14371"/>
                  </a:lnTo>
                  <a:lnTo>
                    <a:pt x="1" y="14371"/>
                  </a:lnTo>
                  <a:lnTo>
                    <a:pt x="2537" y="11733"/>
                  </a:lnTo>
                  <a:lnTo>
                    <a:pt x="4402" y="3906"/>
                  </a:lnTo>
                  <a:lnTo>
                    <a:pt x="6763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" name="Google Shape;30;p2"/>
            <p:cNvSpPr/>
            <p:nvPr/>
          </p:nvSpPr>
          <p:spPr>
            <a:xfrm>
              <a:off x="5188025" y="1556525"/>
              <a:ext cx="138475" cy="112225"/>
            </a:xfrm>
            <a:custGeom>
              <a:avLst/>
              <a:gdLst/>
              <a:ahLst/>
              <a:cxnLst/>
              <a:rect l="l" t="t" r="r" b="b"/>
              <a:pathLst>
                <a:path w="5539" h="4489" extrusionOk="0">
                  <a:moveTo>
                    <a:pt x="5539" y="0"/>
                  </a:moveTo>
                  <a:lnTo>
                    <a:pt x="2595" y="2944"/>
                  </a:lnTo>
                  <a:lnTo>
                    <a:pt x="0" y="3483"/>
                  </a:lnTo>
                  <a:lnTo>
                    <a:pt x="29" y="4489"/>
                  </a:lnTo>
                  <a:lnTo>
                    <a:pt x="2973" y="3658"/>
                  </a:lnTo>
                  <a:lnTo>
                    <a:pt x="5539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" name="Google Shape;31;p2"/>
            <p:cNvSpPr/>
            <p:nvPr/>
          </p:nvSpPr>
          <p:spPr>
            <a:xfrm>
              <a:off x="5068150" y="1809375"/>
              <a:ext cx="163625" cy="70350"/>
            </a:xfrm>
            <a:custGeom>
              <a:avLst/>
              <a:gdLst/>
              <a:ahLst/>
              <a:cxnLst/>
              <a:rect l="l" t="t" r="r" b="b"/>
              <a:pathLst>
                <a:path w="6545" h="2814" extrusionOk="0">
                  <a:moveTo>
                    <a:pt x="6544" y="1"/>
                  </a:moveTo>
                  <a:lnTo>
                    <a:pt x="2886" y="2012"/>
                  </a:lnTo>
                  <a:lnTo>
                    <a:pt x="248" y="1808"/>
                  </a:lnTo>
                  <a:lnTo>
                    <a:pt x="0" y="2785"/>
                  </a:lnTo>
                  <a:lnTo>
                    <a:pt x="3061" y="2814"/>
                  </a:lnTo>
                  <a:lnTo>
                    <a:pt x="6544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" name="Google Shape;32;p2"/>
            <p:cNvSpPr/>
            <p:nvPr/>
          </p:nvSpPr>
          <p:spPr>
            <a:xfrm>
              <a:off x="4958100" y="1677850"/>
              <a:ext cx="163275" cy="70350"/>
            </a:xfrm>
            <a:custGeom>
              <a:avLst/>
              <a:gdLst/>
              <a:ahLst/>
              <a:cxnLst/>
              <a:rect l="l" t="t" r="r" b="b"/>
              <a:pathLst>
                <a:path w="6531" h="2814" extrusionOk="0">
                  <a:moveTo>
                    <a:pt x="6530" y="0"/>
                  </a:moveTo>
                  <a:lnTo>
                    <a:pt x="2872" y="2012"/>
                  </a:lnTo>
                  <a:lnTo>
                    <a:pt x="248" y="1808"/>
                  </a:lnTo>
                  <a:lnTo>
                    <a:pt x="1" y="2784"/>
                  </a:lnTo>
                  <a:lnTo>
                    <a:pt x="3047" y="2813"/>
                  </a:lnTo>
                  <a:lnTo>
                    <a:pt x="6530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" name="Google Shape;33;p2"/>
            <p:cNvSpPr/>
            <p:nvPr/>
          </p:nvSpPr>
          <p:spPr>
            <a:xfrm>
              <a:off x="4965025" y="1528100"/>
              <a:ext cx="142500" cy="174175"/>
            </a:xfrm>
            <a:custGeom>
              <a:avLst/>
              <a:gdLst/>
              <a:ahLst/>
              <a:cxnLst/>
              <a:rect l="l" t="t" r="r" b="b"/>
              <a:pathLst>
                <a:path w="5700" h="6967" extrusionOk="0">
                  <a:moveTo>
                    <a:pt x="5699" y="0"/>
                  </a:moveTo>
                  <a:lnTo>
                    <a:pt x="3411" y="3498"/>
                  </a:lnTo>
                  <a:lnTo>
                    <a:pt x="992" y="4547"/>
                  </a:lnTo>
                  <a:lnTo>
                    <a:pt x="1" y="6967"/>
                  </a:lnTo>
                  <a:lnTo>
                    <a:pt x="1" y="6967"/>
                  </a:lnTo>
                  <a:lnTo>
                    <a:pt x="3936" y="4110"/>
                  </a:lnTo>
                  <a:lnTo>
                    <a:pt x="5699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" name="Google Shape;34;p2"/>
            <p:cNvSpPr/>
            <p:nvPr/>
          </p:nvSpPr>
          <p:spPr>
            <a:xfrm>
              <a:off x="5263075" y="1662900"/>
              <a:ext cx="92950" cy="111175"/>
            </a:xfrm>
            <a:custGeom>
              <a:avLst/>
              <a:gdLst/>
              <a:ahLst/>
              <a:cxnLst/>
              <a:rect l="l" t="t" r="r" b="b"/>
              <a:pathLst>
                <a:path w="3718" h="4447" extrusionOk="0">
                  <a:moveTo>
                    <a:pt x="3717" y="1"/>
                  </a:moveTo>
                  <a:lnTo>
                    <a:pt x="1094" y="2056"/>
                  </a:lnTo>
                  <a:lnTo>
                    <a:pt x="1" y="4125"/>
                  </a:lnTo>
                  <a:lnTo>
                    <a:pt x="1385" y="4446"/>
                  </a:lnTo>
                  <a:lnTo>
                    <a:pt x="1575" y="2260"/>
                  </a:lnTo>
                  <a:lnTo>
                    <a:pt x="3717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" name="Google Shape;35;p2"/>
            <p:cNvSpPr/>
            <p:nvPr/>
          </p:nvSpPr>
          <p:spPr>
            <a:xfrm>
              <a:off x="5292950" y="1803175"/>
              <a:ext cx="123550" cy="207725"/>
            </a:xfrm>
            <a:custGeom>
              <a:avLst/>
              <a:gdLst/>
              <a:ahLst/>
              <a:cxnLst/>
              <a:rect l="l" t="t" r="r" b="b"/>
              <a:pathLst>
                <a:path w="4942" h="8309" extrusionOk="0">
                  <a:moveTo>
                    <a:pt x="4942" y="1"/>
                  </a:moveTo>
                  <a:lnTo>
                    <a:pt x="1152" y="4169"/>
                  </a:lnTo>
                  <a:lnTo>
                    <a:pt x="1" y="8308"/>
                  </a:lnTo>
                  <a:lnTo>
                    <a:pt x="1575" y="7215"/>
                  </a:lnTo>
                  <a:lnTo>
                    <a:pt x="1837" y="4461"/>
                  </a:lnTo>
                  <a:lnTo>
                    <a:pt x="4942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" name="Google Shape;36;p2"/>
            <p:cNvSpPr/>
            <p:nvPr/>
          </p:nvSpPr>
          <p:spPr>
            <a:xfrm>
              <a:off x="4969025" y="2059700"/>
              <a:ext cx="229950" cy="121350"/>
            </a:xfrm>
            <a:custGeom>
              <a:avLst/>
              <a:gdLst/>
              <a:ahLst/>
              <a:cxnLst/>
              <a:rect l="l" t="t" r="r" b="b"/>
              <a:pathLst>
                <a:path w="9198" h="4854" extrusionOk="0">
                  <a:moveTo>
                    <a:pt x="1866" y="0"/>
                  </a:moveTo>
                  <a:lnTo>
                    <a:pt x="1" y="248"/>
                  </a:lnTo>
                  <a:lnTo>
                    <a:pt x="2741" y="3367"/>
                  </a:lnTo>
                  <a:lnTo>
                    <a:pt x="9197" y="4854"/>
                  </a:lnTo>
                  <a:lnTo>
                    <a:pt x="3747" y="2915"/>
                  </a:lnTo>
                  <a:lnTo>
                    <a:pt x="1866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" name="Google Shape;37;p2"/>
            <p:cNvSpPr/>
            <p:nvPr/>
          </p:nvSpPr>
          <p:spPr>
            <a:xfrm>
              <a:off x="4637100" y="1360475"/>
              <a:ext cx="149400" cy="501400"/>
            </a:xfrm>
            <a:custGeom>
              <a:avLst/>
              <a:gdLst/>
              <a:ahLst/>
              <a:cxnLst/>
              <a:rect l="l" t="t" r="r" b="b"/>
              <a:pathLst>
                <a:path w="5976" h="20056" extrusionOk="0">
                  <a:moveTo>
                    <a:pt x="5976" y="1"/>
                  </a:moveTo>
                  <a:lnTo>
                    <a:pt x="3659" y="12958"/>
                  </a:lnTo>
                  <a:lnTo>
                    <a:pt x="0" y="16805"/>
                  </a:lnTo>
                  <a:lnTo>
                    <a:pt x="1691" y="20056"/>
                  </a:lnTo>
                  <a:lnTo>
                    <a:pt x="4810" y="14299"/>
                  </a:lnTo>
                  <a:lnTo>
                    <a:pt x="5976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" name="Google Shape;38;p2"/>
            <p:cNvSpPr/>
            <p:nvPr/>
          </p:nvSpPr>
          <p:spPr>
            <a:xfrm>
              <a:off x="4202400" y="1912125"/>
              <a:ext cx="139950" cy="381150"/>
            </a:xfrm>
            <a:custGeom>
              <a:avLst/>
              <a:gdLst/>
              <a:ahLst/>
              <a:cxnLst/>
              <a:rect l="l" t="t" r="r" b="b"/>
              <a:pathLst>
                <a:path w="5598" h="15246" extrusionOk="0">
                  <a:moveTo>
                    <a:pt x="5598" y="1"/>
                  </a:moveTo>
                  <a:lnTo>
                    <a:pt x="3659" y="8148"/>
                  </a:lnTo>
                  <a:lnTo>
                    <a:pt x="1" y="11996"/>
                  </a:lnTo>
                  <a:lnTo>
                    <a:pt x="1692" y="15246"/>
                  </a:lnTo>
                  <a:lnTo>
                    <a:pt x="4810" y="9474"/>
                  </a:lnTo>
                  <a:lnTo>
                    <a:pt x="5598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" name="Google Shape;39;p2"/>
            <p:cNvSpPr/>
            <p:nvPr/>
          </p:nvSpPr>
          <p:spPr>
            <a:xfrm>
              <a:off x="4299325" y="2287800"/>
              <a:ext cx="547300" cy="102775"/>
            </a:xfrm>
            <a:custGeom>
              <a:avLst/>
              <a:gdLst/>
              <a:ahLst/>
              <a:cxnLst/>
              <a:rect l="l" t="t" r="r" b="b"/>
              <a:pathLst>
                <a:path w="21892" h="4111" extrusionOk="0">
                  <a:moveTo>
                    <a:pt x="4271" y="0"/>
                  </a:moveTo>
                  <a:lnTo>
                    <a:pt x="1" y="2492"/>
                  </a:lnTo>
                  <a:lnTo>
                    <a:pt x="8541" y="4110"/>
                  </a:lnTo>
                  <a:lnTo>
                    <a:pt x="21892" y="2449"/>
                  </a:lnTo>
                  <a:lnTo>
                    <a:pt x="21892" y="2449"/>
                  </a:lnTo>
                  <a:lnTo>
                    <a:pt x="10218" y="2624"/>
                  </a:lnTo>
                  <a:lnTo>
                    <a:pt x="4271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" name="Google Shape;40;p2"/>
            <p:cNvSpPr/>
            <p:nvPr/>
          </p:nvSpPr>
          <p:spPr>
            <a:xfrm>
              <a:off x="4387150" y="2601500"/>
              <a:ext cx="459850" cy="163275"/>
            </a:xfrm>
            <a:custGeom>
              <a:avLst/>
              <a:gdLst/>
              <a:ahLst/>
              <a:cxnLst/>
              <a:rect l="l" t="t" r="r" b="b"/>
              <a:pathLst>
                <a:path w="18394" h="6531" extrusionOk="0">
                  <a:moveTo>
                    <a:pt x="3265" y="1"/>
                  </a:moveTo>
                  <a:lnTo>
                    <a:pt x="0" y="613"/>
                  </a:lnTo>
                  <a:lnTo>
                    <a:pt x="8147" y="6530"/>
                  </a:lnTo>
                  <a:lnTo>
                    <a:pt x="18393" y="4271"/>
                  </a:lnTo>
                  <a:lnTo>
                    <a:pt x="8862" y="4402"/>
                  </a:lnTo>
                  <a:lnTo>
                    <a:pt x="3265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" name="Google Shape;41;p2"/>
            <p:cNvSpPr/>
            <p:nvPr/>
          </p:nvSpPr>
          <p:spPr>
            <a:xfrm>
              <a:off x="4701950" y="2124550"/>
              <a:ext cx="692700" cy="195700"/>
            </a:xfrm>
            <a:custGeom>
              <a:avLst/>
              <a:gdLst/>
              <a:ahLst/>
              <a:cxnLst/>
              <a:rect l="l" t="t" r="r" b="b"/>
              <a:pathLst>
                <a:path w="27708" h="7828" extrusionOk="0">
                  <a:moveTo>
                    <a:pt x="3455" y="1"/>
                  </a:moveTo>
                  <a:lnTo>
                    <a:pt x="1" y="1954"/>
                  </a:lnTo>
                  <a:lnTo>
                    <a:pt x="11660" y="7594"/>
                  </a:lnTo>
                  <a:lnTo>
                    <a:pt x="27707" y="7827"/>
                  </a:lnTo>
                  <a:lnTo>
                    <a:pt x="12651" y="5962"/>
                  </a:lnTo>
                  <a:lnTo>
                    <a:pt x="3455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" name="Google Shape;42;p2"/>
            <p:cNvSpPr/>
            <p:nvPr/>
          </p:nvSpPr>
          <p:spPr>
            <a:xfrm>
              <a:off x="4936600" y="2207275"/>
              <a:ext cx="178200" cy="65600"/>
            </a:xfrm>
            <a:custGeom>
              <a:avLst/>
              <a:gdLst/>
              <a:ahLst/>
              <a:cxnLst/>
              <a:rect l="l" t="t" r="r" b="b"/>
              <a:pathLst>
                <a:path w="7128" h="2624" extrusionOk="0">
                  <a:moveTo>
                    <a:pt x="7128" y="0"/>
                  </a:moveTo>
                  <a:lnTo>
                    <a:pt x="3091" y="496"/>
                  </a:lnTo>
                  <a:lnTo>
                    <a:pt x="1" y="1778"/>
                  </a:lnTo>
                  <a:lnTo>
                    <a:pt x="1269" y="2624"/>
                  </a:lnTo>
                  <a:lnTo>
                    <a:pt x="3265" y="1370"/>
                  </a:lnTo>
                  <a:lnTo>
                    <a:pt x="7128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" name="Google Shape;43;p2"/>
            <p:cNvSpPr/>
            <p:nvPr/>
          </p:nvSpPr>
          <p:spPr>
            <a:xfrm>
              <a:off x="5016050" y="2278325"/>
              <a:ext cx="157050" cy="129375"/>
            </a:xfrm>
            <a:custGeom>
              <a:avLst/>
              <a:gdLst/>
              <a:ahLst/>
              <a:cxnLst/>
              <a:rect l="l" t="t" r="r" b="b"/>
              <a:pathLst>
                <a:path w="6282" h="5175" extrusionOk="0">
                  <a:moveTo>
                    <a:pt x="1064" y="0"/>
                  </a:moveTo>
                  <a:lnTo>
                    <a:pt x="0" y="1020"/>
                  </a:lnTo>
                  <a:lnTo>
                    <a:pt x="3177" y="2114"/>
                  </a:lnTo>
                  <a:lnTo>
                    <a:pt x="6282" y="5174"/>
                  </a:lnTo>
                  <a:lnTo>
                    <a:pt x="6282" y="5174"/>
                  </a:lnTo>
                  <a:lnTo>
                    <a:pt x="3760" y="1982"/>
                  </a:lnTo>
                  <a:lnTo>
                    <a:pt x="1064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" name="Google Shape;44;p2"/>
            <p:cNvSpPr/>
            <p:nvPr/>
          </p:nvSpPr>
          <p:spPr>
            <a:xfrm>
              <a:off x="5076150" y="2246250"/>
              <a:ext cx="97325" cy="61600"/>
            </a:xfrm>
            <a:custGeom>
              <a:avLst/>
              <a:gdLst/>
              <a:ahLst/>
              <a:cxnLst/>
              <a:rect l="l" t="t" r="r" b="b"/>
              <a:pathLst>
                <a:path w="3893" h="2464" extrusionOk="0">
                  <a:moveTo>
                    <a:pt x="3892" y="1"/>
                  </a:moveTo>
                  <a:lnTo>
                    <a:pt x="1648" y="657"/>
                  </a:lnTo>
                  <a:lnTo>
                    <a:pt x="1" y="1677"/>
                  </a:lnTo>
                  <a:lnTo>
                    <a:pt x="321" y="2464"/>
                  </a:lnTo>
                  <a:lnTo>
                    <a:pt x="1589" y="992"/>
                  </a:lnTo>
                  <a:lnTo>
                    <a:pt x="3892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" name="Google Shape;45;p2"/>
            <p:cNvSpPr/>
            <p:nvPr/>
          </p:nvSpPr>
          <p:spPr>
            <a:xfrm>
              <a:off x="4987250" y="2128200"/>
              <a:ext cx="50300" cy="101675"/>
            </a:xfrm>
            <a:custGeom>
              <a:avLst/>
              <a:gdLst/>
              <a:ahLst/>
              <a:cxnLst/>
              <a:rect l="l" t="t" r="r" b="b"/>
              <a:pathLst>
                <a:path w="2012" h="4067" extrusionOk="0">
                  <a:moveTo>
                    <a:pt x="1" y="1"/>
                  </a:moveTo>
                  <a:lnTo>
                    <a:pt x="380" y="2318"/>
                  </a:lnTo>
                  <a:lnTo>
                    <a:pt x="1181" y="4067"/>
                  </a:lnTo>
                  <a:lnTo>
                    <a:pt x="2012" y="3848"/>
                  </a:lnTo>
                  <a:lnTo>
                    <a:pt x="700" y="2405"/>
                  </a:lnTo>
                  <a:lnTo>
                    <a:pt x="1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" name="Google Shape;46;p2"/>
            <p:cNvSpPr/>
            <p:nvPr/>
          </p:nvSpPr>
          <p:spPr>
            <a:xfrm>
              <a:off x="5042625" y="2107075"/>
              <a:ext cx="131575" cy="37900"/>
            </a:xfrm>
            <a:custGeom>
              <a:avLst/>
              <a:gdLst/>
              <a:ahLst/>
              <a:cxnLst/>
              <a:rect l="l" t="t" r="r" b="b"/>
              <a:pathLst>
                <a:path w="5263" h="1516" extrusionOk="0">
                  <a:moveTo>
                    <a:pt x="5262" y="0"/>
                  </a:moveTo>
                  <a:lnTo>
                    <a:pt x="2916" y="88"/>
                  </a:lnTo>
                  <a:lnTo>
                    <a:pt x="1" y="1020"/>
                  </a:lnTo>
                  <a:lnTo>
                    <a:pt x="1196" y="1516"/>
                  </a:lnTo>
                  <a:lnTo>
                    <a:pt x="2770" y="408"/>
                  </a:lnTo>
                  <a:lnTo>
                    <a:pt x="5262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" name="Google Shape;47;p2"/>
            <p:cNvSpPr/>
            <p:nvPr/>
          </p:nvSpPr>
          <p:spPr>
            <a:xfrm>
              <a:off x="4634550" y="2531550"/>
              <a:ext cx="376400" cy="63800"/>
            </a:xfrm>
            <a:custGeom>
              <a:avLst/>
              <a:gdLst/>
              <a:ahLst/>
              <a:cxnLst/>
              <a:rect l="l" t="t" r="r" b="b"/>
              <a:pathLst>
                <a:path w="15056" h="2552" extrusionOk="0">
                  <a:moveTo>
                    <a:pt x="1166" y="1"/>
                  </a:moveTo>
                  <a:lnTo>
                    <a:pt x="0" y="1181"/>
                  </a:lnTo>
                  <a:lnTo>
                    <a:pt x="4985" y="2551"/>
                  </a:lnTo>
                  <a:lnTo>
                    <a:pt x="15056" y="511"/>
                  </a:lnTo>
                  <a:lnTo>
                    <a:pt x="5306" y="1662"/>
                  </a:lnTo>
                  <a:lnTo>
                    <a:pt x="1166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" name="Google Shape;48;p2"/>
            <p:cNvSpPr/>
            <p:nvPr/>
          </p:nvSpPr>
          <p:spPr>
            <a:xfrm>
              <a:off x="4755875" y="2481625"/>
              <a:ext cx="200800" cy="31000"/>
            </a:xfrm>
            <a:custGeom>
              <a:avLst/>
              <a:gdLst/>
              <a:ahLst/>
              <a:cxnLst/>
              <a:rect l="l" t="t" r="r" b="b"/>
              <a:pathLst>
                <a:path w="8032" h="1240" extrusionOk="0">
                  <a:moveTo>
                    <a:pt x="1006" y="1"/>
                  </a:moveTo>
                  <a:lnTo>
                    <a:pt x="1" y="730"/>
                  </a:lnTo>
                  <a:lnTo>
                    <a:pt x="2959" y="1240"/>
                  </a:lnTo>
                  <a:lnTo>
                    <a:pt x="8031" y="307"/>
                  </a:lnTo>
                  <a:lnTo>
                    <a:pt x="3105" y="365"/>
                  </a:lnTo>
                  <a:lnTo>
                    <a:pt x="1006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" name="Google Shape;49;p2"/>
            <p:cNvSpPr/>
            <p:nvPr/>
          </p:nvSpPr>
          <p:spPr>
            <a:xfrm>
              <a:off x="4936600" y="2281600"/>
              <a:ext cx="176025" cy="99500"/>
            </a:xfrm>
            <a:custGeom>
              <a:avLst/>
              <a:gdLst/>
              <a:ahLst/>
              <a:cxnLst/>
              <a:rect l="l" t="t" r="r" b="b"/>
              <a:pathLst>
                <a:path w="7041" h="3980" extrusionOk="0">
                  <a:moveTo>
                    <a:pt x="1240" y="0"/>
                  </a:moveTo>
                  <a:lnTo>
                    <a:pt x="1" y="102"/>
                  </a:lnTo>
                  <a:lnTo>
                    <a:pt x="2245" y="2085"/>
                  </a:lnTo>
                  <a:lnTo>
                    <a:pt x="7040" y="3979"/>
                  </a:lnTo>
                  <a:lnTo>
                    <a:pt x="2843" y="1429"/>
                  </a:lnTo>
                  <a:lnTo>
                    <a:pt x="1240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" name="Google Shape;50;p2"/>
            <p:cNvSpPr/>
            <p:nvPr/>
          </p:nvSpPr>
          <p:spPr>
            <a:xfrm>
              <a:off x="5241575" y="2046575"/>
              <a:ext cx="176025" cy="99500"/>
            </a:xfrm>
            <a:custGeom>
              <a:avLst/>
              <a:gdLst/>
              <a:ahLst/>
              <a:cxnLst/>
              <a:rect l="l" t="t" r="r" b="b"/>
              <a:pathLst>
                <a:path w="7041" h="3980" extrusionOk="0">
                  <a:moveTo>
                    <a:pt x="1240" y="1"/>
                  </a:moveTo>
                  <a:lnTo>
                    <a:pt x="1" y="103"/>
                  </a:lnTo>
                  <a:lnTo>
                    <a:pt x="2231" y="2100"/>
                  </a:lnTo>
                  <a:lnTo>
                    <a:pt x="7040" y="3980"/>
                  </a:lnTo>
                  <a:lnTo>
                    <a:pt x="2828" y="1429"/>
                  </a:lnTo>
                  <a:lnTo>
                    <a:pt x="1240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" name="Google Shape;51;p2"/>
            <p:cNvSpPr/>
            <p:nvPr/>
          </p:nvSpPr>
          <p:spPr>
            <a:xfrm>
              <a:off x="5348700" y="1903750"/>
              <a:ext cx="157075" cy="144675"/>
            </a:xfrm>
            <a:custGeom>
              <a:avLst/>
              <a:gdLst/>
              <a:ahLst/>
              <a:cxnLst/>
              <a:rect l="l" t="t" r="r" b="b"/>
              <a:pathLst>
                <a:path w="6283" h="5787" extrusionOk="0">
                  <a:moveTo>
                    <a:pt x="6282" y="1"/>
                  </a:moveTo>
                  <a:lnTo>
                    <a:pt x="2712" y="3396"/>
                  </a:lnTo>
                  <a:lnTo>
                    <a:pt x="1" y="5175"/>
                  </a:lnTo>
                  <a:lnTo>
                    <a:pt x="700" y="5787"/>
                  </a:lnTo>
                  <a:lnTo>
                    <a:pt x="3207" y="4154"/>
                  </a:lnTo>
                  <a:lnTo>
                    <a:pt x="6282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" name="Google Shape;52;p2"/>
            <p:cNvSpPr/>
            <p:nvPr/>
          </p:nvSpPr>
          <p:spPr>
            <a:xfrm>
              <a:off x="4266900" y="2396725"/>
              <a:ext cx="200800" cy="31375"/>
            </a:xfrm>
            <a:custGeom>
              <a:avLst/>
              <a:gdLst/>
              <a:ahLst/>
              <a:cxnLst/>
              <a:rect l="l" t="t" r="r" b="b"/>
              <a:pathLst>
                <a:path w="8032" h="1255" extrusionOk="0">
                  <a:moveTo>
                    <a:pt x="1006" y="1"/>
                  </a:moveTo>
                  <a:lnTo>
                    <a:pt x="1" y="744"/>
                  </a:lnTo>
                  <a:lnTo>
                    <a:pt x="2959" y="1254"/>
                  </a:lnTo>
                  <a:lnTo>
                    <a:pt x="8031" y="322"/>
                  </a:lnTo>
                  <a:lnTo>
                    <a:pt x="3105" y="365"/>
                  </a:lnTo>
                  <a:lnTo>
                    <a:pt x="1006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" name="Google Shape;53;p2"/>
            <p:cNvSpPr/>
            <p:nvPr/>
          </p:nvSpPr>
          <p:spPr>
            <a:xfrm>
              <a:off x="4399175" y="1463600"/>
              <a:ext cx="264900" cy="345800"/>
            </a:xfrm>
            <a:custGeom>
              <a:avLst/>
              <a:gdLst/>
              <a:ahLst/>
              <a:cxnLst/>
              <a:rect l="l" t="t" r="r" b="b"/>
              <a:pathLst>
                <a:path w="10596" h="13832" extrusionOk="0">
                  <a:moveTo>
                    <a:pt x="0" y="1"/>
                  </a:moveTo>
                  <a:lnTo>
                    <a:pt x="4431" y="11019"/>
                  </a:lnTo>
                  <a:lnTo>
                    <a:pt x="10596" y="13832"/>
                  </a:lnTo>
                  <a:lnTo>
                    <a:pt x="10596" y="13832"/>
                  </a:lnTo>
                  <a:lnTo>
                    <a:pt x="9517" y="11019"/>
                  </a:lnTo>
                  <a:lnTo>
                    <a:pt x="5305" y="9547"/>
                  </a:lnTo>
                  <a:lnTo>
                    <a:pt x="0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" name="Google Shape;54;p2"/>
            <p:cNvSpPr/>
            <p:nvPr/>
          </p:nvSpPr>
          <p:spPr>
            <a:xfrm>
              <a:off x="4037725" y="1677850"/>
              <a:ext cx="164700" cy="722200"/>
            </a:xfrm>
            <a:custGeom>
              <a:avLst/>
              <a:gdLst/>
              <a:ahLst/>
              <a:cxnLst/>
              <a:rect l="l" t="t" r="r" b="b"/>
              <a:pathLst>
                <a:path w="6588" h="28888" extrusionOk="0">
                  <a:moveTo>
                    <a:pt x="3775" y="0"/>
                  </a:moveTo>
                  <a:lnTo>
                    <a:pt x="0" y="17708"/>
                  </a:lnTo>
                  <a:lnTo>
                    <a:pt x="2215" y="28887"/>
                  </a:lnTo>
                  <a:lnTo>
                    <a:pt x="6588" y="25200"/>
                  </a:lnTo>
                  <a:lnTo>
                    <a:pt x="2478" y="17169"/>
                  </a:lnTo>
                  <a:lnTo>
                    <a:pt x="3775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" name="Google Shape;55;p2"/>
            <p:cNvSpPr/>
            <p:nvPr/>
          </p:nvSpPr>
          <p:spPr>
            <a:xfrm>
              <a:off x="4102950" y="1813750"/>
              <a:ext cx="123900" cy="426325"/>
            </a:xfrm>
            <a:custGeom>
              <a:avLst/>
              <a:gdLst/>
              <a:ahLst/>
              <a:cxnLst/>
              <a:rect l="l" t="t" r="r" b="b"/>
              <a:pathLst>
                <a:path w="4956" h="17053" extrusionOk="0">
                  <a:moveTo>
                    <a:pt x="4955" y="1"/>
                  </a:moveTo>
                  <a:lnTo>
                    <a:pt x="3250" y="10159"/>
                  </a:lnTo>
                  <a:lnTo>
                    <a:pt x="0" y="14604"/>
                  </a:lnTo>
                  <a:lnTo>
                    <a:pt x="1297" y="17053"/>
                  </a:lnTo>
                  <a:lnTo>
                    <a:pt x="4955" y="10596"/>
                  </a:lnTo>
                  <a:lnTo>
                    <a:pt x="4955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" name="Google Shape;56;p2"/>
            <p:cNvSpPr/>
            <p:nvPr/>
          </p:nvSpPr>
          <p:spPr>
            <a:xfrm>
              <a:off x="4095650" y="1643225"/>
              <a:ext cx="197150" cy="239775"/>
            </a:xfrm>
            <a:custGeom>
              <a:avLst/>
              <a:gdLst/>
              <a:ahLst/>
              <a:cxnLst/>
              <a:rect l="l" t="t" r="r" b="b"/>
              <a:pathLst>
                <a:path w="7886" h="9591" extrusionOk="0">
                  <a:moveTo>
                    <a:pt x="7885" y="1"/>
                  </a:moveTo>
                  <a:lnTo>
                    <a:pt x="4402" y="5248"/>
                  </a:lnTo>
                  <a:lnTo>
                    <a:pt x="292" y="7346"/>
                  </a:lnTo>
                  <a:lnTo>
                    <a:pt x="1" y="9591"/>
                  </a:lnTo>
                  <a:lnTo>
                    <a:pt x="4927" y="6151"/>
                  </a:lnTo>
                  <a:lnTo>
                    <a:pt x="7885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" name="Google Shape;57;p2"/>
            <p:cNvSpPr/>
            <p:nvPr/>
          </p:nvSpPr>
          <p:spPr>
            <a:xfrm>
              <a:off x="4378025" y="1636675"/>
              <a:ext cx="113725" cy="32075"/>
            </a:xfrm>
            <a:custGeom>
              <a:avLst/>
              <a:gdLst/>
              <a:ahLst/>
              <a:cxnLst/>
              <a:rect l="l" t="t" r="r" b="b"/>
              <a:pathLst>
                <a:path w="4549" h="1283" extrusionOk="0">
                  <a:moveTo>
                    <a:pt x="1" y="0"/>
                  </a:moveTo>
                  <a:lnTo>
                    <a:pt x="4548" y="1283"/>
                  </a:lnTo>
                  <a:lnTo>
                    <a:pt x="4227" y="642"/>
                  </a:lnTo>
                  <a:lnTo>
                    <a:pt x="1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58" name="Google Shape;58;p2"/>
          <p:cNvGrpSpPr/>
          <p:nvPr/>
        </p:nvGrpSpPr>
        <p:grpSpPr>
          <a:xfrm rot="-2955649">
            <a:off x="-1443213" y="932927"/>
            <a:ext cx="4394141" cy="3909089"/>
            <a:chOff x="3902175" y="1272300"/>
            <a:chExt cx="1907850" cy="1697250"/>
          </a:xfrm>
        </p:grpSpPr>
        <p:sp>
          <p:nvSpPr>
            <p:cNvPr id="59" name="Google Shape;59;p2"/>
            <p:cNvSpPr/>
            <p:nvPr/>
          </p:nvSpPr>
          <p:spPr>
            <a:xfrm>
              <a:off x="5146850" y="1802450"/>
              <a:ext cx="95850" cy="22250"/>
            </a:xfrm>
            <a:custGeom>
              <a:avLst/>
              <a:gdLst/>
              <a:ahLst/>
              <a:cxnLst/>
              <a:rect l="l" t="t" r="r" b="b"/>
              <a:pathLst>
                <a:path w="3834" h="890" extrusionOk="0">
                  <a:moveTo>
                    <a:pt x="452" y="1"/>
                  </a:moveTo>
                  <a:lnTo>
                    <a:pt x="0" y="176"/>
                  </a:lnTo>
                  <a:lnTo>
                    <a:pt x="1793" y="890"/>
                  </a:lnTo>
                  <a:lnTo>
                    <a:pt x="3833" y="700"/>
                  </a:lnTo>
                  <a:lnTo>
                    <a:pt x="1837" y="657"/>
                  </a:lnTo>
                  <a:lnTo>
                    <a:pt x="452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" name="Google Shape;60;p2"/>
            <p:cNvSpPr/>
            <p:nvPr/>
          </p:nvSpPr>
          <p:spPr>
            <a:xfrm>
              <a:off x="3902175" y="1541950"/>
              <a:ext cx="1523800" cy="1427600"/>
            </a:xfrm>
            <a:custGeom>
              <a:avLst/>
              <a:gdLst/>
              <a:ahLst/>
              <a:cxnLst/>
              <a:rect l="l" t="t" r="r" b="b"/>
              <a:pathLst>
                <a:path w="60952" h="57104" extrusionOk="0">
                  <a:moveTo>
                    <a:pt x="60951" y="0"/>
                  </a:moveTo>
                  <a:lnTo>
                    <a:pt x="32764" y="20521"/>
                  </a:lnTo>
                  <a:lnTo>
                    <a:pt x="11660" y="27021"/>
                  </a:lnTo>
                  <a:lnTo>
                    <a:pt x="0" y="36743"/>
                  </a:lnTo>
                  <a:lnTo>
                    <a:pt x="2478" y="57103"/>
                  </a:lnTo>
                  <a:lnTo>
                    <a:pt x="13322" y="36291"/>
                  </a:lnTo>
                  <a:lnTo>
                    <a:pt x="36481" y="25287"/>
                  </a:lnTo>
                  <a:lnTo>
                    <a:pt x="60951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" name="Google Shape;61;p2"/>
            <p:cNvSpPr/>
            <p:nvPr/>
          </p:nvSpPr>
          <p:spPr>
            <a:xfrm>
              <a:off x="4003100" y="2384725"/>
              <a:ext cx="977625" cy="303525"/>
            </a:xfrm>
            <a:custGeom>
              <a:avLst/>
              <a:gdLst/>
              <a:ahLst/>
              <a:cxnLst/>
              <a:rect l="l" t="t" r="r" b="b"/>
              <a:pathLst>
                <a:path w="39105" h="12141" extrusionOk="0">
                  <a:moveTo>
                    <a:pt x="39104" y="0"/>
                  </a:moveTo>
                  <a:lnTo>
                    <a:pt x="22154" y="6952"/>
                  </a:lnTo>
                  <a:lnTo>
                    <a:pt x="1895" y="7098"/>
                  </a:lnTo>
                  <a:lnTo>
                    <a:pt x="1" y="12141"/>
                  </a:lnTo>
                  <a:lnTo>
                    <a:pt x="22693" y="9299"/>
                  </a:lnTo>
                  <a:lnTo>
                    <a:pt x="39104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" name="Google Shape;62;p2"/>
            <p:cNvSpPr/>
            <p:nvPr/>
          </p:nvSpPr>
          <p:spPr>
            <a:xfrm>
              <a:off x="4459275" y="1545950"/>
              <a:ext cx="280225" cy="653700"/>
            </a:xfrm>
            <a:custGeom>
              <a:avLst/>
              <a:gdLst/>
              <a:ahLst/>
              <a:cxnLst/>
              <a:rect l="l" t="t" r="r" b="b"/>
              <a:pathLst>
                <a:path w="11209" h="26148" extrusionOk="0">
                  <a:moveTo>
                    <a:pt x="5058" y="0"/>
                  </a:moveTo>
                  <a:lnTo>
                    <a:pt x="8323" y="14954"/>
                  </a:lnTo>
                  <a:lnTo>
                    <a:pt x="1" y="26147"/>
                  </a:lnTo>
                  <a:lnTo>
                    <a:pt x="6472" y="25229"/>
                  </a:lnTo>
                  <a:lnTo>
                    <a:pt x="11209" y="14429"/>
                  </a:lnTo>
                  <a:lnTo>
                    <a:pt x="5058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" name="Google Shape;63;p2"/>
            <p:cNvSpPr/>
            <p:nvPr/>
          </p:nvSpPr>
          <p:spPr>
            <a:xfrm>
              <a:off x="4415575" y="1721200"/>
              <a:ext cx="220450" cy="370950"/>
            </a:xfrm>
            <a:custGeom>
              <a:avLst/>
              <a:gdLst/>
              <a:ahLst/>
              <a:cxnLst/>
              <a:rect l="l" t="t" r="r" b="b"/>
              <a:pathLst>
                <a:path w="8818" h="14838" extrusionOk="0">
                  <a:moveTo>
                    <a:pt x="0" y="1"/>
                  </a:moveTo>
                  <a:lnTo>
                    <a:pt x="1457" y="10451"/>
                  </a:lnTo>
                  <a:lnTo>
                    <a:pt x="7404" y="14838"/>
                  </a:lnTo>
                  <a:lnTo>
                    <a:pt x="8818" y="11573"/>
                  </a:lnTo>
                  <a:lnTo>
                    <a:pt x="3032" y="9256"/>
                  </a:lnTo>
                  <a:lnTo>
                    <a:pt x="0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" name="Google Shape;64;p2"/>
            <p:cNvSpPr/>
            <p:nvPr/>
          </p:nvSpPr>
          <p:spPr>
            <a:xfrm>
              <a:off x="4873200" y="1743425"/>
              <a:ext cx="803825" cy="360750"/>
            </a:xfrm>
            <a:custGeom>
              <a:avLst/>
              <a:gdLst/>
              <a:ahLst/>
              <a:cxnLst/>
              <a:rect l="l" t="t" r="r" b="b"/>
              <a:pathLst>
                <a:path w="32153" h="14430" extrusionOk="0">
                  <a:moveTo>
                    <a:pt x="32152" y="1"/>
                  </a:moveTo>
                  <a:lnTo>
                    <a:pt x="13132" y="11850"/>
                  </a:lnTo>
                  <a:lnTo>
                    <a:pt x="1531" y="9751"/>
                  </a:lnTo>
                  <a:lnTo>
                    <a:pt x="1" y="13570"/>
                  </a:lnTo>
                  <a:lnTo>
                    <a:pt x="14124" y="14430"/>
                  </a:lnTo>
                  <a:lnTo>
                    <a:pt x="32152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" name="Google Shape;65;p2"/>
            <p:cNvSpPr/>
            <p:nvPr/>
          </p:nvSpPr>
          <p:spPr>
            <a:xfrm>
              <a:off x="5034250" y="1821400"/>
              <a:ext cx="314475" cy="235050"/>
            </a:xfrm>
            <a:custGeom>
              <a:avLst/>
              <a:gdLst/>
              <a:ahLst/>
              <a:cxnLst/>
              <a:rect l="l" t="t" r="r" b="b"/>
              <a:pathLst>
                <a:path w="12579" h="9402" extrusionOk="0">
                  <a:moveTo>
                    <a:pt x="12579" y="1"/>
                  </a:moveTo>
                  <a:lnTo>
                    <a:pt x="5335" y="3586"/>
                  </a:lnTo>
                  <a:lnTo>
                    <a:pt x="1" y="8818"/>
                  </a:lnTo>
                  <a:lnTo>
                    <a:pt x="2653" y="9401"/>
                  </a:lnTo>
                  <a:lnTo>
                    <a:pt x="6195" y="4679"/>
                  </a:lnTo>
                  <a:lnTo>
                    <a:pt x="12579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" name="Google Shape;66;p2"/>
            <p:cNvSpPr/>
            <p:nvPr/>
          </p:nvSpPr>
          <p:spPr>
            <a:xfrm>
              <a:off x="4777375" y="1746350"/>
              <a:ext cx="102050" cy="370225"/>
            </a:xfrm>
            <a:custGeom>
              <a:avLst/>
              <a:gdLst/>
              <a:ahLst/>
              <a:cxnLst/>
              <a:rect l="l" t="t" r="r" b="b"/>
              <a:pathLst>
                <a:path w="4082" h="14809" extrusionOk="0">
                  <a:moveTo>
                    <a:pt x="4082" y="0"/>
                  </a:moveTo>
                  <a:lnTo>
                    <a:pt x="788" y="7390"/>
                  </a:lnTo>
                  <a:lnTo>
                    <a:pt x="1" y="14808"/>
                  </a:lnTo>
                  <a:lnTo>
                    <a:pt x="2420" y="13569"/>
                  </a:lnTo>
                  <a:lnTo>
                    <a:pt x="2143" y="7681"/>
                  </a:lnTo>
                  <a:lnTo>
                    <a:pt x="4082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" name="Google Shape;67;p2"/>
            <p:cNvSpPr/>
            <p:nvPr/>
          </p:nvSpPr>
          <p:spPr>
            <a:xfrm>
              <a:off x="4932950" y="1272300"/>
              <a:ext cx="135225" cy="647500"/>
            </a:xfrm>
            <a:custGeom>
              <a:avLst/>
              <a:gdLst/>
              <a:ahLst/>
              <a:cxnLst/>
              <a:rect l="l" t="t" r="r" b="b"/>
              <a:pathLst>
                <a:path w="5409" h="25900" extrusionOk="0">
                  <a:moveTo>
                    <a:pt x="5408" y="1"/>
                  </a:moveTo>
                  <a:lnTo>
                    <a:pt x="1" y="17243"/>
                  </a:lnTo>
                  <a:lnTo>
                    <a:pt x="1254" y="25900"/>
                  </a:lnTo>
                  <a:lnTo>
                    <a:pt x="3120" y="25842"/>
                  </a:lnTo>
                  <a:lnTo>
                    <a:pt x="1779" y="17184"/>
                  </a:lnTo>
                  <a:lnTo>
                    <a:pt x="5408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" name="Google Shape;68;p2"/>
            <p:cNvSpPr/>
            <p:nvPr/>
          </p:nvSpPr>
          <p:spPr>
            <a:xfrm>
              <a:off x="5275475" y="2010150"/>
              <a:ext cx="341425" cy="53225"/>
            </a:xfrm>
            <a:custGeom>
              <a:avLst/>
              <a:gdLst/>
              <a:ahLst/>
              <a:cxnLst/>
              <a:rect l="l" t="t" r="r" b="b"/>
              <a:pathLst>
                <a:path w="13657" h="2129" extrusionOk="0">
                  <a:moveTo>
                    <a:pt x="1428" y="0"/>
                  </a:moveTo>
                  <a:lnTo>
                    <a:pt x="0" y="933"/>
                  </a:lnTo>
                  <a:lnTo>
                    <a:pt x="6734" y="2128"/>
                  </a:lnTo>
                  <a:lnTo>
                    <a:pt x="13657" y="0"/>
                  </a:lnTo>
                  <a:lnTo>
                    <a:pt x="6704" y="1283"/>
                  </a:lnTo>
                  <a:lnTo>
                    <a:pt x="1428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" name="Google Shape;69;p2"/>
            <p:cNvSpPr/>
            <p:nvPr/>
          </p:nvSpPr>
          <p:spPr>
            <a:xfrm>
              <a:off x="5468950" y="1868050"/>
              <a:ext cx="341075" cy="53225"/>
            </a:xfrm>
            <a:custGeom>
              <a:avLst/>
              <a:gdLst/>
              <a:ahLst/>
              <a:cxnLst/>
              <a:rect l="l" t="t" r="r" b="b"/>
              <a:pathLst>
                <a:path w="13643" h="2129" extrusionOk="0">
                  <a:moveTo>
                    <a:pt x="13642" y="0"/>
                  </a:moveTo>
                  <a:lnTo>
                    <a:pt x="6690" y="1283"/>
                  </a:lnTo>
                  <a:lnTo>
                    <a:pt x="1414" y="15"/>
                  </a:lnTo>
                  <a:lnTo>
                    <a:pt x="0" y="948"/>
                  </a:lnTo>
                  <a:lnTo>
                    <a:pt x="6719" y="2128"/>
                  </a:lnTo>
                  <a:lnTo>
                    <a:pt x="13642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" name="Google Shape;70;p2"/>
            <p:cNvSpPr/>
            <p:nvPr/>
          </p:nvSpPr>
          <p:spPr>
            <a:xfrm>
              <a:off x="5151575" y="1694600"/>
              <a:ext cx="279500" cy="88925"/>
            </a:xfrm>
            <a:custGeom>
              <a:avLst/>
              <a:gdLst/>
              <a:ahLst/>
              <a:cxnLst/>
              <a:rect l="l" t="t" r="r" b="b"/>
              <a:pathLst>
                <a:path w="11180" h="3557" extrusionOk="0">
                  <a:moveTo>
                    <a:pt x="11179" y="1"/>
                  </a:moveTo>
                  <a:lnTo>
                    <a:pt x="5641" y="2478"/>
                  </a:lnTo>
                  <a:lnTo>
                    <a:pt x="992" y="2493"/>
                  </a:lnTo>
                  <a:lnTo>
                    <a:pt x="1" y="3557"/>
                  </a:lnTo>
                  <a:lnTo>
                    <a:pt x="5845" y="3178"/>
                  </a:lnTo>
                  <a:lnTo>
                    <a:pt x="11179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" name="Google Shape;71;p2"/>
            <p:cNvSpPr/>
            <p:nvPr/>
          </p:nvSpPr>
          <p:spPr>
            <a:xfrm>
              <a:off x="5112950" y="1463600"/>
              <a:ext cx="169100" cy="359300"/>
            </a:xfrm>
            <a:custGeom>
              <a:avLst/>
              <a:gdLst/>
              <a:ahLst/>
              <a:cxnLst/>
              <a:rect l="l" t="t" r="r" b="b"/>
              <a:pathLst>
                <a:path w="6764" h="14372" extrusionOk="0">
                  <a:moveTo>
                    <a:pt x="6763" y="1"/>
                  </a:moveTo>
                  <a:lnTo>
                    <a:pt x="3980" y="3426"/>
                  </a:lnTo>
                  <a:lnTo>
                    <a:pt x="1" y="14371"/>
                  </a:lnTo>
                  <a:lnTo>
                    <a:pt x="1" y="14371"/>
                  </a:lnTo>
                  <a:lnTo>
                    <a:pt x="2537" y="11733"/>
                  </a:lnTo>
                  <a:lnTo>
                    <a:pt x="4402" y="3906"/>
                  </a:lnTo>
                  <a:lnTo>
                    <a:pt x="6763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" name="Google Shape;72;p2"/>
            <p:cNvSpPr/>
            <p:nvPr/>
          </p:nvSpPr>
          <p:spPr>
            <a:xfrm>
              <a:off x="5188025" y="1556525"/>
              <a:ext cx="138475" cy="112225"/>
            </a:xfrm>
            <a:custGeom>
              <a:avLst/>
              <a:gdLst/>
              <a:ahLst/>
              <a:cxnLst/>
              <a:rect l="l" t="t" r="r" b="b"/>
              <a:pathLst>
                <a:path w="5539" h="4489" extrusionOk="0">
                  <a:moveTo>
                    <a:pt x="5539" y="0"/>
                  </a:moveTo>
                  <a:lnTo>
                    <a:pt x="2595" y="2944"/>
                  </a:lnTo>
                  <a:lnTo>
                    <a:pt x="0" y="3483"/>
                  </a:lnTo>
                  <a:lnTo>
                    <a:pt x="29" y="4489"/>
                  </a:lnTo>
                  <a:lnTo>
                    <a:pt x="2973" y="3658"/>
                  </a:lnTo>
                  <a:lnTo>
                    <a:pt x="5539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" name="Google Shape;73;p2"/>
            <p:cNvSpPr/>
            <p:nvPr/>
          </p:nvSpPr>
          <p:spPr>
            <a:xfrm>
              <a:off x="5068150" y="1809375"/>
              <a:ext cx="163625" cy="70350"/>
            </a:xfrm>
            <a:custGeom>
              <a:avLst/>
              <a:gdLst/>
              <a:ahLst/>
              <a:cxnLst/>
              <a:rect l="l" t="t" r="r" b="b"/>
              <a:pathLst>
                <a:path w="6545" h="2814" extrusionOk="0">
                  <a:moveTo>
                    <a:pt x="6544" y="1"/>
                  </a:moveTo>
                  <a:lnTo>
                    <a:pt x="2886" y="2012"/>
                  </a:lnTo>
                  <a:lnTo>
                    <a:pt x="248" y="1808"/>
                  </a:lnTo>
                  <a:lnTo>
                    <a:pt x="0" y="2785"/>
                  </a:lnTo>
                  <a:lnTo>
                    <a:pt x="3061" y="2814"/>
                  </a:lnTo>
                  <a:lnTo>
                    <a:pt x="6544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" name="Google Shape;74;p2"/>
            <p:cNvSpPr/>
            <p:nvPr/>
          </p:nvSpPr>
          <p:spPr>
            <a:xfrm>
              <a:off x="4958100" y="1677850"/>
              <a:ext cx="163275" cy="70350"/>
            </a:xfrm>
            <a:custGeom>
              <a:avLst/>
              <a:gdLst/>
              <a:ahLst/>
              <a:cxnLst/>
              <a:rect l="l" t="t" r="r" b="b"/>
              <a:pathLst>
                <a:path w="6531" h="2814" extrusionOk="0">
                  <a:moveTo>
                    <a:pt x="6530" y="0"/>
                  </a:moveTo>
                  <a:lnTo>
                    <a:pt x="2872" y="2012"/>
                  </a:lnTo>
                  <a:lnTo>
                    <a:pt x="248" y="1808"/>
                  </a:lnTo>
                  <a:lnTo>
                    <a:pt x="1" y="2784"/>
                  </a:lnTo>
                  <a:lnTo>
                    <a:pt x="3047" y="2813"/>
                  </a:lnTo>
                  <a:lnTo>
                    <a:pt x="6530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" name="Google Shape;75;p2"/>
            <p:cNvSpPr/>
            <p:nvPr/>
          </p:nvSpPr>
          <p:spPr>
            <a:xfrm>
              <a:off x="4965025" y="1528100"/>
              <a:ext cx="142500" cy="174175"/>
            </a:xfrm>
            <a:custGeom>
              <a:avLst/>
              <a:gdLst/>
              <a:ahLst/>
              <a:cxnLst/>
              <a:rect l="l" t="t" r="r" b="b"/>
              <a:pathLst>
                <a:path w="5700" h="6967" extrusionOk="0">
                  <a:moveTo>
                    <a:pt x="5699" y="0"/>
                  </a:moveTo>
                  <a:lnTo>
                    <a:pt x="3411" y="3498"/>
                  </a:lnTo>
                  <a:lnTo>
                    <a:pt x="992" y="4547"/>
                  </a:lnTo>
                  <a:lnTo>
                    <a:pt x="1" y="6967"/>
                  </a:lnTo>
                  <a:lnTo>
                    <a:pt x="1" y="6967"/>
                  </a:lnTo>
                  <a:lnTo>
                    <a:pt x="3936" y="4110"/>
                  </a:lnTo>
                  <a:lnTo>
                    <a:pt x="5699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" name="Google Shape;76;p2"/>
            <p:cNvSpPr/>
            <p:nvPr/>
          </p:nvSpPr>
          <p:spPr>
            <a:xfrm>
              <a:off x="5263075" y="1662900"/>
              <a:ext cx="92950" cy="111175"/>
            </a:xfrm>
            <a:custGeom>
              <a:avLst/>
              <a:gdLst/>
              <a:ahLst/>
              <a:cxnLst/>
              <a:rect l="l" t="t" r="r" b="b"/>
              <a:pathLst>
                <a:path w="3718" h="4447" extrusionOk="0">
                  <a:moveTo>
                    <a:pt x="3717" y="1"/>
                  </a:moveTo>
                  <a:lnTo>
                    <a:pt x="1094" y="2056"/>
                  </a:lnTo>
                  <a:lnTo>
                    <a:pt x="1" y="4125"/>
                  </a:lnTo>
                  <a:lnTo>
                    <a:pt x="1385" y="4446"/>
                  </a:lnTo>
                  <a:lnTo>
                    <a:pt x="1575" y="2260"/>
                  </a:lnTo>
                  <a:lnTo>
                    <a:pt x="3717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" name="Google Shape;77;p2"/>
            <p:cNvSpPr/>
            <p:nvPr/>
          </p:nvSpPr>
          <p:spPr>
            <a:xfrm>
              <a:off x="5292950" y="1803175"/>
              <a:ext cx="123550" cy="207725"/>
            </a:xfrm>
            <a:custGeom>
              <a:avLst/>
              <a:gdLst/>
              <a:ahLst/>
              <a:cxnLst/>
              <a:rect l="l" t="t" r="r" b="b"/>
              <a:pathLst>
                <a:path w="4942" h="8309" extrusionOk="0">
                  <a:moveTo>
                    <a:pt x="4942" y="1"/>
                  </a:moveTo>
                  <a:lnTo>
                    <a:pt x="1152" y="4169"/>
                  </a:lnTo>
                  <a:lnTo>
                    <a:pt x="1" y="8308"/>
                  </a:lnTo>
                  <a:lnTo>
                    <a:pt x="1575" y="7215"/>
                  </a:lnTo>
                  <a:lnTo>
                    <a:pt x="1837" y="4461"/>
                  </a:lnTo>
                  <a:lnTo>
                    <a:pt x="4942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" name="Google Shape;78;p2"/>
            <p:cNvSpPr/>
            <p:nvPr/>
          </p:nvSpPr>
          <p:spPr>
            <a:xfrm>
              <a:off x="4969025" y="2059700"/>
              <a:ext cx="229950" cy="121350"/>
            </a:xfrm>
            <a:custGeom>
              <a:avLst/>
              <a:gdLst/>
              <a:ahLst/>
              <a:cxnLst/>
              <a:rect l="l" t="t" r="r" b="b"/>
              <a:pathLst>
                <a:path w="9198" h="4854" extrusionOk="0">
                  <a:moveTo>
                    <a:pt x="1866" y="0"/>
                  </a:moveTo>
                  <a:lnTo>
                    <a:pt x="1" y="248"/>
                  </a:lnTo>
                  <a:lnTo>
                    <a:pt x="2741" y="3367"/>
                  </a:lnTo>
                  <a:lnTo>
                    <a:pt x="9197" y="4854"/>
                  </a:lnTo>
                  <a:lnTo>
                    <a:pt x="3747" y="2915"/>
                  </a:lnTo>
                  <a:lnTo>
                    <a:pt x="1866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" name="Google Shape;79;p2"/>
            <p:cNvSpPr/>
            <p:nvPr/>
          </p:nvSpPr>
          <p:spPr>
            <a:xfrm>
              <a:off x="4637100" y="1360475"/>
              <a:ext cx="149400" cy="501400"/>
            </a:xfrm>
            <a:custGeom>
              <a:avLst/>
              <a:gdLst/>
              <a:ahLst/>
              <a:cxnLst/>
              <a:rect l="l" t="t" r="r" b="b"/>
              <a:pathLst>
                <a:path w="5976" h="20056" extrusionOk="0">
                  <a:moveTo>
                    <a:pt x="5976" y="1"/>
                  </a:moveTo>
                  <a:lnTo>
                    <a:pt x="3659" y="12958"/>
                  </a:lnTo>
                  <a:lnTo>
                    <a:pt x="0" y="16805"/>
                  </a:lnTo>
                  <a:lnTo>
                    <a:pt x="1691" y="20056"/>
                  </a:lnTo>
                  <a:lnTo>
                    <a:pt x="4810" y="14299"/>
                  </a:lnTo>
                  <a:lnTo>
                    <a:pt x="5976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" name="Google Shape;80;p2"/>
            <p:cNvSpPr/>
            <p:nvPr/>
          </p:nvSpPr>
          <p:spPr>
            <a:xfrm>
              <a:off x="4202400" y="1912125"/>
              <a:ext cx="139950" cy="381150"/>
            </a:xfrm>
            <a:custGeom>
              <a:avLst/>
              <a:gdLst/>
              <a:ahLst/>
              <a:cxnLst/>
              <a:rect l="l" t="t" r="r" b="b"/>
              <a:pathLst>
                <a:path w="5598" h="15246" extrusionOk="0">
                  <a:moveTo>
                    <a:pt x="5598" y="1"/>
                  </a:moveTo>
                  <a:lnTo>
                    <a:pt x="3659" y="8148"/>
                  </a:lnTo>
                  <a:lnTo>
                    <a:pt x="1" y="11996"/>
                  </a:lnTo>
                  <a:lnTo>
                    <a:pt x="1692" y="15246"/>
                  </a:lnTo>
                  <a:lnTo>
                    <a:pt x="4810" y="9474"/>
                  </a:lnTo>
                  <a:lnTo>
                    <a:pt x="5598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" name="Google Shape;81;p2"/>
            <p:cNvSpPr/>
            <p:nvPr/>
          </p:nvSpPr>
          <p:spPr>
            <a:xfrm>
              <a:off x="4299325" y="2287800"/>
              <a:ext cx="547300" cy="102775"/>
            </a:xfrm>
            <a:custGeom>
              <a:avLst/>
              <a:gdLst/>
              <a:ahLst/>
              <a:cxnLst/>
              <a:rect l="l" t="t" r="r" b="b"/>
              <a:pathLst>
                <a:path w="21892" h="4111" extrusionOk="0">
                  <a:moveTo>
                    <a:pt x="4271" y="0"/>
                  </a:moveTo>
                  <a:lnTo>
                    <a:pt x="1" y="2492"/>
                  </a:lnTo>
                  <a:lnTo>
                    <a:pt x="8541" y="4110"/>
                  </a:lnTo>
                  <a:lnTo>
                    <a:pt x="21892" y="2449"/>
                  </a:lnTo>
                  <a:lnTo>
                    <a:pt x="21892" y="2449"/>
                  </a:lnTo>
                  <a:lnTo>
                    <a:pt x="10218" y="2624"/>
                  </a:lnTo>
                  <a:lnTo>
                    <a:pt x="4271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" name="Google Shape;82;p2"/>
            <p:cNvSpPr/>
            <p:nvPr/>
          </p:nvSpPr>
          <p:spPr>
            <a:xfrm>
              <a:off x="4387150" y="2601500"/>
              <a:ext cx="459850" cy="163275"/>
            </a:xfrm>
            <a:custGeom>
              <a:avLst/>
              <a:gdLst/>
              <a:ahLst/>
              <a:cxnLst/>
              <a:rect l="l" t="t" r="r" b="b"/>
              <a:pathLst>
                <a:path w="18394" h="6531" extrusionOk="0">
                  <a:moveTo>
                    <a:pt x="3265" y="1"/>
                  </a:moveTo>
                  <a:lnTo>
                    <a:pt x="0" y="613"/>
                  </a:lnTo>
                  <a:lnTo>
                    <a:pt x="8147" y="6530"/>
                  </a:lnTo>
                  <a:lnTo>
                    <a:pt x="18393" y="4271"/>
                  </a:lnTo>
                  <a:lnTo>
                    <a:pt x="8862" y="4402"/>
                  </a:lnTo>
                  <a:lnTo>
                    <a:pt x="3265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" name="Google Shape;83;p2"/>
            <p:cNvSpPr/>
            <p:nvPr/>
          </p:nvSpPr>
          <p:spPr>
            <a:xfrm>
              <a:off x="4701950" y="2124550"/>
              <a:ext cx="692700" cy="195700"/>
            </a:xfrm>
            <a:custGeom>
              <a:avLst/>
              <a:gdLst/>
              <a:ahLst/>
              <a:cxnLst/>
              <a:rect l="l" t="t" r="r" b="b"/>
              <a:pathLst>
                <a:path w="27708" h="7828" extrusionOk="0">
                  <a:moveTo>
                    <a:pt x="3455" y="1"/>
                  </a:moveTo>
                  <a:lnTo>
                    <a:pt x="1" y="1954"/>
                  </a:lnTo>
                  <a:lnTo>
                    <a:pt x="11660" y="7594"/>
                  </a:lnTo>
                  <a:lnTo>
                    <a:pt x="27707" y="7827"/>
                  </a:lnTo>
                  <a:lnTo>
                    <a:pt x="12651" y="5962"/>
                  </a:lnTo>
                  <a:lnTo>
                    <a:pt x="3455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" name="Google Shape;84;p2"/>
            <p:cNvSpPr/>
            <p:nvPr/>
          </p:nvSpPr>
          <p:spPr>
            <a:xfrm>
              <a:off x="4936600" y="2207275"/>
              <a:ext cx="178200" cy="65600"/>
            </a:xfrm>
            <a:custGeom>
              <a:avLst/>
              <a:gdLst/>
              <a:ahLst/>
              <a:cxnLst/>
              <a:rect l="l" t="t" r="r" b="b"/>
              <a:pathLst>
                <a:path w="7128" h="2624" extrusionOk="0">
                  <a:moveTo>
                    <a:pt x="7128" y="0"/>
                  </a:moveTo>
                  <a:lnTo>
                    <a:pt x="3091" y="496"/>
                  </a:lnTo>
                  <a:lnTo>
                    <a:pt x="1" y="1778"/>
                  </a:lnTo>
                  <a:lnTo>
                    <a:pt x="1269" y="2624"/>
                  </a:lnTo>
                  <a:lnTo>
                    <a:pt x="3265" y="1370"/>
                  </a:lnTo>
                  <a:lnTo>
                    <a:pt x="7128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" name="Google Shape;85;p2"/>
            <p:cNvSpPr/>
            <p:nvPr/>
          </p:nvSpPr>
          <p:spPr>
            <a:xfrm>
              <a:off x="5016050" y="2278325"/>
              <a:ext cx="157050" cy="129375"/>
            </a:xfrm>
            <a:custGeom>
              <a:avLst/>
              <a:gdLst/>
              <a:ahLst/>
              <a:cxnLst/>
              <a:rect l="l" t="t" r="r" b="b"/>
              <a:pathLst>
                <a:path w="6282" h="5175" extrusionOk="0">
                  <a:moveTo>
                    <a:pt x="1064" y="0"/>
                  </a:moveTo>
                  <a:lnTo>
                    <a:pt x="0" y="1020"/>
                  </a:lnTo>
                  <a:lnTo>
                    <a:pt x="3177" y="2114"/>
                  </a:lnTo>
                  <a:lnTo>
                    <a:pt x="6282" y="5174"/>
                  </a:lnTo>
                  <a:lnTo>
                    <a:pt x="6282" y="5174"/>
                  </a:lnTo>
                  <a:lnTo>
                    <a:pt x="3760" y="1982"/>
                  </a:lnTo>
                  <a:lnTo>
                    <a:pt x="1064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" name="Google Shape;86;p2"/>
            <p:cNvSpPr/>
            <p:nvPr/>
          </p:nvSpPr>
          <p:spPr>
            <a:xfrm>
              <a:off x="5076150" y="2246250"/>
              <a:ext cx="97325" cy="61600"/>
            </a:xfrm>
            <a:custGeom>
              <a:avLst/>
              <a:gdLst/>
              <a:ahLst/>
              <a:cxnLst/>
              <a:rect l="l" t="t" r="r" b="b"/>
              <a:pathLst>
                <a:path w="3893" h="2464" extrusionOk="0">
                  <a:moveTo>
                    <a:pt x="3892" y="1"/>
                  </a:moveTo>
                  <a:lnTo>
                    <a:pt x="1648" y="657"/>
                  </a:lnTo>
                  <a:lnTo>
                    <a:pt x="1" y="1677"/>
                  </a:lnTo>
                  <a:lnTo>
                    <a:pt x="321" y="2464"/>
                  </a:lnTo>
                  <a:lnTo>
                    <a:pt x="1589" y="992"/>
                  </a:lnTo>
                  <a:lnTo>
                    <a:pt x="3892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" name="Google Shape;87;p2"/>
            <p:cNvSpPr/>
            <p:nvPr/>
          </p:nvSpPr>
          <p:spPr>
            <a:xfrm>
              <a:off x="4987250" y="2128200"/>
              <a:ext cx="50300" cy="101675"/>
            </a:xfrm>
            <a:custGeom>
              <a:avLst/>
              <a:gdLst/>
              <a:ahLst/>
              <a:cxnLst/>
              <a:rect l="l" t="t" r="r" b="b"/>
              <a:pathLst>
                <a:path w="2012" h="4067" extrusionOk="0">
                  <a:moveTo>
                    <a:pt x="1" y="1"/>
                  </a:moveTo>
                  <a:lnTo>
                    <a:pt x="380" y="2318"/>
                  </a:lnTo>
                  <a:lnTo>
                    <a:pt x="1181" y="4067"/>
                  </a:lnTo>
                  <a:lnTo>
                    <a:pt x="2012" y="3848"/>
                  </a:lnTo>
                  <a:lnTo>
                    <a:pt x="700" y="2405"/>
                  </a:lnTo>
                  <a:lnTo>
                    <a:pt x="1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" name="Google Shape;88;p2"/>
            <p:cNvSpPr/>
            <p:nvPr/>
          </p:nvSpPr>
          <p:spPr>
            <a:xfrm>
              <a:off x="5042625" y="2107075"/>
              <a:ext cx="131575" cy="37900"/>
            </a:xfrm>
            <a:custGeom>
              <a:avLst/>
              <a:gdLst/>
              <a:ahLst/>
              <a:cxnLst/>
              <a:rect l="l" t="t" r="r" b="b"/>
              <a:pathLst>
                <a:path w="5263" h="1516" extrusionOk="0">
                  <a:moveTo>
                    <a:pt x="5262" y="0"/>
                  </a:moveTo>
                  <a:lnTo>
                    <a:pt x="2916" y="88"/>
                  </a:lnTo>
                  <a:lnTo>
                    <a:pt x="1" y="1020"/>
                  </a:lnTo>
                  <a:lnTo>
                    <a:pt x="1196" y="1516"/>
                  </a:lnTo>
                  <a:lnTo>
                    <a:pt x="2770" y="408"/>
                  </a:lnTo>
                  <a:lnTo>
                    <a:pt x="5262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" name="Google Shape;89;p2"/>
            <p:cNvSpPr/>
            <p:nvPr/>
          </p:nvSpPr>
          <p:spPr>
            <a:xfrm>
              <a:off x="4634550" y="2531550"/>
              <a:ext cx="376400" cy="63800"/>
            </a:xfrm>
            <a:custGeom>
              <a:avLst/>
              <a:gdLst/>
              <a:ahLst/>
              <a:cxnLst/>
              <a:rect l="l" t="t" r="r" b="b"/>
              <a:pathLst>
                <a:path w="15056" h="2552" extrusionOk="0">
                  <a:moveTo>
                    <a:pt x="1166" y="1"/>
                  </a:moveTo>
                  <a:lnTo>
                    <a:pt x="0" y="1181"/>
                  </a:lnTo>
                  <a:lnTo>
                    <a:pt x="4985" y="2551"/>
                  </a:lnTo>
                  <a:lnTo>
                    <a:pt x="15056" y="511"/>
                  </a:lnTo>
                  <a:lnTo>
                    <a:pt x="5306" y="1662"/>
                  </a:lnTo>
                  <a:lnTo>
                    <a:pt x="1166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" name="Google Shape;90;p2"/>
            <p:cNvSpPr/>
            <p:nvPr/>
          </p:nvSpPr>
          <p:spPr>
            <a:xfrm>
              <a:off x="4755875" y="2481625"/>
              <a:ext cx="200800" cy="31000"/>
            </a:xfrm>
            <a:custGeom>
              <a:avLst/>
              <a:gdLst/>
              <a:ahLst/>
              <a:cxnLst/>
              <a:rect l="l" t="t" r="r" b="b"/>
              <a:pathLst>
                <a:path w="8032" h="1240" extrusionOk="0">
                  <a:moveTo>
                    <a:pt x="1006" y="1"/>
                  </a:moveTo>
                  <a:lnTo>
                    <a:pt x="1" y="730"/>
                  </a:lnTo>
                  <a:lnTo>
                    <a:pt x="2959" y="1240"/>
                  </a:lnTo>
                  <a:lnTo>
                    <a:pt x="8031" y="307"/>
                  </a:lnTo>
                  <a:lnTo>
                    <a:pt x="3105" y="365"/>
                  </a:lnTo>
                  <a:lnTo>
                    <a:pt x="1006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" name="Google Shape;91;p2"/>
            <p:cNvSpPr/>
            <p:nvPr/>
          </p:nvSpPr>
          <p:spPr>
            <a:xfrm>
              <a:off x="4936600" y="2281600"/>
              <a:ext cx="176025" cy="99500"/>
            </a:xfrm>
            <a:custGeom>
              <a:avLst/>
              <a:gdLst/>
              <a:ahLst/>
              <a:cxnLst/>
              <a:rect l="l" t="t" r="r" b="b"/>
              <a:pathLst>
                <a:path w="7041" h="3980" extrusionOk="0">
                  <a:moveTo>
                    <a:pt x="1240" y="0"/>
                  </a:moveTo>
                  <a:lnTo>
                    <a:pt x="1" y="102"/>
                  </a:lnTo>
                  <a:lnTo>
                    <a:pt x="2245" y="2085"/>
                  </a:lnTo>
                  <a:lnTo>
                    <a:pt x="7040" y="3979"/>
                  </a:lnTo>
                  <a:lnTo>
                    <a:pt x="2843" y="1429"/>
                  </a:lnTo>
                  <a:lnTo>
                    <a:pt x="1240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" name="Google Shape;92;p2"/>
            <p:cNvSpPr/>
            <p:nvPr/>
          </p:nvSpPr>
          <p:spPr>
            <a:xfrm>
              <a:off x="5241575" y="2046575"/>
              <a:ext cx="176025" cy="99500"/>
            </a:xfrm>
            <a:custGeom>
              <a:avLst/>
              <a:gdLst/>
              <a:ahLst/>
              <a:cxnLst/>
              <a:rect l="l" t="t" r="r" b="b"/>
              <a:pathLst>
                <a:path w="7041" h="3980" extrusionOk="0">
                  <a:moveTo>
                    <a:pt x="1240" y="1"/>
                  </a:moveTo>
                  <a:lnTo>
                    <a:pt x="1" y="103"/>
                  </a:lnTo>
                  <a:lnTo>
                    <a:pt x="2231" y="2100"/>
                  </a:lnTo>
                  <a:lnTo>
                    <a:pt x="7040" y="3980"/>
                  </a:lnTo>
                  <a:lnTo>
                    <a:pt x="2828" y="1429"/>
                  </a:lnTo>
                  <a:lnTo>
                    <a:pt x="1240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" name="Google Shape;93;p2"/>
            <p:cNvSpPr/>
            <p:nvPr/>
          </p:nvSpPr>
          <p:spPr>
            <a:xfrm>
              <a:off x="5348700" y="1903750"/>
              <a:ext cx="157075" cy="144675"/>
            </a:xfrm>
            <a:custGeom>
              <a:avLst/>
              <a:gdLst/>
              <a:ahLst/>
              <a:cxnLst/>
              <a:rect l="l" t="t" r="r" b="b"/>
              <a:pathLst>
                <a:path w="6283" h="5787" extrusionOk="0">
                  <a:moveTo>
                    <a:pt x="6282" y="1"/>
                  </a:moveTo>
                  <a:lnTo>
                    <a:pt x="2712" y="3396"/>
                  </a:lnTo>
                  <a:lnTo>
                    <a:pt x="1" y="5175"/>
                  </a:lnTo>
                  <a:lnTo>
                    <a:pt x="700" y="5787"/>
                  </a:lnTo>
                  <a:lnTo>
                    <a:pt x="3207" y="4154"/>
                  </a:lnTo>
                  <a:lnTo>
                    <a:pt x="6282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" name="Google Shape;94;p2"/>
            <p:cNvSpPr/>
            <p:nvPr/>
          </p:nvSpPr>
          <p:spPr>
            <a:xfrm>
              <a:off x="4266900" y="2396725"/>
              <a:ext cx="200800" cy="31375"/>
            </a:xfrm>
            <a:custGeom>
              <a:avLst/>
              <a:gdLst/>
              <a:ahLst/>
              <a:cxnLst/>
              <a:rect l="l" t="t" r="r" b="b"/>
              <a:pathLst>
                <a:path w="8032" h="1255" extrusionOk="0">
                  <a:moveTo>
                    <a:pt x="1006" y="1"/>
                  </a:moveTo>
                  <a:lnTo>
                    <a:pt x="1" y="744"/>
                  </a:lnTo>
                  <a:lnTo>
                    <a:pt x="2959" y="1254"/>
                  </a:lnTo>
                  <a:lnTo>
                    <a:pt x="8031" y="322"/>
                  </a:lnTo>
                  <a:lnTo>
                    <a:pt x="3105" y="365"/>
                  </a:lnTo>
                  <a:lnTo>
                    <a:pt x="1006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" name="Google Shape;95;p2"/>
            <p:cNvSpPr/>
            <p:nvPr/>
          </p:nvSpPr>
          <p:spPr>
            <a:xfrm>
              <a:off x="4399175" y="1463600"/>
              <a:ext cx="264900" cy="345800"/>
            </a:xfrm>
            <a:custGeom>
              <a:avLst/>
              <a:gdLst/>
              <a:ahLst/>
              <a:cxnLst/>
              <a:rect l="l" t="t" r="r" b="b"/>
              <a:pathLst>
                <a:path w="10596" h="13832" extrusionOk="0">
                  <a:moveTo>
                    <a:pt x="0" y="1"/>
                  </a:moveTo>
                  <a:lnTo>
                    <a:pt x="4431" y="11019"/>
                  </a:lnTo>
                  <a:lnTo>
                    <a:pt x="10596" y="13832"/>
                  </a:lnTo>
                  <a:lnTo>
                    <a:pt x="10596" y="13832"/>
                  </a:lnTo>
                  <a:lnTo>
                    <a:pt x="9517" y="11019"/>
                  </a:lnTo>
                  <a:lnTo>
                    <a:pt x="5305" y="9547"/>
                  </a:lnTo>
                  <a:lnTo>
                    <a:pt x="0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" name="Google Shape;96;p2"/>
            <p:cNvSpPr/>
            <p:nvPr/>
          </p:nvSpPr>
          <p:spPr>
            <a:xfrm>
              <a:off x="4037725" y="1677850"/>
              <a:ext cx="164700" cy="722200"/>
            </a:xfrm>
            <a:custGeom>
              <a:avLst/>
              <a:gdLst/>
              <a:ahLst/>
              <a:cxnLst/>
              <a:rect l="l" t="t" r="r" b="b"/>
              <a:pathLst>
                <a:path w="6588" h="28888" extrusionOk="0">
                  <a:moveTo>
                    <a:pt x="3775" y="0"/>
                  </a:moveTo>
                  <a:lnTo>
                    <a:pt x="0" y="17708"/>
                  </a:lnTo>
                  <a:lnTo>
                    <a:pt x="2215" y="28887"/>
                  </a:lnTo>
                  <a:lnTo>
                    <a:pt x="6588" y="25200"/>
                  </a:lnTo>
                  <a:lnTo>
                    <a:pt x="2478" y="17169"/>
                  </a:lnTo>
                  <a:lnTo>
                    <a:pt x="3775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" name="Google Shape;97;p2"/>
            <p:cNvSpPr/>
            <p:nvPr/>
          </p:nvSpPr>
          <p:spPr>
            <a:xfrm>
              <a:off x="4102950" y="1813750"/>
              <a:ext cx="123900" cy="426325"/>
            </a:xfrm>
            <a:custGeom>
              <a:avLst/>
              <a:gdLst/>
              <a:ahLst/>
              <a:cxnLst/>
              <a:rect l="l" t="t" r="r" b="b"/>
              <a:pathLst>
                <a:path w="4956" h="17053" extrusionOk="0">
                  <a:moveTo>
                    <a:pt x="4955" y="1"/>
                  </a:moveTo>
                  <a:lnTo>
                    <a:pt x="3250" y="10159"/>
                  </a:lnTo>
                  <a:lnTo>
                    <a:pt x="0" y="14604"/>
                  </a:lnTo>
                  <a:lnTo>
                    <a:pt x="1297" y="17053"/>
                  </a:lnTo>
                  <a:lnTo>
                    <a:pt x="4955" y="10596"/>
                  </a:lnTo>
                  <a:lnTo>
                    <a:pt x="4955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" name="Google Shape;98;p2"/>
            <p:cNvSpPr/>
            <p:nvPr/>
          </p:nvSpPr>
          <p:spPr>
            <a:xfrm>
              <a:off x="4095650" y="1643225"/>
              <a:ext cx="197150" cy="239775"/>
            </a:xfrm>
            <a:custGeom>
              <a:avLst/>
              <a:gdLst/>
              <a:ahLst/>
              <a:cxnLst/>
              <a:rect l="l" t="t" r="r" b="b"/>
              <a:pathLst>
                <a:path w="7886" h="9591" extrusionOk="0">
                  <a:moveTo>
                    <a:pt x="7885" y="1"/>
                  </a:moveTo>
                  <a:lnTo>
                    <a:pt x="4402" y="5248"/>
                  </a:lnTo>
                  <a:lnTo>
                    <a:pt x="292" y="7346"/>
                  </a:lnTo>
                  <a:lnTo>
                    <a:pt x="1" y="9591"/>
                  </a:lnTo>
                  <a:lnTo>
                    <a:pt x="4927" y="6151"/>
                  </a:lnTo>
                  <a:lnTo>
                    <a:pt x="7885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" name="Google Shape;99;p2"/>
            <p:cNvSpPr/>
            <p:nvPr/>
          </p:nvSpPr>
          <p:spPr>
            <a:xfrm>
              <a:off x="4378025" y="1636675"/>
              <a:ext cx="113725" cy="32075"/>
            </a:xfrm>
            <a:custGeom>
              <a:avLst/>
              <a:gdLst/>
              <a:ahLst/>
              <a:cxnLst/>
              <a:rect l="l" t="t" r="r" b="b"/>
              <a:pathLst>
                <a:path w="4549" h="1283" extrusionOk="0">
                  <a:moveTo>
                    <a:pt x="1" y="0"/>
                  </a:moveTo>
                  <a:lnTo>
                    <a:pt x="4548" y="1283"/>
                  </a:lnTo>
                  <a:lnTo>
                    <a:pt x="4227" y="642"/>
                  </a:lnTo>
                  <a:lnTo>
                    <a:pt x="1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4"/>
          <p:cNvSpPr/>
          <p:nvPr/>
        </p:nvSpPr>
        <p:spPr>
          <a:xfrm flipH="1">
            <a:off x="-2358081" y="3982898"/>
            <a:ext cx="7912540" cy="2090659"/>
          </a:xfrm>
          <a:custGeom>
            <a:avLst/>
            <a:gdLst/>
            <a:ahLst/>
            <a:cxnLst/>
            <a:rect l="l" t="t" r="r" b="b"/>
            <a:pathLst>
              <a:path w="54392" h="14372" extrusionOk="0">
                <a:moveTo>
                  <a:pt x="12200" y="1"/>
                </a:moveTo>
                <a:cubicBezTo>
                  <a:pt x="3595" y="1"/>
                  <a:pt x="0" y="4056"/>
                  <a:pt x="6836" y="4396"/>
                </a:cubicBezTo>
                <a:cubicBezTo>
                  <a:pt x="15398" y="4834"/>
                  <a:pt x="7700" y="8084"/>
                  <a:pt x="3458" y="10998"/>
                </a:cubicBezTo>
                <a:cubicBezTo>
                  <a:pt x="863" y="12783"/>
                  <a:pt x="6717" y="14371"/>
                  <a:pt x="13998" y="14371"/>
                </a:cubicBezTo>
                <a:cubicBezTo>
                  <a:pt x="18658" y="14371"/>
                  <a:pt x="23903" y="13721"/>
                  <a:pt x="27893" y="12055"/>
                </a:cubicBezTo>
                <a:cubicBezTo>
                  <a:pt x="34211" y="9412"/>
                  <a:pt x="22065" y="7375"/>
                  <a:pt x="29982" y="6807"/>
                </a:cubicBezTo>
                <a:cubicBezTo>
                  <a:pt x="30738" y="6753"/>
                  <a:pt x="31390" y="6729"/>
                  <a:pt x="31959" y="6729"/>
                </a:cubicBezTo>
                <a:cubicBezTo>
                  <a:pt x="37193" y="6729"/>
                  <a:pt x="35366" y="8798"/>
                  <a:pt x="42522" y="8798"/>
                </a:cubicBezTo>
                <a:cubicBezTo>
                  <a:pt x="42731" y="8798"/>
                  <a:pt x="42948" y="8797"/>
                  <a:pt x="43173" y="8793"/>
                </a:cubicBezTo>
                <a:cubicBezTo>
                  <a:pt x="51928" y="8651"/>
                  <a:pt x="54391" y="4396"/>
                  <a:pt x="49801" y="4396"/>
                </a:cubicBezTo>
                <a:cubicBezTo>
                  <a:pt x="49767" y="4396"/>
                  <a:pt x="49733" y="4396"/>
                  <a:pt x="49700" y="4396"/>
                </a:cubicBezTo>
                <a:cubicBezTo>
                  <a:pt x="45161" y="4396"/>
                  <a:pt x="41836" y="3535"/>
                  <a:pt x="44063" y="2165"/>
                </a:cubicBezTo>
                <a:cubicBezTo>
                  <a:pt x="44941" y="1625"/>
                  <a:pt x="43791" y="1439"/>
                  <a:pt x="41529" y="1439"/>
                </a:cubicBezTo>
                <a:cubicBezTo>
                  <a:pt x="38008" y="1439"/>
                  <a:pt x="31791" y="1890"/>
                  <a:pt x="26320" y="2165"/>
                </a:cubicBezTo>
                <a:cubicBezTo>
                  <a:pt x="25019" y="2232"/>
                  <a:pt x="23988" y="2262"/>
                  <a:pt x="23170" y="2262"/>
                </a:cubicBezTo>
                <a:cubicBezTo>
                  <a:pt x="18333" y="2262"/>
                  <a:pt x="20990" y="1232"/>
                  <a:pt x="19589" y="901"/>
                </a:cubicBezTo>
                <a:cubicBezTo>
                  <a:pt x="16865" y="259"/>
                  <a:pt x="14373" y="1"/>
                  <a:pt x="12200" y="1"/>
                </a:cubicBezTo>
                <a:close/>
              </a:path>
            </a:pathLst>
          </a:custGeom>
          <a:solidFill>
            <a:srgbClr val="FFFFFF">
              <a:alpha val="930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3" name="Google Shape;113;p4"/>
          <p:cNvSpPr/>
          <p:nvPr/>
        </p:nvSpPr>
        <p:spPr>
          <a:xfrm>
            <a:off x="-1142125" y="539500"/>
            <a:ext cx="5149563" cy="1360633"/>
          </a:xfrm>
          <a:custGeom>
            <a:avLst/>
            <a:gdLst/>
            <a:ahLst/>
            <a:cxnLst/>
            <a:rect l="l" t="t" r="r" b="b"/>
            <a:pathLst>
              <a:path w="54392" h="14372" extrusionOk="0">
                <a:moveTo>
                  <a:pt x="12200" y="1"/>
                </a:moveTo>
                <a:cubicBezTo>
                  <a:pt x="3595" y="1"/>
                  <a:pt x="0" y="4056"/>
                  <a:pt x="6836" y="4396"/>
                </a:cubicBezTo>
                <a:cubicBezTo>
                  <a:pt x="15398" y="4834"/>
                  <a:pt x="7700" y="8084"/>
                  <a:pt x="3458" y="10998"/>
                </a:cubicBezTo>
                <a:cubicBezTo>
                  <a:pt x="863" y="12783"/>
                  <a:pt x="6717" y="14371"/>
                  <a:pt x="13998" y="14371"/>
                </a:cubicBezTo>
                <a:cubicBezTo>
                  <a:pt x="18658" y="14371"/>
                  <a:pt x="23903" y="13721"/>
                  <a:pt x="27893" y="12055"/>
                </a:cubicBezTo>
                <a:cubicBezTo>
                  <a:pt x="34211" y="9412"/>
                  <a:pt x="22065" y="7375"/>
                  <a:pt x="29982" y="6807"/>
                </a:cubicBezTo>
                <a:cubicBezTo>
                  <a:pt x="30738" y="6753"/>
                  <a:pt x="31390" y="6729"/>
                  <a:pt x="31959" y="6729"/>
                </a:cubicBezTo>
                <a:cubicBezTo>
                  <a:pt x="37193" y="6729"/>
                  <a:pt x="35366" y="8798"/>
                  <a:pt x="42522" y="8798"/>
                </a:cubicBezTo>
                <a:cubicBezTo>
                  <a:pt x="42731" y="8798"/>
                  <a:pt x="42948" y="8797"/>
                  <a:pt x="43173" y="8793"/>
                </a:cubicBezTo>
                <a:cubicBezTo>
                  <a:pt x="51928" y="8651"/>
                  <a:pt x="54391" y="4396"/>
                  <a:pt x="49801" y="4396"/>
                </a:cubicBezTo>
                <a:cubicBezTo>
                  <a:pt x="49767" y="4396"/>
                  <a:pt x="49733" y="4396"/>
                  <a:pt x="49700" y="4396"/>
                </a:cubicBezTo>
                <a:cubicBezTo>
                  <a:pt x="45161" y="4396"/>
                  <a:pt x="41836" y="3535"/>
                  <a:pt x="44063" y="2165"/>
                </a:cubicBezTo>
                <a:cubicBezTo>
                  <a:pt x="44941" y="1625"/>
                  <a:pt x="43791" y="1439"/>
                  <a:pt x="41529" y="1439"/>
                </a:cubicBezTo>
                <a:cubicBezTo>
                  <a:pt x="38008" y="1439"/>
                  <a:pt x="31791" y="1890"/>
                  <a:pt x="26320" y="2165"/>
                </a:cubicBezTo>
                <a:cubicBezTo>
                  <a:pt x="25019" y="2232"/>
                  <a:pt x="23988" y="2262"/>
                  <a:pt x="23170" y="2262"/>
                </a:cubicBezTo>
                <a:cubicBezTo>
                  <a:pt x="18333" y="2262"/>
                  <a:pt x="20990" y="1232"/>
                  <a:pt x="19589" y="901"/>
                </a:cubicBezTo>
                <a:cubicBezTo>
                  <a:pt x="16865" y="259"/>
                  <a:pt x="14373" y="1"/>
                  <a:pt x="12200" y="1"/>
                </a:cubicBezTo>
                <a:close/>
              </a:path>
            </a:pathLst>
          </a:custGeom>
          <a:solidFill>
            <a:srgbClr val="FFFFFF">
              <a:alpha val="930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4" name="Google Shape;114;p4"/>
          <p:cNvSpPr/>
          <p:nvPr/>
        </p:nvSpPr>
        <p:spPr>
          <a:xfrm>
            <a:off x="4755850" y="-549125"/>
            <a:ext cx="6142522" cy="1800198"/>
          </a:xfrm>
          <a:custGeom>
            <a:avLst/>
            <a:gdLst/>
            <a:ahLst/>
            <a:cxnLst/>
            <a:rect l="l" t="t" r="r" b="b"/>
            <a:pathLst>
              <a:path w="52625" h="12709" extrusionOk="0">
                <a:moveTo>
                  <a:pt x="30491" y="1"/>
                </a:moveTo>
                <a:cubicBezTo>
                  <a:pt x="26558" y="1"/>
                  <a:pt x="21926" y="118"/>
                  <a:pt x="16498" y="393"/>
                </a:cubicBezTo>
                <a:cubicBezTo>
                  <a:pt x="0" y="1243"/>
                  <a:pt x="3330" y="12708"/>
                  <a:pt x="12898" y="12708"/>
                </a:cubicBezTo>
                <a:cubicBezTo>
                  <a:pt x="14069" y="12708"/>
                  <a:pt x="15333" y="12537"/>
                  <a:pt x="16666" y="12153"/>
                </a:cubicBezTo>
                <a:cubicBezTo>
                  <a:pt x="23035" y="10319"/>
                  <a:pt x="28416" y="9855"/>
                  <a:pt x="32894" y="9855"/>
                </a:cubicBezTo>
                <a:cubicBezTo>
                  <a:pt x="37488" y="9855"/>
                  <a:pt x="41132" y="10344"/>
                  <a:pt x="43921" y="10344"/>
                </a:cubicBezTo>
                <a:cubicBezTo>
                  <a:pt x="46119" y="10344"/>
                  <a:pt x="47786" y="10040"/>
                  <a:pt x="48966" y="8955"/>
                </a:cubicBezTo>
                <a:cubicBezTo>
                  <a:pt x="50540" y="7524"/>
                  <a:pt x="42390" y="4378"/>
                  <a:pt x="47935" y="3978"/>
                </a:cubicBezTo>
                <a:cubicBezTo>
                  <a:pt x="52625" y="3639"/>
                  <a:pt x="52393" y="1"/>
                  <a:pt x="30491" y="1"/>
                </a:cubicBezTo>
                <a:close/>
              </a:path>
            </a:pathLst>
          </a:custGeom>
          <a:solidFill>
            <a:srgbClr val="FFFFFF">
              <a:alpha val="930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5" name="Google Shape;115;p4"/>
          <p:cNvSpPr/>
          <p:nvPr/>
        </p:nvSpPr>
        <p:spPr>
          <a:xfrm>
            <a:off x="6510080" y="2430925"/>
            <a:ext cx="4755245" cy="929056"/>
          </a:xfrm>
          <a:custGeom>
            <a:avLst/>
            <a:gdLst/>
            <a:ahLst/>
            <a:cxnLst/>
            <a:rect l="l" t="t" r="r" b="b"/>
            <a:pathLst>
              <a:path w="61881" h="12090" extrusionOk="0">
                <a:moveTo>
                  <a:pt x="31820" y="0"/>
                </a:moveTo>
                <a:cubicBezTo>
                  <a:pt x="22046" y="0"/>
                  <a:pt x="7533" y="425"/>
                  <a:pt x="4448" y="2857"/>
                </a:cubicBezTo>
                <a:cubicBezTo>
                  <a:pt x="2668" y="4275"/>
                  <a:pt x="11798" y="7525"/>
                  <a:pt x="5544" y="7847"/>
                </a:cubicBezTo>
                <a:cubicBezTo>
                  <a:pt x="1" y="8132"/>
                  <a:pt x="471" y="12089"/>
                  <a:pt x="28521" y="12089"/>
                </a:cubicBezTo>
                <a:cubicBezTo>
                  <a:pt x="32183" y="12089"/>
                  <a:pt x="36315" y="12022"/>
                  <a:pt x="40965" y="11870"/>
                </a:cubicBezTo>
                <a:cubicBezTo>
                  <a:pt x="61880" y="11200"/>
                  <a:pt x="40965" y="123"/>
                  <a:pt x="40965" y="123"/>
                </a:cubicBezTo>
                <a:cubicBezTo>
                  <a:pt x="40965" y="123"/>
                  <a:pt x="37078" y="0"/>
                  <a:pt x="31820" y="0"/>
                </a:cubicBezTo>
                <a:close/>
              </a:path>
            </a:pathLst>
          </a:custGeom>
          <a:solidFill>
            <a:srgbClr val="FFFFFF">
              <a:alpha val="930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6" name="Google Shape;116;p4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  <p:sp>
        <p:nvSpPr>
          <p:cNvPr id="117" name="Google Shape;117;p4"/>
          <p:cNvSpPr txBox="1">
            <a:spLocks noGrp="1"/>
          </p:cNvSpPr>
          <p:nvPr>
            <p:ph type="body" idx="1"/>
          </p:nvPr>
        </p:nvSpPr>
        <p:spPr>
          <a:xfrm>
            <a:off x="720000" y="1142500"/>
            <a:ext cx="7704000" cy="3426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Overpass SemiBold"/>
              <a:buChar char="●"/>
              <a:defRPr sz="1200"/>
            </a:lvl1pPr>
            <a:lvl2pPr marL="914400" lvl="1" indent="-3175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Darker Grotesque SemiBold"/>
              <a:buChar char="○"/>
              <a:defRPr/>
            </a:lvl2pPr>
            <a:lvl3pPr marL="1371600" lvl="2" indent="-3175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Darker Grotesque SemiBold"/>
              <a:buChar char="■"/>
              <a:defRPr/>
            </a:lvl3pPr>
            <a:lvl4pPr marL="1828800" lvl="3" indent="-3175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Darker Grotesque SemiBold"/>
              <a:buChar char="●"/>
              <a:defRPr/>
            </a:lvl4pPr>
            <a:lvl5pPr marL="2286000" lvl="4" indent="-3175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Darker Grotesque SemiBold"/>
              <a:buChar char="○"/>
              <a:defRPr/>
            </a:lvl5pPr>
            <a:lvl6pPr marL="2743200" lvl="5" indent="-3175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Darker Grotesque SemiBold"/>
              <a:buChar char="■"/>
              <a:defRPr/>
            </a:lvl6pPr>
            <a:lvl7pPr marL="3200400" lvl="6" indent="-3175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Darker Grotesque SemiBold"/>
              <a:buChar char="●"/>
              <a:defRPr/>
            </a:lvl7pPr>
            <a:lvl8pPr marL="3657600" lvl="7" indent="-3175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Darker Grotesque SemiBold"/>
              <a:buChar char="○"/>
              <a:defRPr/>
            </a:lvl8pPr>
            <a:lvl9pPr marL="4114800" lvl="8" indent="-3175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Darker Grotesque SemiBold"/>
              <a:buChar char="■"/>
              <a:defRPr/>
            </a:lvl9pPr>
          </a:lstStyle>
          <a:p>
            <a:endParaRPr/>
          </a:p>
        </p:txBody>
      </p:sp>
      <p:sp>
        <p:nvSpPr>
          <p:cNvPr id="118" name="Google Shape;118;p4"/>
          <p:cNvSpPr/>
          <p:nvPr/>
        </p:nvSpPr>
        <p:spPr>
          <a:xfrm>
            <a:off x="-59625" y="4027600"/>
            <a:ext cx="9263374" cy="1115912"/>
          </a:xfrm>
          <a:custGeom>
            <a:avLst/>
            <a:gdLst/>
            <a:ahLst/>
            <a:cxnLst/>
            <a:rect l="l" t="t" r="r" b="b"/>
            <a:pathLst>
              <a:path w="142497" h="15873" extrusionOk="0">
                <a:moveTo>
                  <a:pt x="100886" y="1458"/>
                </a:moveTo>
                <a:lnTo>
                  <a:pt x="100886" y="1458"/>
                </a:lnTo>
                <a:cubicBezTo>
                  <a:pt x="100886" y="1459"/>
                  <a:pt x="100885" y="1459"/>
                  <a:pt x="100885" y="1460"/>
                </a:cubicBezTo>
                <a:lnTo>
                  <a:pt x="100885" y="1460"/>
                </a:lnTo>
                <a:cubicBezTo>
                  <a:pt x="100886" y="1459"/>
                  <a:pt x="100886" y="1459"/>
                  <a:pt x="100886" y="1458"/>
                </a:cubicBezTo>
                <a:close/>
                <a:moveTo>
                  <a:pt x="84883" y="2216"/>
                </a:moveTo>
                <a:cubicBezTo>
                  <a:pt x="85043" y="2479"/>
                  <a:pt x="85175" y="2726"/>
                  <a:pt x="85306" y="2989"/>
                </a:cubicBezTo>
                <a:cubicBezTo>
                  <a:pt x="85102" y="2785"/>
                  <a:pt x="84898" y="2595"/>
                  <a:pt x="84708" y="2449"/>
                </a:cubicBezTo>
                <a:cubicBezTo>
                  <a:pt x="84767" y="2377"/>
                  <a:pt x="84825" y="2304"/>
                  <a:pt x="84883" y="2216"/>
                </a:cubicBezTo>
                <a:close/>
                <a:moveTo>
                  <a:pt x="93876" y="3207"/>
                </a:moveTo>
                <a:cubicBezTo>
                  <a:pt x="93876" y="3208"/>
                  <a:pt x="93875" y="3222"/>
                  <a:pt x="93861" y="3266"/>
                </a:cubicBezTo>
                <a:cubicBezTo>
                  <a:pt x="93876" y="3251"/>
                  <a:pt x="93876" y="3222"/>
                  <a:pt x="93876" y="3207"/>
                </a:cubicBezTo>
                <a:close/>
                <a:moveTo>
                  <a:pt x="89722" y="3336"/>
                </a:moveTo>
                <a:cubicBezTo>
                  <a:pt x="89721" y="3337"/>
                  <a:pt x="89720" y="3338"/>
                  <a:pt x="89719" y="3339"/>
                </a:cubicBezTo>
                <a:lnTo>
                  <a:pt x="89719" y="3339"/>
                </a:lnTo>
                <a:cubicBezTo>
                  <a:pt x="89720" y="3339"/>
                  <a:pt x="89721" y="3338"/>
                  <a:pt x="89722" y="3338"/>
                </a:cubicBezTo>
                <a:cubicBezTo>
                  <a:pt x="89722" y="3338"/>
                  <a:pt x="89722" y="3337"/>
                  <a:pt x="89722" y="3336"/>
                </a:cubicBezTo>
                <a:close/>
                <a:moveTo>
                  <a:pt x="58838" y="2304"/>
                </a:moveTo>
                <a:cubicBezTo>
                  <a:pt x="58984" y="2464"/>
                  <a:pt x="59130" y="2610"/>
                  <a:pt x="59246" y="2741"/>
                </a:cubicBezTo>
                <a:cubicBezTo>
                  <a:pt x="58999" y="2945"/>
                  <a:pt x="58722" y="3222"/>
                  <a:pt x="58459" y="3543"/>
                </a:cubicBezTo>
                <a:cubicBezTo>
                  <a:pt x="58459" y="3368"/>
                  <a:pt x="58459" y="3193"/>
                  <a:pt x="58474" y="3018"/>
                </a:cubicBezTo>
                <a:cubicBezTo>
                  <a:pt x="58561" y="2799"/>
                  <a:pt x="58678" y="2566"/>
                  <a:pt x="58838" y="2304"/>
                </a:cubicBezTo>
                <a:close/>
                <a:moveTo>
                  <a:pt x="74112" y="3426"/>
                </a:moveTo>
                <a:cubicBezTo>
                  <a:pt x="74142" y="3484"/>
                  <a:pt x="74171" y="3543"/>
                  <a:pt x="74200" y="3586"/>
                </a:cubicBezTo>
                <a:cubicBezTo>
                  <a:pt x="74189" y="3581"/>
                  <a:pt x="74181" y="3576"/>
                  <a:pt x="74174" y="3571"/>
                </a:cubicBezTo>
                <a:lnTo>
                  <a:pt x="74174" y="3571"/>
                </a:lnTo>
                <a:cubicBezTo>
                  <a:pt x="74177" y="3576"/>
                  <a:pt x="74180" y="3581"/>
                  <a:pt x="74185" y="3586"/>
                </a:cubicBezTo>
                <a:cubicBezTo>
                  <a:pt x="74178" y="3579"/>
                  <a:pt x="74171" y="3571"/>
                  <a:pt x="74164" y="3564"/>
                </a:cubicBezTo>
                <a:lnTo>
                  <a:pt x="74164" y="3564"/>
                </a:lnTo>
                <a:cubicBezTo>
                  <a:pt x="74167" y="3566"/>
                  <a:pt x="74170" y="3568"/>
                  <a:pt x="74174" y="3571"/>
                </a:cubicBezTo>
                <a:lnTo>
                  <a:pt x="74174" y="3571"/>
                </a:lnTo>
                <a:cubicBezTo>
                  <a:pt x="74169" y="3564"/>
                  <a:pt x="74166" y="3558"/>
                  <a:pt x="74158" y="3557"/>
                </a:cubicBezTo>
                <a:lnTo>
                  <a:pt x="74158" y="3557"/>
                </a:lnTo>
                <a:cubicBezTo>
                  <a:pt x="74160" y="3559"/>
                  <a:pt x="74162" y="3562"/>
                  <a:pt x="74164" y="3564"/>
                </a:cubicBezTo>
                <a:lnTo>
                  <a:pt x="74164" y="3564"/>
                </a:lnTo>
                <a:cubicBezTo>
                  <a:pt x="74159" y="3560"/>
                  <a:pt x="74156" y="3557"/>
                  <a:pt x="74156" y="3557"/>
                </a:cubicBezTo>
                <a:cubicBezTo>
                  <a:pt x="74157" y="3557"/>
                  <a:pt x="74157" y="3557"/>
                  <a:pt x="74158" y="3557"/>
                </a:cubicBezTo>
                <a:lnTo>
                  <a:pt x="74158" y="3557"/>
                </a:lnTo>
                <a:cubicBezTo>
                  <a:pt x="74128" y="3524"/>
                  <a:pt x="74103" y="3492"/>
                  <a:pt x="74069" y="3470"/>
                </a:cubicBezTo>
                <a:cubicBezTo>
                  <a:pt x="74083" y="3455"/>
                  <a:pt x="74098" y="3441"/>
                  <a:pt x="74112" y="3426"/>
                </a:cubicBezTo>
                <a:close/>
                <a:moveTo>
                  <a:pt x="83542" y="2508"/>
                </a:moveTo>
                <a:lnTo>
                  <a:pt x="83542" y="2508"/>
                </a:lnTo>
                <a:cubicBezTo>
                  <a:pt x="83440" y="2828"/>
                  <a:pt x="83294" y="3338"/>
                  <a:pt x="83192" y="3936"/>
                </a:cubicBezTo>
                <a:cubicBezTo>
                  <a:pt x="83178" y="3936"/>
                  <a:pt x="83178" y="3936"/>
                  <a:pt x="83178" y="3951"/>
                </a:cubicBezTo>
                <a:cubicBezTo>
                  <a:pt x="83003" y="3819"/>
                  <a:pt x="82857" y="3732"/>
                  <a:pt x="82770" y="3674"/>
                </a:cubicBezTo>
                <a:cubicBezTo>
                  <a:pt x="82916" y="3499"/>
                  <a:pt x="83076" y="3295"/>
                  <a:pt x="83265" y="3076"/>
                </a:cubicBezTo>
                <a:lnTo>
                  <a:pt x="83265" y="3076"/>
                </a:lnTo>
                <a:cubicBezTo>
                  <a:pt x="83265" y="3076"/>
                  <a:pt x="83105" y="3178"/>
                  <a:pt x="82857" y="3368"/>
                </a:cubicBezTo>
                <a:cubicBezTo>
                  <a:pt x="83076" y="3076"/>
                  <a:pt x="83309" y="2785"/>
                  <a:pt x="83542" y="2508"/>
                </a:cubicBezTo>
                <a:close/>
                <a:moveTo>
                  <a:pt x="88818" y="3615"/>
                </a:moveTo>
                <a:cubicBezTo>
                  <a:pt x="88862" y="3674"/>
                  <a:pt x="88891" y="3717"/>
                  <a:pt x="88935" y="3761"/>
                </a:cubicBezTo>
                <a:cubicBezTo>
                  <a:pt x="88745" y="3878"/>
                  <a:pt x="88556" y="4023"/>
                  <a:pt x="88352" y="4184"/>
                </a:cubicBezTo>
                <a:cubicBezTo>
                  <a:pt x="88483" y="4009"/>
                  <a:pt x="88629" y="3819"/>
                  <a:pt x="88818" y="3615"/>
                </a:cubicBezTo>
                <a:close/>
                <a:moveTo>
                  <a:pt x="33404" y="4190"/>
                </a:moveTo>
                <a:lnTo>
                  <a:pt x="33404" y="4190"/>
                </a:lnTo>
                <a:cubicBezTo>
                  <a:pt x="33402" y="4196"/>
                  <a:pt x="33400" y="4201"/>
                  <a:pt x="33398" y="4206"/>
                </a:cubicBezTo>
                <a:lnTo>
                  <a:pt x="33398" y="4206"/>
                </a:lnTo>
                <a:cubicBezTo>
                  <a:pt x="33401" y="4203"/>
                  <a:pt x="33403" y="4201"/>
                  <a:pt x="33406" y="4198"/>
                </a:cubicBezTo>
                <a:cubicBezTo>
                  <a:pt x="33405" y="4196"/>
                  <a:pt x="33404" y="4193"/>
                  <a:pt x="33404" y="4190"/>
                </a:cubicBezTo>
                <a:close/>
                <a:moveTo>
                  <a:pt x="78354" y="2056"/>
                </a:moveTo>
                <a:cubicBezTo>
                  <a:pt x="78937" y="2697"/>
                  <a:pt x="79301" y="3134"/>
                  <a:pt x="79549" y="3543"/>
                </a:cubicBezTo>
                <a:cubicBezTo>
                  <a:pt x="79447" y="3601"/>
                  <a:pt x="79272" y="3688"/>
                  <a:pt x="79068" y="3819"/>
                </a:cubicBezTo>
                <a:cubicBezTo>
                  <a:pt x="78645" y="3426"/>
                  <a:pt x="78310" y="3207"/>
                  <a:pt x="78310" y="3207"/>
                </a:cubicBezTo>
                <a:lnTo>
                  <a:pt x="78310" y="3207"/>
                </a:lnTo>
                <a:cubicBezTo>
                  <a:pt x="78529" y="3484"/>
                  <a:pt x="78703" y="3732"/>
                  <a:pt x="78864" y="3936"/>
                </a:cubicBezTo>
                <a:cubicBezTo>
                  <a:pt x="78835" y="3965"/>
                  <a:pt x="78806" y="3980"/>
                  <a:pt x="78791" y="3994"/>
                </a:cubicBezTo>
                <a:cubicBezTo>
                  <a:pt x="78645" y="4082"/>
                  <a:pt x="78514" y="4184"/>
                  <a:pt x="78368" y="4300"/>
                </a:cubicBezTo>
                <a:cubicBezTo>
                  <a:pt x="78339" y="4271"/>
                  <a:pt x="78310" y="4228"/>
                  <a:pt x="78281" y="4198"/>
                </a:cubicBezTo>
                <a:cubicBezTo>
                  <a:pt x="78412" y="4067"/>
                  <a:pt x="78558" y="3921"/>
                  <a:pt x="78718" y="3761"/>
                </a:cubicBezTo>
                <a:lnTo>
                  <a:pt x="78718" y="3761"/>
                </a:lnTo>
                <a:cubicBezTo>
                  <a:pt x="78718" y="3761"/>
                  <a:pt x="78499" y="3878"/>
                  <a:pt x="78179" y="4082"/>
                </a:cubicBezTo>
                <a:cubicBezTo>
                  <a:pt x="78135" y="4053"/>
                  <a:pt x="78106" y="4009"/>
                  <a:pt x="78062" y="3980"/>
                </a:cubicBezTo>
                <a:cubicBezTo>
                  <a:pt x="78106" y="3790"/>
                  <a:pt x="78150" y="3615"/>
                  <a:pt x="78208" y="3441"/>
                </a:cubicBezTo>
                <a:lnTo>
                  <a:pt x="78208" y="3441"/>
                </a:lnTo>
                <a:cubicBezTo>
                  <a:pt x="78208" y="3441"/>
                  <a:pt x="78106" y="3601"/>
                  <a:pt x="77975" y="3892"/>
                </a:cubicBezTo>
                <a:cubicBezTo>
                  <a:pt x="77727" y="3674"/>
                  <a:pt x="77494" y="3513"/>
                  <a:pt x="77333" y="3411"/>
                </a:cubicBezTo>
                <a:cubicBezTo>
                  <a:pt x="77552" y="3062"/>
                  <a:pt x="77785" y="2712"/>
                  <a:pt x="78033" y="2362"/>
                </a:cubicBezTo>
                <a:cubicBezTo>
                  <a:pt x="78135" y="2260"/>
                  <a:pt x="78237" y="2158"/>
                  <a:pt x="78354" y="2056"/>
                </a:cubicBezTo>
                <a:close/>
                <a:moveTo>
                  <a:pt x="95654" y="2610"/>
                </a:moveTo>
                <a:cubicBezTo>
                  <a:pt x="95858" y="2989"/>
                  <a:pt x="95974" y="3324"/>
                  <a:pt x="96047" y="3776"/>
                </a:cubicBezTo>
                <a:cubicBezTo>
                  <a:pt x="95974" y="3965"/>
                  <a:pt x="95916" y="4198"/>
                  <a:pt x="95858" y="4432"/>
                </a:cubicBezTo>
                <a:cubicBezTo>
                  <a:pt x="95756" y="4359"/>
                  <a:pt x="95668" y="4286"/>
                  <a:pt x="95581" y="4228"/>
                </a:cubicBezTo>
                <a:cubicBezTo>
                  <a:pt x="95683" y="4096"/>
                  <a:pt x="95800" y="3965"/>
                  <a:pt x="95931" y="3805"/>
                </a:cubicBezTo>
                <a:lnTo>
                  <a:pt x="95931" y="3805"/>
                </a:lnTo>
                <a:cubicBezTo>
                  <a:pt x="95931" y="3805"/>
                  <a:pt x="95741" y="3922"/>
                  <a:pt x="95464" y="4140"/>
                </a:cubicBezTo>
                <a:cubicBezTo>
                  <a:pt x="95333" y="4053"/>
                  <a:pt x="95260" y="3994"/>
                  <a:pt x="95260" y="3994"/>
                </a:cubicBezTo>
                <a:lnTo>
                  <a:pt x="95260" y="3994"/>
                </a:lnTo>
                <a:cubicBezTo>
                  <a:pt x="95319" y="4067"/>
                  <a:pt x="95362" y="4126"/>
                  <a:pt x="95406" y="4184"/>
                </a:cubicBezTo>
                <a:cubicBezTo>
                  <a:pt x="95348" y="4228"/>
                  <a:pt x="95275" y="4286"/>
                  <a:pt x="95217" y="4344"/>
                </a:cubicBezTo>
                <a:cubicBezTo>
                  <a:pt x="95202" y="4286"/>
                  <a:pt x="95187" y="4228"/>
                  <a:pt x="95173" y="4184"/>
                </a:cubicBezTo>
                <a:cubicBezTo>
                  <a:pt x="95319" y="3484"/>
                  <a:pt x="95435" y="3047"/>
                  <a:pt x="95654" y="2610"/>
                </a:cubicBezTo>
                <a:close/>
                <a:moveTo>
                  <a:pt x="78106" y="4388"/>
                </a:moveTo>
                <a:cubicBezTo>
                  <a:pt x="78120" y="4417"/>
                  <a:pt x="78135" y="4432"/>
                  <a:pt x="78150" y="4461"/>
                </a:cubicBezTo>
                <a:cubicBezTo>
                  <a:pt x="78135" y="4475"/>
                  <a:pt x="78135" y="4490"/>
                  <a:pt x="78120" y="4490"/>
                </a:cubicBezTo>
                <a:lnTo>
                  <a:pt x="78048" y="4446"/>
                </a:lnTo>
                <a:cubicBezTo>
                  <a:pt x="78062" y="4417"/>
                  <a:pt x="78091" y="4402"/>
                  <a:pt x="78106" y="4388"/>
                </a:cubicBezTo>
                <a:close/>
                <a:moveTo>
                  <a:pt x="93599" y="3980"/>
                </a:moveTo>
                <a:lnTo>
                  <a:pt x="93599" y="3980"/>
                </a:lnTo>
                <a:cubicBezTo>
                  <a:pt x="93555" y="4140"/>
                  <a:pt x="93497" y="4315"/>
                  <a:pt x="93438" y="4504"/>
                </a:cubicBezTo>
                <a:cubicBezTo>
                  <a:pt x="93409" y="4432"/>
                  <a:pt x="93380" y="4373"/>
                  <a:pt x="93336" y="4300"/>
                </a:cubicBezTo>
                <a:cubicBezTo>
                  <a:pt x="93424" y="4198"/>
                  <a:pt x="93497" y="4082"/>
                  <a:pt x="93599" y="3980"/>
                </a:cubicBezTo>
                <a:close/>
                <a:moveTo>
                  <a:pt x="79563" y="3586"/>
                </a:moveTo>
                <a:cubicBezTo>
                  <a:pt x="79636" y="3688"/>
                  <a:pt x="79695" y="3805"/>
                  <a:pt x="79738" y="3907"/>
                </a:cubicBezTo>
                <a:cubicBezTo>
                  <a:pt x="79797" y="4053"/>
                  <a:pt x="79855" y="4184"/>
                  <a:pt x="79899" y="4330"/>
                </a:cubicBezTo>
                <a:cubicBezTo>
                  <a:pt x="79840" y="4388"/>
                  <a:pt x="79782" y="4461"/>
                  <a:pt x="79724" y="4534"/>
                </a:cubicBezTo>
                <a:cubicBezTo>
                  <a:pt x="79549" y="4315"/>
                  <a:pt x="79359" y="4096"/>
                  <a:pt x="79184" y="3921"/>
                </a:cubicBezTo>
                <a:cubicBezTo>
                  <a:pt x="79301" y="3819"/>
                  <a:pt x="79432" y="3703"/>
                  <a:pt x="79563" y="3586"/>
                </a:cubicBezTo>
                <a:close/>
                <a:moveTo>
                  <a:pt x="93963" y="3601"/>
                </a:moveTo>
                <a:cubicBezTo>
                  <a:pt x="94123" y="3805"/>
                  <a:pt x="94255" y="3994"/>
                  <a:pt x="94371" y="4169"/>
                </a:cubicBezTo>
                <a:cubicBezTo>
                  <a:pt x="94225" y="4286"/>
                  <a:pt x="93992" y="4490"/>
                  <a:pt x="93715" y="4752"/>
                </a:cubicBezTo>
                <a:cubicBezTo>
                  <a:pt x="93730" y="4417"/>
                  <a:pt x="93759" y="4096"/>
                  <a:pt x="93803" y="3761"/>
                </a:cubicBezTo>
                <a:cubicBezTo>
                  <a:pt x="93847" y="3703"/>
                  <a:pt x="93905" y="3659"/>
                  <a:pt x="93963" y="3601"/>
                </a:cubicBezTo>
                <a:close/>
                <a:moveTo>
                  <a:pt x="57629" y="3892"/>
                </a:moveTo>
                <a:lnTo>
                  <a:pt x="57629" y="3892"/>
                </a:lnTo>
                <a:cubicBezTo>
                  <a:pt x="57599" y="4023"/>
                  <a:pt x="57570" y="4155"/>
                  <a:pt x="57556" y="4300"/>
                </a:cubicBezTo>
                <a:cubicBezTo>
                  <a:pt x="57439" y="4446"/>
                  <a:pt x="57337" y="4606"/>
                  <a:pt x="57220" y="4781"/>
                </a:cubicBezTo>
                <a:cubicBezTo>
                  <a:pt x="57206" y="4679"/>
                  <a:pt x="57191" y="4577"/>
                  <a:pt x="57177" y="4475"/>
                </a:cubicBezTo>
                <a:cubicBezTo>
                  <a:pt x="57308" y="4286"/>
                  <a:pt x="57454" y="4096"/>
                  <a:pt x="57629" y="3892"/>
                </a:cubicBezTo>
                <a:close/>
                <a:moveTo>
                  <a:pt x="77290" y="3455"/>
                </a:moveTo>
                <a:cubicBezTo>
                  <a:pt x="77538" y="3703"/>
                  <a:pt x="77727" y="3892"/>
                  <a:pt x="77873" y="4067"/>
                </a:cubicBezTo>
                <a:cubicBezTo>
                  <a:pt x="77844" y="4126"/>
                  <a:pt x="77814" y="4184"/>
                  <a:pt x="77785" y="4242"/>
                </a:cubicBezTo>
                <a:cubicBezTo>
                  <a:pt x="77508" y="4038"/>
                  <a:pt x="77319" y="3922"/>
                  <a:pt x="77319" y="3921"/>
                </a:cubicBezTo>
                <a:lnTo>
                  <a:pt x="77319" y="3921"/>
                </a:lnTo>
                <a:cubicBezTo>
                  <a:pt x="77465" y="4096"/>
                  <a:pt x="77596" y="4242"/>
                  <a:pt x="77727" y="4388"/>
                </a:cubicBezTo>
                <a:cubicBezTo>
                  <a:pt x="77727" y="4402"/>
                  <a:pt x="77712" y="4417"/>
                  <a:pt x="77712" y="4417"/>
                </a:cubicBezTo>
                <a:cubicBezTo>
                  <a:pt x="77567" y="4534"/>
                  <a:pt x="77421" y="4665"/>
                  <a:pt x="77275" y="4796"/>
                </a:cubicBezTo>
                <a:cubicBezTo>
                  <a:pt x="77290" y="4767"/>
                  <a:pt x="77290" y="4738"/>
                  <a:pt x="77290" y="4709"/>
                </a:cubicBezTo>
                <a:cubicBezTo>
                  <a:pt x="77333" y="4650"/>
                  <a:pt x="77377" y="4592"/>
                  <a:pt x="77435" y="4519"/>
                </a:cubicBezTo>
                <a:cubicBezTo>
                  <a:pt x="77494" y="4475"/>
                  <a:pt x="77552" y="4417"/>
                  <a:pt x="77610" y="4359"/>
                </a:cubicBezTo>
                <a:lnTo>
                  <a:pt x="77610" y="4359"/>
                </a:lnTo>
                <a:cubicBezTo>
                  <a:pt x="77610" y="4359"/>
                  <a:pt x="77494" y="4417"/>
                  <a:pt x="77319" y="4519"/>
                </a:cubicBezTo>
                <a:cubicBezTo>
                  <a:pt x="77333" y="4315"/>
                  <a:pt x="77319" y="4213"/>
                  <a:pt x="77319" y="4213"/>
                </a:cubicBezTo>
                <a:cubicBezTo>
                  <a:pt x="77261" y="4344"/>
                  <a:pt x="77217" y="4475"/>
                  <a:pt x="77159" y="4592"/>
                </a:cubicBezTo>
                <a:cubicBezTo>
                  <a:pt x="77100" y="4636"/>
                  <a:pt x="77042" y="4665"/>
                  <a:pt x="76984" y="4709"/>
                </a:cubicBezTo>
                <a:cubicBezTo>
                  <a:pt x="76955" y="4694"/>
                  <a:pt x="76940" y="4679"/>
                  <a:pt x="76911" y="4665"/>
                </a:cubicBezTo>
                <a:cubicBezTo>
                  <a:pt x="76867" y="4577"/>
                  <a:pt x="76809" y="4504"/>
                  <a:pt x="76750" y="4432"/>
                </a:cubicBezTo>
                <a:cubicBezTo>
                  <a:pt x="76780" y="4373"/>
                  <a:pt x="76794" y="4315"/>
                  <a:pt x="76809" y="4271"/>
                </a:cubicBezTo>
                <a:cubicBezTo>
                  <a:pt x="76955" y="4009"/>
                  <a:pt x="77115" y="3732"/>
                  <a:pt x="77290" y="3455"/>
                </a:cubicBezTo>
                <a:close/>
                <a:moveTo>
                  <a:pt x="112998" y="4665"/>
                </a:moveTo>
                <a:cubicBezTo>
                  <a:pt x="113012" y="4679"/>
                  <a:pt x="113012" y="4709"/>
                  <a:pt x="113027" y="4723"/>
                </a:cubicBezTo>
                <a:cubicBezTo>
                  <a:pt x="113012" y="4752"/>
                  <a:pt x="112983" y="4767"/>
                  <a:pt x="112968" y="4796"/>
                </a:cubicBezTo>
                <a:cubicBezTo>
                  <a:pt x="112983" y="4752"/>
                  <a:pt x="112998" y="4709"/>
                  <a:pt x="112998" y="4665"/>
                </a:cubicBezTo>
                <a:close/>
                <a:moveTo>
                  <a:pt x="111569" y="4840"/>
                </a:moveTo>
                <a:cubicBezTo>
                  <a:pt x="111567" y="4842"/>
                  <a:pt x="111566" y="4844"/>
                  <a:pt x="111564" y="4846"/>
                </a:cubicBezTo>
                <a:lnTo>
                  <a:pt x="111564" y="4846"/>
                </a:lnTo>
                <a:cubicBezTo>
                  <a:pt x="111567" y="4842"/>
                  <a:pt x="111569" y="4840"/>
                  <a:pt x="111569" y="4840"/>
                </a:cubicBezTo>
                <a:close/>
                <a:moveTo>
                  <a:pt x="56585" y="4569"/>
                </a:moveTo>
                <a:lnTo>
                  <a:pt x="56585" y="4569"/>
                </a:lnTo>
                <a:cubicBezTo>
                  <a:pt x="56594" y="4605"/>
                  <a:pt x="56596" y="4642"/>
                  <a:pt x="56608" y="4679"/>
                </a:cubicBezTo>
                <a:cubicBezTo>
                  <a:pt x="56550" y="4738"/>
                  <a:pt x="56506" y="4796"/>
                  <a:pt x="56463" y="4854"/>
                </a:cubicBezTo>
                <a:cubicBezTo>
                  <a:pt x="56503" y="4759"/>
                  <a:pt x="56544" y="4664"/>
                  <a:pt x="56585" y="4569"/>
                </a:cubicBezTo>
                <a:close/>
                <a:moveTo>
                  <a:pt x="111564" y="4846"/>
                </a:moveTo>
                <a:lnTo>
                  <a:pt x="111564" y="4846"/>
                </a:lnTo>
                <a:cubicBezTo>
                  <a:pt x="111559" y="4852"/>
                  <a:pt x="111549" y="4865"/>
                  <a:pt x="111540" y="4883"/>
                </a:cubicBezTo>
                <a:cubicBezTo>
                  <a:pt x="111553" y="4871"/>
                  <a:pt x="111554" y="4858"/>
                  <a:pt x="111564" y="4846"/>
                </a:cubicBezTo>
                <a:close/>
                <a:moveTo>
                  <a:pt x="66432" y="4811"/>
                </a:moveTo>
                <a:lnTo>
                  <a:pt x="66432" y="4811"/>
                </a:lnTo>
                <a:cubicBezTo>
                  <a:pt x="66475" y="4854"/>
                  <a:pt x="66505" y="4883"/>
                  <a:pt x="66548" y="4927"/>
                </a:cubicBezTo>
                <a:cubicBezTo>
                  <a:pt x="66519" y="4956"/>
                  <a:pt x="66490" y="4971"/>
                  <a:pt x="66461" y="5000"/>
                </a:cubicBezTo>
                <a:cubicBezTo>
                  <a:pt x="66446" y="4927"/>
                  <a:pt x="66432" y="4869"/>
                  <a:pt x="66432" y="4811"/>
                </a:cubicBezTo>
                <a:close/>
                <a:moveTo>
                  <a:pt x="87288" y="3295"/>
                </a:moveTo>
                <a:cubicBezTo>
                  <a:pt x="87390" y="3528"/>
                  <a:pt x="87477" y="3747"/>
                  <a:pt x="87565" y="3980"/>
                </a:cubicBezTo>
                <a:cubicBezTo>
                  <a:pt x="87405" y="4402"/>
                  <a:pt x="87259" y="4738"/>
                  <a:pt x="87069" y="5029"/>
                </a:cubicBezTo>
                <a:cubicBezTo>
                  <a:pt x="86982" y="4869"/>
                  <a:pt x="86894" y="4723"/>
                  <a:pt x="86807" y="4563"/>
                </a:cubicBezTo>
                <a:cubicBezTo>
                  <a:pt x="86953" y="4169"/>
                  <a:pt x="87113" y="3747"/>
                  <a:pt x="87288" y="3295"/>
                </a:cubicBezTo>
                <a:close/>
                <a:moveTo>
                  <a:pt x="80030" y="4883"/>
                </a:moveTo>
                <a:cubicBezTo>
                  <a:pt x="80044" y="4942"/>
                  <a:pt x="80059" y="5000"/>
                  <a:pt x="80059" y="5058"/>
                </a:cubicBezTo>
                <a:cubicBezTo>
                  <a:pt x="80044" y="5029"/>
                  <a:pt x="80015" y="4985"/>
                  <a:pt x="80001" y="4956"/>
                </a:cubicBezTo>
                <a:cubicBezTo>
                  <a:pt x="80001" y="4927"/>
                  <a:pt x="80015" y="4913"/>
                  <a:pt x="80030" y="4883"/>
                </a:cubicBezTo>
                <a:close/>
                <a:moveTo>
                  <a:pt x="84548" y="2653"/>
                </a:moveTo>
                <a:cubicBezTo>
                  <a:pt x="84781" y="2916"/>
                  <a:pt x="84956" y="3134"/>
                  <a:pt x="85102" y="3353"/>
                </a:cubicBezTo>
                <a:cubicBezTo>
                  <a:pt x="84839" y="3849"/>
                  <a:pt x="84592" y="4402"/>
                  <a:pt x="84431" y="4971"/>
                </a:cubicBezTo>
                <a:cubicBezTo>
                  <a:pt x="84373" y="5000"/>
                  <a:pt x="84300" y="5044"/>
                  <a:pt x="84242" y="5087"/>
                </a:cubicBezTo>
                <a:cubicBezTo>
                  <a:pt x="84082" y="4811"/>
                  <a:pt x="83892" y="4577"/>
                  <a:pt x="83688" y="4373"/>
                </a:cubicBezTo>
                <a:cubicBezTo>
                  <a:pt x="83673" y="4257"/>
                  <a:pt x="83659" y="4140"/>
                  <a:pt x="83659" y="4023"/>
                </a:cubicBezTo>
                <a:cubicBezTo>
                  <a:pt x="83834" y="3615"/>
                  <a:pt x="84096" y="3207"/>
                  <a:pt x="84548" y="2653"/>
                </a:cubicBezTo>
                <a:close/>
                <a:moveTo>
                  <a:pt x="82755" y="3703"/>
                </a:moveTo>
                <a:cubicBezTo>
                  <a:pt x="82886" y="3834"/>
                  <a:pt x="83003" y="3951"/>
                  <a:pt x="83105" y="4067"/>
                </a:cubicBezTo>
                <a:cubicBezTo>
                  <a:pt x="82945" y="4359"/>
                  <a:pt x="82814" y="4679"/>
                  <a:pt x="82726" y="5029"/>
                </a:cubicBezTo>
                <a:cubicBezTo>
                  <a:pt x="82697" y="5058"/>
                  <a:pt x="82668" y="5087"/>
                  <a:pt x="82639" y="5102"/>
                </a:cubicBezTo>
                <a:cubicBezTo>
                  <a:pt x="82624" y="5102"/>
                  <a:pt x="82609" y="5087"/>
                  <a:pt x="82595" y="5073"/>
                </a:cubicBezTo>
                <a:cubicBezTo>
                  <a:pt x="82449" y="4811"/>
                  <a:pt x="82347" y="4534"/>
                  <a:pt x="82333" y="4242"/>
                </a:cubicBezTo>
                <a:cubicBezTo>
                  <a:pt x="82449" y="4067"/>
                  <a:pt x="82595" y="3892"/>
                  <a:pt x="82755" y="3703"/>
                </a:cubicBezTo>
                <a:close/>
                <a:moveTo>
                  <a:pt x="78820" y="4271"/>
                </a:moveTo>
                <a:cubicBezTo>
                  <a:pt x="78849" y="4563"/>
                  <a:pt x="78864" y="4840"/>
                  <a:pt x="78864" y="5131"/>
                </a:cubicBezTo>
                <a:cubicBezTo>
                  <a:pt x="78776" y="4913"/>
                  <a:pt x="78674" y="4723"/>
                  <a:pt x="78543" y="4534"/>
                </a:cubicBezTo>
                <a:cubicBezTo>
                  <a:pt x="78631" y="4446"/>
                  <a:pt x="78718" y="4359"/>
                  <a:pt x="78820" y="4271"/>
                </a:cubicBezTo>
                <a:close/>
                <a:moveTo>
                  <a:pt x="85452" y="4023"/>
                </a:moveTo>
                <a:cubicBezTo>
                  <a:pt x="85568" y="4315"/>
                  <a:pt x="85656" y="4650"/>
                  <a:pt x="85743" y="5087"/>
                </a:cubicBezTo>
                <a:cubicBezTo>
                  <a:pt x="85743" y="5102"/>
                  <a:pt x="85728" y="5131"/>
                  <a:pt x="85728" y="5146"/>
                </a:cubicBezTo>
                <a:cubicBezTo>
                  <a:pt x="85626" y="4898"/>
                  <a:pt x="85524" y="4592"/>
                  <a:pt x="85408" y="4242"/>
                </a:cubicBezTo>
                <a:cubicBezTo>
                  <a:pt x="85422" y="4169"/>
                  <a:pt x="85437" y="4096"/>
                  <a:pt x="85452" y="4023"/>
                </a:cubicBezTo>
                <a:close/>
                <a:moveTo>
                  <a:pt x="109223" y="5175"/>
                </a:moveTo>
                <a:lnTo>
                  <a:pt x="109223" y="5175"/>
                </a:lnTo>
                <a:cubicBezTo>
                  <a:pt x="109208" y="5189"/>
                  <a:pt x="109208" y="5204"/>
                  <a:pt x="109208" y="5204"/>
                </a:cubicBezTo>
                <a:cubicBezTo>
                  <a:pt x="109217" y="5187"/>
                  <a:pt x="109223" y="5175"/>
                  <a:pt x="109223" y="5175"/>
                </a:cubicBezTo>
                <a:close/>
                <a:moveTo>
                  <a:pt x="95508" y="4315"/>
                </a:moveTo>
                <a:cubicBezTo>
                  <a:pt x="95610" y="4432"/>
                  <a:pt x="95712" y="4548"/>
                  <a:pt x="95800" y="4665"/>
                </a:cubicBezTo>
                <a:cubicBezTo>
                  <a:pt x="95683" y="4840"/>
                  <a:pt x="95581" y="5044"/>
                  <a:pt x="95493" y="5248"/>
                </a:cubicBezTo>
                <a:cubicBezTo>
                  <a:pt x="95435" y="5102"/>
                  <a:pt x="95362" y="4971"/>
                  <a:pt x="95289" y="4840"/>
                </a:cubicBezTo>
                <a:cubicBezTo>
                  <a:pt x="95275" y="4767"/>
                  <a:pt x="95275" y="4694"/>
                  <a:pt x="95260" y="4621"/>
                </a:cubicBezTo>
                <a:cubicBezTo>
                  <a:pt x="95333" y="4534"/>
                  <a:pt x="95421" y="4417"/>
                  <a:pt x="95508" y="4315"/>
                </a:cubicBezTo>
                <a:close/>
                <a:moveTo>
                  <a:pt x="78995" y="4111"/>
                </a:moveTo>
                <a:cubicBezTo>
                  <a:pt x="79184" y="4402"/>
                  <a:pt x="79345" y="4636"/>
                  <a:pt x="79461" y="4869"/>
                </a:cubicBezTo>
                <a:cubicBezTo>
                  <a:pt x="79418" y="4927"/>
                  <a:pt x="79388" y="4985"/>
                  <a:pt x="79345" y="5029"/>
                </a:cubicBezTo>
                <a:cubicBezTo>
                  <a:pt x="79272" y="4985"/>
                  <a:pt x="79228" y="4971"/>
                  <a:pt x="79228" y="4971"/>
                </a:cubicBezTo>
                <a:lnTo>
                  <a:pt x="79228" y="4971"/>
                </a:lnTo>
                <a:cubicBezTo>
                  <a:pt x="79257" y="5000"/>
                  <a:pt x="79286" y="5029"/>
                  <a:pt x="79316" y="5073"/>
                </a:cubicBezTo>
                <a:cubicBezTo>
                  <a:pt x="79272" y="5131"/>
                  <a:pt x="79228" y="5189"/>
                  <a:pt x="79184" y="5262"/>
                </a:cubicBezTo>
                <a:cubicBezTo>
                  <a:pt x="79068" y="4796"/>
                  <a:pt x="78951" y="4432"/>
                  <a:pt x="78878" y="4213"/>
                </a:cubicBezTo>
                <a:cubicBezTo>
                  <a:pt x="78908" y="4184"/>
                  <a:pt x="78951" y="4155"/>
                  <a:pt x="78995" y="4111"/>
                </a:cubicBezTo>
                <a:close/>
                <a:moveTo>
                  <a:pt x="83746" y="4854"/>
                </a:moveTo>
                <a:lnTo>
                  <a:pt x="83746" y="4854"/>
                </a:lnTo>
                <a:cubicBezTo>
                  <a:pt x="83834" y="4985"/>
                  <a:pt x="83892" y="5131"/>
                  <a:pt x="83950" y="5306"/>
                </a:cubicBezTo>
                <a:cubicBezTo>
                  <a:pt x="83921" y="5321"/>
                  <a:pt x="83877" y="5350"/>
                  <a:pt x="83848" y="5394"/>
                </a:cubicBezTo>
                <a:cubicBezTo>
                  <a:pt x="83805" y="5219"/>
                  <a:pt x="83775" y="5044"/>
                  <a:pt x="83746" y="4854"/>
                </a:cubicBezTo>
                <a:close/>
                <a:moveTo>
                  <a:pt x="57527" y="4854"/>
                </a:moveTo>
                <a:cubicBezTo>
                  <a:pt x="57541" y="4985"/>
                  <a:pt x="57556" y="5117"/>
                  <a:pt x="57570" y="5248"/>
                </a:cubicBezTo>
                <a:cubicBezTo>
                  <a:pt x="57556" y="5321"/>
                  <a:pt x="57541" y="5394"/>
                  <a:pt x="57527" y="5466"/>
                </a:cubicBezTo>
                <a:cubicBezTo>
                  <a:pt x="57468" y="5379"/>
                  <a:pt x="57425" y="5291"/>
                  <a:pt x="57381" y="5204"/>
                </a:cubicBezTo>
                <a:cubicBezTo>
                  <a:pt x="57425" y="5087"/>
                  <a:pt x="57483" y="4971"/>
                  <a:pt x="57527" y="4854"/>
                </a:cubicBezTo>
                <a:close/>
                <a:moveTo>
                  <a:pt x="90436" y="4927"/>
                </a:moveTo>
                <a:cubicBezTo>
                  <a:pt x="90465" y="5102"/>
                  <a:pt x="90494" y="5277"/>
                  <a:pt x="90538" y="5466"/>
                </a:cubicBezTo>
                <a:cubicBezTo>
                  <a:pt x="90480" y="5306"/>
                  <a:pt x="90407" y="5160"/>
                  <a:pt x="90319" y="5015"/>
                </a:cubicBezTo>
                <a:cubicBezTo>
                  <a:pt x="90363" y="4985"/>
                  <a:pt x="90407" y="4956"/>
                  <a:pt x="90436" y="4927"/>
                </a:cubicBezTo>
                <a:close/>
                <a:moveTo>
                  <a:pt x="97038" y="3528"/>
                </a:moveTo>
                <a:cubicBezTo>
                  <a:pt x="97213" y="3805"/>
                  <a:pt x="97344" y="4038"/>
                  <a:pt x="97446" y="4271"/>
                </a:cubicBezTo>
                <a:cubicBezTo>
                  <a:pt x="97228" y="4650"/>
                  <a:pt x="97024" y="5058"/>
                  <a:pt x="96863" y="5496"/>
                </a:cubicBezTo>
                <a:cubicBezTo>
                  <a:pt x="96820" y="5437"/>
                  <a:pt x="96776" y="5379"/>
                  <a:pt x="96747" y="5335"/>
                </a:cubicBezTo>
                <a:cubicBezTo>
                  <a:pt x="96849" y="4825"/>
                  <a:pt x="96834" y="4344"/>
                  <a:pt x="96732" y="3907"/>
                </a:cubicBezTo>
                <a:cubicBezTo>
                  <a:pt x="96820" y="3790"/>
                  <a:pt x="96922" y="3659"/>
                  <a:pt x="97038" y="3528"/>
                </a:cubicBezTo>
                <a:close/>
                <a:moveTo>
                  <a:pt x="68618" y="3091"/>
                </a:moveTo>
                <a:cubicBezTo>
                  <a:pt x="68822" y="3309"/>
                  <a:pt x="68997" y="3513"/>
                  <a:pt x="69128" y="3717"/>
                </a:cubicBezTo>
                <a:cubicBezTo>
                  <a:pt x="68836" y="4082"/>
                  <a:pt x="68312" y="4752"/>
                  <a:pt x="67875" y="5525"/>
                </a:cubicBezTo>
                <a:cubicBezTo>
                  <a:pt x="67816" y="5189"/>
                  <a:pt x="67758" y="4840"/>
                  <a:pt x="67729" y="4461"/>
                </a:cubicBezTo>
                <a:cubicBezTo>
                  <a:pt x="67904" y="4038"/>
                  <a:pt x="68181" y="3645"/>
                  <a:pt x="68618" y="3091"/>
                </a:cubicBezTo>
                <a:close/>
                <a:moveTo>
                  <a:pt x="78179" y="4942"/>
                </a:moveTo>
                <a:cubicBezTo>
                  <a:pt x="78310" y="5102"/>
                  <a:pt x="78412" y="5248"/>
                  <a:pt x="78514" y="5379"/>
                </a:cubicBezTo>
                <a:cubicBezTo>
                  <a:pt x="78529" y="5437"/>
                  <a:pt x="78543" y="5496"/>
                  <a:pt x="78558" y="5554"/>
                </a:cubicBezTo>
                <a:cubicBezTo>
                  <a:pt x="78295" y="5364"/>
                  <a:pt x="78091" y="5233"/>
                  <a:pt x="77989" y="5175"/>
                </a:cubicBezTo>
                <a:cubicBezTo>
                  <a:pt x="78048" y="5102"/>
                  <a:pt x="78106" y="5015"/>
                  <a:pt x="78179" y="4942"/>
                </a:cubicBezTo>
                <a:close/>
                <a:moveTo>
                  <a:pt x="90640" y="4548"/>
                </a:moveTo>
                <a:lnTo>
                  <a:pt x="90640" y="4548"/>
                </a:lnTo>
                <a:cubicBezTo>
                  <a:pt x="90815" y="4752"/>
                  <a:pt x="90961" y="4927"/>
                  <a:pt x="91092" y="5102"/>
                </a:cubicBezTo>
                <a:cubicBezTo>
                  <a:pt x="91077" y="5262"/>
                  <a:pt x="91048" y="5408"/>
                  <a:pt x="90990" y="5568"/>
                </a:cubicBezTo>
                <a:cubicBezTo>
                  <a:pt x="90859" y="5277"/>
                  <a:pt x="90757" y="4956"/>
                  <a:pt x="90640" y="4548"/>
                </a:cubicBezTo>
                <a:close/>
                <a:moveTo>
                  <a:pt x="37618" y="5568"/>
                </a:moveTo>
                <a:lnTo>
                  <a:pt x="37603" y="5583"/>
                </a:lnTo>
                <a:cubicBezTo>
                  <a:pt x="37618" y="5583"/>
                  <a:pt x="37618" y="5568"/>
                  <a:pt x="37618" y="5568"/>
                </a:cubicBezTo>
                <a:close/>
                <a:moveTo>
                  <a:pt x="37574" y="5598"/>
                </a:moveTo>
                <a:cubicBezTo>
                  <a:pt x="37574" y="5598"/>
                  <a:pt x="37574" y="5598"/>
                  <a:pt x="37574" y="5598"/>
                </a:cubicBezTo>
                <a:lnTo>
                  <a:pt x="37574" y="5598"/>
                </a:lnTo>
                <a:cubicBezTo>
                  <a:pt x="37574" y="5598"/>
                  <a:pt x="37574" y="5598"/>
                  <a:pt x="37574" y="5598"/>
                </a:cubicBezTo>
                <a:cubicBezTo>
                  <a:pt x="37574" y="5598"/>
                  <a:pt x="37574" y="5598"/>
                  <a:pt x="37574" y="5598"/>
                </a:cubicBezTo>
                <a:close/>
                <a:moveTo>
                  <a:pt x="69784" y="5321"/>
                </a:moveTo>
                <a:cubicBezTo>
                  <a:pt x="69798" y="5394"/>
                  <a:pt x="69813" y="5452"/>
                  <a:pt x="69828" y="5525"/>
                </a:cubicBezTo>
                <a:cubicBezTo>
                  <a:pt x="69813" y="5554"/>
                  <a:pt x="69798" y="5583"/>
                  <a:pt x="69784" y="5612"/>
                </a:cubicBezTo>
                <a:cubicBezTo>
                  <a:pt x="69784" y="5525"/>
                  <a:pt x="69784" y="5423"/>
                  <a:pt x="69784" y="5321"/>
                </a:cubicBezTo>
                <a:close/>
                <a:moveTo>
                  <a:pt x="105477" y="5146"/>
                </a:moveTo>
                <a:cubicBezTo>
                  <a:pt x="105550" y="5321"/>
                  <a:pt x="105594" y="5466"/>
                  <a:pt x="105623" y="5598"/>
                </a:cubicBezTo>
                <a:cubicBezTo>
                  <a:pt x="105594" y="5612"/>
                  <a:pt x="105550" y="5627"/>
                  <a:pt x="105506" y="5641"/>
                </a:cubicBezTo>
                <a:cubicBezTo>
                  <a:pt x="105433" y="5510"/>
                  <a:pt x="105360" y="5408"/>
                  <a:pt x="105302" y="5350"/>
                </a:cubicBezTo>
                <a:cubicBezTo>
                  <a:pt x="105360" y="5277"/>
                  <a:pt x="105404" y="5219"/>
                  <a:pt x="105477" y="5146"/>
                </a:cubicBezTo>
                <a:close/>
                <a:moveTo>
                  <a:pt x="66636" y="5029"/>
                </a:moveTo>
                <a:cubicBezTo>
                  <a:pt x="66709" y="5117"/>
                  <a:pt x="66781" y="5204"/>
                  <a:pt x="66854" y="5277"/>
                </a:cubicBezTo>
                <a:cubicBezTo>
                  <a:pt x="66811" y="5408"/>
                  <a:pt x="66781" y="5525"/>
                  <a:pt x="66752" y="5656"/>
                </a:cubicBezTo>
                <a:cubicBezTo>
                  <a:pt x="66650" y="5496"/>
                  <a:pt x="66577" y="5335"/>
                  <a:pt x="66519" y="5160"/>
                </a:cubicBezTo>
                <a:cubicBezTo>
                  <a:pt x="66548" y="5117"/>
                  <a:pt x="66592" y="5073"/>
                  <a:pt x="66636" y="5029"/>
                </a:cubicBezTo>
                <a:close/>
                <a:moveTo>
                  <a:pt x="47616" y="4694"/>
                </a:moveTo>
                <a:lnTo>
                  <a:pt x="47616" y="4694"/>
                </a:lnTo>
                <a:cubicBezTo>
                  <a:pt x="47558" y="5102"/>
                  <a:pt x="47499" y="5437"/>
                  <a:pt x="47412" y="5729"/>
                </a:cubicBezTo>
                <a:cubicBezTo>
                  <a:pt x="47339" y="5583"/>
                  <a:pt x="47281" y="5423"/>
                  <a:pt x="47251" y="5262"/>
                </a:cubicBezTo>
                <a:cubicBezTo>
                  <a:pt x="47353" y="5087"/>
                  <a:pt x="47470" y="4913"/>
                  <a:pt x="47616" y="4694"/>
                </a:cubicBezTo>
                <a:close/>
                <a:moveTo>
                  <a:pt x="65805" y="4155"/>
                </a:moveTo>
                <a:lnTo>
                  <a:pt x="65805" y="4155"/>
                </a:lnTo>
                <a:cubicBezTo>
                  <a:pt x="65790" y="4388"/>
                  <a:pt x="65790" y="4621"/>
                  <a:pt x="65834" y="4869"/>
                </a:cubicBezTo>
                <a:cubicBezTo>
                  <a:pt x="65630" y="5131"/>
                  <a:pt x="65426" y="5423"/>
                  <a:pt x="65266" y="5729"/>
                </a:cubicBezTo>
                <a:cubicBezTo>
                  <a:pt x="65368" y="4985"/>
                  <a:pt x="65455" y="4650"/>
                  <a:pt x="65805" y="4155"/>
                </a:cubicBezTo>
                <a:close/>
                <a:moveTo>
                  <a:pt x="99589" y="4752"/>
                </a:moveTo>
                <a:cubicBezTo>
                  <a:pt x="99443" y="5146"/>
                  <a:pt x="99327" y="5452"/>
                  <a:pt x="99181" y="5729"/>
                </a:cubicBezTo>
                <a:cubicBezTo>
                  <a:pt x="99166" y="5568"/>
                  <a:pt x="99152" y="5408"/>
                  <a:pt x="99166" y="5248"/>
                </a:cubicBezTo>
                <a:cubicBezTo>
                  <a:pt x="99283" y="5102"/>
                  <a:pt x="99429" y="4942"/>
                  <a:pt x="99589" y="4752"/>
                </a:cubicBezTo>
                <a:close/>
                <a:moveTo>
                  <a:pt x="86457" y="5612"/>
                </a:moveTo>
                <a:cubicBezTo>
                  <a:pt x="86472" y="5656"/>
                  <a:pt x="86486" y="5700"/>
                  <a:pt x="86501" y="5729"/>
                </a:cubicBezTo>
                <a:cubicBezTo>
                  <a:pt x="86486" y="5758"/>
                  <a:pt x="86472" y="5772"/>
                  <a:pt x="86457" y="5787"/>
                </a:cubicBezTo>
                <a:cubicBezTo>
                  <a:pt x="86457" y="5729"/>
                  <a:pt x="86457" y="5670"/>
                  <a:pt x="86457" y="5612"/>
                </a:cubicBezTo>
                <a:close/>
                <a:moveTo>
                  <a:pt x="56725" y="5204"/>
                </a:moveTo>
                <a:cubicBezTo>
                  <a:pt x="56754" y="5291"/>
                  <a:pt x="56783" y="5379"/>
                  <a:pt x="56812" y="5452"/>
                </a:cubicBezTo>
                <a:cubicBezTo>
                  <a:pt x="56754" y="5568"/>
                  <a:pt x="56696" y="5685"/>
                  <a:pt x="56638" y="5802"/>
                </a:cubicBezTo>
                <a:cubicBezTo>
                  <a:pt x="56623" y="5787"/>
                  <a:pt x="56608" y="5758"/>
                  <a:pt x="56594" y="5729"/>
                </a:cubicBezTo>
                <a:lnTo>
                  <a:pt x="56565" y="5568"/>
                </a:lnTo>
                <a:cubicBezTo>
                  <a:pt x="56608" y="5452"/>
                  <a:pt x="56667" y="5321"/>
                  <a:pt x="56725" y="5204"/>
                </a:cubicBezTo>
                <a:close/>
                <a:moveTo>
                  <a:pt x="92739" y="5496"/>
                </a:moveTo>
                <a:lnTo>
                  <a:pt x="92739" y="5496"/>
                </a:lnTo>
                <a:cubicBezTo>
                  <a:pt x="92724" y="5583"/>
                  <a:pt x="92710" y="5656"/>
                  <a:pt x="92710" y="5743"/>
                </a:cubicBezTo>
                <a:lnTo>
                  <a:pt x="92637" y="5816"/>
                </a:lnTo>
                <a:cubicBezTo>
                  <a:pt x="92666" y="5700"/>
                  <a:pt x="92695" y="5598"/>
                  <a:pt x="92739" y="5496"/>
                </a:cubicBezTo>
                <a:close/>
                <a:moveTo>
                  <a:pt x="105273" y="5379"/>
                </a:moveTo>
                <a:cubicBezTo>
                  <a:pt x="105302" y="5496"/>
                  <a:pt x="105346" y="5598"/>
                  <a:pt x="105375" y="5685"/>
                </a:cubicBezTo>
                <a:cubicBezTo>
                  <a:pt x="105244" y="5729"/>
                  <a:pt x="105113" y="5787"/>
                  <a:pt x="104982" y="5860"/>
                </a:cubicBezTo>
                <a:cubicBezTo>
                  <a:pt x="104996" y="5831"/>
                  <a:pt x="105011" y="5802"/>
                  <a:pt x="105025" y="5772"/>
                </a:cubicBezTo>
                <a:cubicBezTo>
                  <a:pt x="105084" y="5729"/>
                  <a:pt x="105142" y="5700"/>
                  <a:pt x="105215" y="5656"/>
                </a:cubicBezTo>
                <a:lnTo>
                  <a:pt x="105215" y="5656"/>
                </a:lnTo>
                <a:cubicBezTo>
                  <a:pt x="105215" y="5656"/>
                  <a:pt x="105156" y="5670"/>
                  <a:pt x="105054" y="5700"/>
                </a:cubicBezTo>
                <a:cubicBezTo>
                  <a:pt x="105127" y="5598"/>
                  <a:pt x="105186" y="5496"/>
                  <a:pt x="105273" y="5379"/>
                </a:cubicBezTo>
                <a:close/>
                <a:moveTo>
                  <a:pt x="33624" y="4709"/>
                </a:moveTo>
                <a:lnTo>
                  <a:pt x="33624" y="4709"/>
                </a:lnTo>
                <a:cubicBezTo>
                  <a:pt x="33843" y="5058"/>
                  <a:pt x="34032" y="5423"/>
                  <a:pt x="34207" y="5787"/>
                </a:cubicBezTo>
                <a:cubicBezTo>
                  <a:pt x="34193" y="5816"/>
                  <a:pt x="34178" y="5845"/>
                  <a:pt x="34163" y="5874"/>
                </a:cubicBezTo>
                <a:cubicBezTo>
                  <a:pt x="34047" y="5831"/>
                  <a:pt x="33945" y="5787"/>
                  <a:pt x="33857" y="5758"/>
                </a:cubicBezTo>
                <a:cubicBezTo>
                  <a:pt x="33785" y="5350"/>
                  <a:pt x="33697" y="5000"/>
                  <a:pt x="33624" y="4709"/>
                </a:cubicBezTo>
                <a:close/>
                <a:moveTo>
                  <a:pt x="55632" y="4854"/>
                </a:moveTo>
                <a:cubicBezTo>
                  <a:pt x="55778" y="5015"/>
                  <a:pt x="55894" y="5146"/>
                  <a:pt x="55982" y="5291"/>
                </a:cubicBezTo>
                <a:cubicBezTo>
                  <a:pt x="55880" y="5481"/>
                  <a:pt x="55792" y="5670"/>
                  <a:pt x="55705" y="5889"/>
                </a:cubicBezTo>
                <a:cubicBezTo>
                  <a:pt x="55661" y="5583"/>
                  <a:pt x="55617" y="5262"/>
                  <a:pt x="55588" y="4913"/>
                </a:cubicBezTo>
                <a:cubicBezTo>
                  <a:pt x="55603" y="4898"/>
                  <a:pt x="55617" y="4869"/>
                  <a:pt x="55632" y="4854"/>
                </a:cubicBezTo>
                <a:close/>
                <a:moveTo>
                  <a:pt x="70935" y="5670"/>
                </a:moveTo>
                <a:lnTo>
                  <a:pt x="70935" y="5685"/>
                </a:lnTo>
                <a:cubicBezTo>
                  <a:pt x="70935" y="5700"/>
                  <a:pt x="70935" y="5729"/>
                  <a:pt x="70950" y="5743"/>
                </a:cubicBezTo>
                <a:cubicBezTo>
                  <a:pt x="70906" y="5802"/>
                  <a:pt x="70862" y="5860"/>
                  <a:pt x="70819" y="5904"/>
                </a:cubicBezTo>
                <a:cubicBezTo>
                  <a:pt x="70804" y="5904"/>
                  <a:pt x="70804" y="5904"/>
                  <a:pt x="70804" y="5889"/>
                </a:cubicBezTo>
                <a:cubicBezTo>
                  <a:pt x="70848" y="5816"/>
                  <a:pt x="70877" y="5743"/>
                  <a:pt x="70935" y="5670"/>
                </a:cubicBezTo>
                <a:close/>
                <a:moveTo>
                  <a:pt x="84023" y="5525"/>
                </a:moveTo>
                <a:cubicBezTo>
                  <a:pt x="84052" y="5641"/>
                  <a:pt x="84096" y="5758"/>
                  <a:pt x="84125" y="5904"/>
                </a:cubicBezTo>
                <a:cubicBezTo>
                  <a:pt x="84052" y="5845"/>
                  <a:pt x="83979" y="5787"/>
                  <a:pt x="83921" y="5743"/>
                </a:cubicBezTo>
                <a:cubicBezTo>
                  <a:pt x="83907" y="5714"/>
                  <a:pt x="83907" y="5700"/>
                  <a:pt x="83907" y="5670"/>
                </a:cubicBezTo>
                <a:cubicBezTo>
                  <a:pt x="83936" y="5627"/>
                  <a:pt x="83979" y="5568"/>
                  <a:pt x="84023" y="5525"/>
                </a:cubicBezTo>
                <a:close/>
                <a:moveTo>
                  <a:pt x="105652" y="5743"/>
                </a:moveTo>
                <a:cubicBezTo>
                  <a:pt x="105667" y="5802"/>
                  <a:pt x="105681" y="5860"/>
                  <a:pt x="105681" y="5918"/>
                </a:cubicBezTo>
                <a:cubicBezTo>
                  <a:pt x="105652" y="5874"/>
                  <a:pt x="105623" y="5816"/>
                  <a:pt x="105594" y="5772"/>
                </a:cubicBezTo>
                <a:lnTo>
                  <a:pt x="105652" y="5743"/>
                </a:lnTo>
                <a:close/>
                <a:moveTo>
                  <a:pt x="61505" y="5248"/>
                </a:moveTo>
                <a:cubicBezTo>
                  <a:pt x="61564" y="5364"/>
                  <a:pt x="61622" y="5481"/>
                  <a:pt x="61666" y="5612"/>
                </a:cubicBezTo>
                <a:cubicBezTo>
                  <a:pt x="61578" y="5714"/>
                  <a:pt x="61491" y="5831"/>
                  <a:pt x="61374" y="5947"/>
                </a:cubicBezTo>
                <a:cubicBezTo>
                  <a:pt x="61374" y="5831"/>
                  <a:pt x="61389" y="5700"/>
                  <a:pt x="61403" y="5568"/>
                </a:cubicBezTo>
                <a:cubicBezTo>
                  <a:pt x="61433" y="5466"/>
                  <a:pt x="61462" y="5364"/>
                  <a:pt x="61505" y="5248"/>
                </a:cubicBezTo>
                <a:close/>
                <a:moveTo>
                  <a:pt x="89518" y="5758"/>
                </a:moveTo>
                <a:cubicBezTo>
                  <a:pt x="89532" y="5772"/>
                  <a:pt x="89547" y="5802"/>
                  <a:pt x="89562" y="5816"/>
                </a:cubicBezTo>
                <a:cubicBezTo>
                  <a:pt x="89503" y="5860"/>
                  <a:pt x="89430" y="5904"/>
                  <a:pt x="89372" y="5947"/>
                </a:cubicBezTo>
                <a:cubicBezTo>
                  <a:pt x="89416" y="5874"/>
                  <a:pt x="89460" y="5816"/>
                  <a:pt x="89518" y="5758"/>
                </a:cubicBezTo>
                <a:close/>
                <a:moveTo>
                  <a:pt x="94400" y="4198"/>
                </a:moveTo>
                <a:cubicBezTo>
                  <a:pt x="94459" y="4300"/>
                  <a:pt x="94532" y="4402"/>
                  <a:pt x="94590" y="4490"/>
                </a:cubicBezTo>
                <a:cubicBezTo>
                  <a:pt x="94575" y="4665"/>
                  <a:pt x="94575" y="4825"/>
                  <a:pt x="94575" y="5015"/>
                </a:cubicBezTo>
                <a:cubicBezTo>
                  <a:pt x="94357" y="5277"/>
                  <a:pt x="94138" y="5583"/>
                  <a:pt x="93963" y="5947"/>
                </a:cubicBezTo>
                <a:cubicBezTo>
                  <a:pt x="93905" y="5656"/>
                  <a:pt x="93817" y="5379"/>
                  <a:pt x="93715" y="5117"/>
                </a:cubicBezTo>
                <a:lnTo>
                  <a:pt x="93715" y="5029"/>
                </a:lnTo>
                <a:cubicBezTo>
                  <a:pt x="93934" y="4752"/>
                  <a:pt x="94153" y="4461"/>
                  <a:pt x="94400" y="4198"/>
                </a:cubicBezTo>
                <a:close/>
                <a:moveTo>
                  <a:pt x="36918" y="5496"/>
                </a:moveTo>
                <a:cubicBezTo>
                  <a:pt x="36933" y="5641"/>
                  <a:pt x="36947" y="5802"/>
                  <a:pt x="36947" y="5962"/>
                </a:cubicBezTo>
                <a:cubicBezTo>
                  <a:pt x="36947" y="5962"/>
                  <a:pt x="36947" y="5962"/>
                  <a:pt x="36933" y="5976"/>
                </a:cubicBezTo>
                <a:cubicBezTo>
                  <a:pt x="36918" y="5947"/>
                  <a:pt x="36889" y="5933"/>
                  <a:pt x="36874" y="5918"/>
                </a:cubicBezTo>
                <a:cubicBezTo>
                  <a:pt x="36889" y="5772"/>
                  <a:pt x="36903" y="5641"/>
                  <a:pt x="36918" y="5496"/>
                </a:cubicBezTo>
                <a:close/>
                <a:moveTo>
                  <a:pt x="112079" y="3295"/>
                </a:moveTo>
                <a:cubicBezTo>
                  <a:pt x="112313" y="3557"/>
                  <a:pt x="112502" y="3776"/>
                  <a:pt x="112648" y="3994"/>
                </a:cubicBezTo>
                <a:cubicBezTo>
                  <a:pt x="112313" y="4592"/>
                  <a:pt x="112021" y="5291"/>
                  <a:pt x="111875" y="5976"/>
                </a:cubicBezTo>
                <a:cubicBezTo>
                  <a:pt x="111759" y="5510"/>
                  <a:pt x="111628" y="5131"/>
                  <a:pt x="111540" y="4883"/>
                </a:cubicBezTo>
                <a:cubicBezTo>
                  <a:pt x="111467" y="4694"/>
                  <a:pt x="111424" y="4578"/>
                  <a:pt x="111424" y="4577"/>
                </a:cubicBezTo>
                <a:lnTo>
                  <a:pt x="111424" y="4577"/>
                </a:lnTo>
                <a:cubicBezTo>
                  <a:pt x="111453" y="4694"/>
                  <a:pt x="111467" y="4811"/>
                  <a:pt x="111482" y="4942"/>
                </a:cubicBezTo>
                <a:cubicBezTo>
                  <a:pt x="111424" y="5000"/>
                  <a:pt x="111351" y="5087"/>
                  <a:pt x="111249" y="5204"/>
                </a:cubicBezTo>
                <a:cubicBezTo>
                  <a:pt x="111234" y="5029"/>
                  <a:pt x="111205" y="4854"/>
                  <a:pt x="111190" y="4679"/>
                </a:cubicBezTo>
                <a:cubicBezTo>
                  <a:pt x="111365" y="4257"/>
                  <a:pt x="111642" y="3863"/>
                  <a:pt x="112079" y="3295"/>
                </a:cubicBezTo>
                <a:close/>
                <a:moveTo>
                  <a:pt x="85160" y="5743"/>
                </a:moveTo>
                <a:cubicBezTo>
                  <a:pt x="85160" y="5816"/>
                  <a:pt x="85175" y="5889"/>
                  <a:pt x="85189" y="5962"/>
                </a:cubicBezTo>
                <a:cubicBezTo>
                  <a:pt x="85160" y="5962"/>
                  <a:pt x="85145" y="5976"/>
                  <a:pt x="85131" y="5991"/>
                </a:cubicBezTo>
                <a:cubicBezTo>
                  <a:pt x="85131" y="5918"/>
                  <a:pt x="85145" y="5831"/>
                  <a:pt x="85160" y="5743"/>
                </a:cubicBezTo>
                <a:close/>
                <a:moveTo>
                  <a:pt x="89066" y="3921"/>
                </a:moveTo>
                <a:cubicBezTo>
                  <a:pt x="89372" y="4300"/>
                  <a:pt x="89576" y="4621"/>
                  <a:pt x="89722" y="4942"/>
                </a:cubicBezTo>
                <a:cubicBezTo>
                  <a:pt x="89722" y="5073"/>
                  <a:pt x="89707" y="5189"/>
                  <a:pt x="89693" y="5306"/>
                </a:cubicBezTo>
                <a:cubicBezTo>
                  <a:pt x="89620" y="5350"/>
                  <a:pt x="89562" y="5408"/>
                  <a:pt x="89489" y="5452"/>
                </a:cubicBezTo>
                <a:cubicBezTo>
                  <a:pt x="89212" y="5219"/>
                  <a:pt x="89008" y="5088"/>
                  <a:pt x="89008" y="5087"/>
                </a:cubicBezTo>
                <a:lnTo>
                  <a:pt x="89008" y="5087"/>
                </a:lnTo>
                <a:cubicBezTo>
                  <a:pt x="89139" y="5262"/>
                  <a:pt x="89256" y="5408"/>
                  <a:pt x="89372" y="5568"/>
                </a:cubicBezTo>
                <a:cubicBezTo>
                  <a:pt x="89226" y="5700"/>
                  <a:pt x="89081" y="5845"/>
                  <a:pt x="88949" y="6006"/>
                </a:cubicBezTo>
                <a:cubicBezTo>
                  <a:pt x="88906" y="5874"/>
                  <a:pt x="88862" y="5729"/>
                  <a:pt x="88818" y="5598"/>
                </a:cubicBezTo>
                <a:cubicBezTo>
                  <a:pt x="88847" y="5510"/>
                  <a:pt x="88877" y="5408"/>
                  <a:pt x="88906" y="5306"/>
                </a:cubicBezTo>
                <a:lnTo>
                  <a:pt x="88906" y="5306"/>
                </a:lnTo>
                <a:cubicBezTo>
                  <a:pt x="88906" y="5306"/>
                  <a:pt x="88862" y="5379"/>
                  <a:pt x="88789" y="5510"/>
                </a:cubicBezTo>
                <a:cubicBezTo>
                  <a:pt x="88673" y="5204"/>
                  <a:pt x="88527" y="4898"/>
                  <a:pt x="88381" y="4606"/>
                </a:cubicBezTo>
                <a:cubicBezTo>
                  <a:pt x="88556" y="4402"/>
                  <a:pt x="88789" y="4184"/>
                  <a:pt x="89066" y="3921"/>
                </a:cubicBezTo>
                <a:close/>
                <a:moveTo>
                  <a:pt x="71883" y="4723"/>
                </a:moveTo>
                <a:cubicBezTo>
                  <a:pt x="71999" y="4825"/>
                  <a:pt x="72101" y="4927"/>
                  <a:pt x="72189" y="5029"/>
                </a:cubicBezTo>
                <a:cubicBezTo>
                  <a:pt x="71999" y="5321"/>
                  <a:pt x="71824" y="5656"/>
                  <a:pt x="71722" y="6020"/>
                </a:cubicBezTo>
                <a:cubicBezTo>
                  <a:pt x="71649" y="5889"/>
                  <a:pt x="71606" y="5758"/>
                  <a:pt x="71562" y="5627"/>
                </a:cubicBezTo>
                <a:cubicBezTo>
                  <a:pt x="71708" y="5306"/>
                  <a:pt x="71810" y="5000"/>
                  <a:pt x="71883" y="4723"/>
                </a:cubicBezTo>
                <a:close/>
                <a:moveTo>
                  <a:pt x="59392" y="2887"/>
                </a:moveTo>
                <a:cubicBezTo>
                  <a:pt x="59465" y="2974"/>
                  <a:pt x="59538" y="3047"/>
                  <a:pt x="59596" y="3120"/>
                </a:cubicBezTo>
                <a:lnTo>
                  <a:pt x="59596" y="3134"/>
                </a:lnTo>
                <a:cubicBezTo>
                  <a:pt x="59465" y="3062"/>
                  <a:pt x="59392" y="3032"/>
                  <a:pt x="59392" y="3032"/>
                </a:cubicBezTo>
                <a:lnTo>
                  <a:pt x="59392" y="3032"/>
                </a:lnTo>
                <a:cubicBezTo>
                  <a:pt x="59538" y="3149"/>
                  <a:pt x="59669" y="3266"/>
                  <a:pt x="59786" y="3368"/>
                </a:cubicBezTo>
                <a:cubicBezTo>
                  <a:pt x="59844" y="3441"/>
                  <a:pt x="59902" y="3513"/>
                  <a:pt x="59946" y="3586"/>
                </a:cubicBezTo>
                <a:cubicBezTo>
                  <a:pt x="59829" y="3790"/>
                  <a:pt x="59727" y="4009"/>
                  <a:pt x="59625" y="4242"/>
                </a:cubicBezTo>
                <a:cubicBezTo>
                  <a:pt x="59567" y="4315"/>
                  <a:pt x="59494" y="4402"/>
                  <a:pt x="59436" y="4490"/>
                </a:cubicBezTo>
                <a:cubicBezTo>
                  <a:pt x="59378" y="4082"/>
                  <a:pt x="59334" y="3674"/>
                  <a:pt x="59348" y="3266"/>
                </a:cubicBezTo>
                <a:lnTo>
                  <a:pt x="59348" y="3266"/>
                </a:lnTo>
                <a:cubicBezTo>
                  <a:pt x="59348" y="3266"/>
                  <a:pt x="59115" y="4067"/>
                  <a:pt x="59071" y="5117"/>
                </a:cubicBezTo>
                <a:cubicBezTo>
                  <a:pt x="58940" y="5394"/>
                  <a:pt x="58838" y="5700"/>
                  <a:pt x="58780" y="6035"/>
                </a:cubicBezTo>
                <a:cubicBezTo>
                  <a:pt x="58693" y="5700"/>
                  <a:pt x="58634" y="5321"/>
                  <a:pt x="58576" y="4927"/>
                </a:cubicBezTo>
                <a:cubicBezTo>
                  <a:pt x="58707" y="4738"/>
                  <a:pt x="58853" y="4519"/>
                  <a:pt x="59028" y="4271"/>
                </a:cubicBezTo>
                <a:lnTo>
                  <a:pt x="59028" y="4271"/>
                </a:lnTo>
                <a:cubicBezTo>
                  <a:pt x="59028" y="4271"/>
                  <a:pt x="58824" y="4417"/>
                  <a:pt x="58532" y="4679"/>
                </a:cubicBezTo>
                <a:cubicBezTo>
                  <a:pt x="58518" y="4548"/>
                  <a:pt x="58503" y="4402"/>
                  <a:pt x="58503" y="4257"/>
                </a:cubicBezTo>
                <a:cubicBezTo>
                  <a:pt x="58678" y="3849"/>
                  <a:pt x="58940" y="3441"/>
                  <a:pt x="59392" y="2887"/>
                </a:cubicBezTo>
                <a:close/>
                <a:moveTo>
                  <a:pt x="85320" y="4665"/>
                </a:moveTo>
                <a:cubicBezTo>
                  <a:pt x="85335" y="4956"/>
                  <a:pt x="85393" y="5321"/>
                  <a:pt x="85539" y="5714"/>
                </a:cubicBezTo>
                <a:cubicBezTo>
                  <a:pt x="85495" y="5845"/>
                  <a:pt x="85466" y="5976"/>
                  <a:pt x="85437" y="6093"/>
                </a:cubicBezTo>
                <a:cubicBezTo>
                  <a:pt x="85350" y="5845"/>
                  <a:pt x="85262" y="5641"/>
                  <a:pt x="85189" y="5481"/>
                </a:cubicBezTo>
                <a:cubicBezTo>
                  <a:pt x="85218" y="5233"/>
                  <a:pt x="85262" y="4956"/>
                  <a:pt x="85320" y="4665"/>
                </a:cubicBezTo>
                <a:close/>
                <a:moveTo>
                  <a:pt x="91544" y="5802"/>
                </a:moveTo>
                <a:cubicBezTo>
                  <a:pt x="91573" y="5845"/>
                  <a:pt x="91602" y="5904"/>
                  <a:pt x="91617" y="5947"/>
                </a:cubicBezTo>
                <a:cubicBezTo>
                  <a:pt x="91573" y="5991"/>
                  <a:pt x="91515" y="6049"/>
                  <a:pt x="91442" y="6108"/>
                </a:cubicBezTo>
                <a:cubicBezTo>
                  <a:pt x="91485" y="6006"/>
                  <a:pt x="91515" y="5904"/>
                  <a:pt x="91544" y="5802"/>
                </a:cubicBezTo>
                <a:close/>
                <a:moveTo>
                  <a:pt x="33901" y="5860"/>
                </a:moveTo>
                <a:cubicBezTo>
                  <a:pt x="33974" y="5904"/>
                  <a:pt x="34032" y="5947"/>
                  <a:pt x="34105" y="5991"/>
                </a:cubicBezTo>
                <a:cubicBezTo>
                  <a:pt x="34091" y="6035"/>
                  <a:pt x="34061" y="6093"/>
                  <a:pt x="34047" y="6137"/>
                </a:cubicBezTo>
                <a:cubicBezTo>
                  <a:pt x="33989" y="6049"/>
                  <a:pt x="33945" y="5947"/>
                  <a:pt x="33901" y="5860"/>
                </a:cubicBezTo>
                <a:close/>
                <a:moveTo>
                  <a:pt x="81779" y="5204"/>
                </a:moveTo>
                <a:cubicBezTo>
                  <a:pt x="81808" y="5262"/>
                  <a:pt x="81837" y="5321"/>
                  <a:pt x="81866" y="5364"/>
                </a:cubicBezTo>
                <a:cubicBezTo>
                  <a:pt x="81866" y="5525"/>
                  <a:pt x="81866" y="5670"/>
                  <a:pt x="81866" y="5831"/>
                </a:cubicBezTo>
                <a:cubicBezTo>
                  <a:pt x="81808" y="5933"/>
                  <a:pt x="81750" y="6035"/>
                  <a:pt x="81691" y="6137"/>
                </a:cubicBezTo>
                <a:cubicBezTo>
                  <a:pt x="81648" y="6064"/>
                  <a:pt x="81604" y="6006"/>
                  <a:pt x="81560" y="5933"/>
                </a:cubicBezTo>
                <a:cubicBezTo>
                  <a:pt x="81618" y="5670"/>
                  <a:pt x="81677" y="5437"/>
                  <a:pt x="81779" y="5204"/>
                </a:cubicBezTo>
                <a:close/>
                <a:moveTo>
                  <a:pt x="106220" y="5845"/>
                </a:moveTo>
                <a:cubicBezTo>
                  <a:pt x="106177" y="5962"/>
                  <a:pt x="106147" y="6064"/>
                  <a:pt x="106104" y="6166"/>
                </a:cubicBezTo>
                <a:cubicBezTo>
                  <a:pt x="106075" y="6122"/>
                  <a:pt x="106045" y="6079"/>
                  <a:pt x="106016" y="6035"/>
                </a:cubicBezTo>
                <a:cubicBezTo>
                  <a:pt x="106089" y="5976"/>
                  <a:pt x="106147" y="5918"/>
                  <a:pt x="106220" y="5845"/>
                </a:cubicBezTo>
                <a:close/>
                <a:moveTo>
                  <a:pt x="32502" y="4592"/>
                </a:moveTo>
                <a:cubicBezTo>
                  <a:pt x="32604" y="4723"/>
                  <a:pt x="32706" y="4840"/>
                  <a:pt x="32793" y="4956"/>
                </a:cubicBezTo>
                <a:cubicBezTo>
                  <a:pt x="32589" y="5291"/>
                  <a:pt x="32400" y="5714"/>
                  <a:pt x="32312" y="6181"/>
                </a:cubicBezTo>
                <a:cubicBezTo>
                  <a:pt x="32196" y="5874"/>
                  <a:pt x="32050" y="5583"/>
                  <a:pt x="31904" y="5306"/>
                </a:cubicBezTo>
                <a:cubicBezTo>
                  <a:pt x="32050" y="5087"/>
                  <a:pt x="32254" y="4854"/>
                  <a:pt x="32502" y="4592"/>
                </a:cubicBezTo>
                <a:close/>
                <a:moveTo>
                  <a:pt x="74812" y="5641"/>
                </a:moveTo>
                <a:cubicBezTo>
                  <a:pt x="74841" y="5802"/>
                  <a:pt x="74856" y="5976"/>
                  <a:pt x="74885" y="6181"/>
                </a:cubicBezTo>
                <a:cubicBezTo>
                  <a:pt x="74870" y="6195"/>
                  <a:pt x="74870" y="6224"/>
                  <a:pt x="74856" y="6239"/>
                </a:cubicBezTo>
                <a:cubicBezTo>
                  <a:pt x="74841" y="6195"/>
                  <a:pt x="74812" y="6151"/>
                  <a:pt x="74797" y="6093"/>
                </a:cubicBezTo>
                <a:cubicBezTo>
                  <a:pt x="74797" y="5947"/>
                  <a:pt x="74797" y="5802"/>
                  <a:pt x="74812" y="5641"/>
                </a:cubicBezTo>
                <a:close/>
                <a:moveTo>
                  <a:pt x="73879" y="3659"/>
                </a:moveTo>
                <a:cubicBezTo>
                  <a:pt x="74098" y="3936"/>
                  <a:pt x="74258" y="4169"/>
                  <a:pt x="74389" y="4402"/>
                </a:cubicBezTo>
                <a:cubicBezTo>
                  <a:pt x="74010" y="4956"/>
                  <a:pt x="73646" y="5583"/>
                  <a:pt x="73427" y="6253"/>
                </a:cubicBezTo>
                <a:cubicBezTo>
                  <a:pt x="73282" y="5933"/>
                  <a:pt x="73063" y="5656"/>
                  <a:pt x="72844" y="5423"/>
                </a:cubicBezTo>
                <a:cubicBezTo>
                  <a:pt x="72830" y="5262"/>
                  <a:pt x="72830" y="5087"/>
                  <a:pt x="72830" y="4927"/>
                </a:cubicBezTo>
                <a:cubicBezTo>
                  <a:pt x="73063" y="4534"/>
                  <a:pt x="73369" y="4169"/>
                  <a:pt x="73879" y="3659"/>
                </a:cubicBezTo>
                <a:close/>
                <a:moveTo>
                  <a:pt x="109354" y="3790"/>
                </a:moveTo>
                <a:lnTo>
                  <a:pt x="109354" y="3790"/>
                </a:lnTo>
                <a:cubicBezTo>
                  <a:pt x="109252" y="4184"/>
                  <a:pt x="109237" y="4621"/>
                  <a:pt x="109310" y="5087"/>
                </a:cubicBezTo>
                <a:cubicBezTo>
                  <a:pt x="109281" y="5131"/>
                  <a:pt x="109237" y="5160"/>
                  <a:pt x="109208" y="5204"/>
                </a:cubicBezTo>
                <a:cubicBezTo>
                  <a:pt x="109204" y="5213"/>
                  <a:pt x="109199" y="5223"/>
                  <a:pt x="109194" y="5233"/>
                </a:cubicBezTo>
                <a:cubicBezTo>
                  <a:pt x="108975" y="5510"/>
                  <a:pt x="108785" y="5831"/>
                  <a:pt x="108625" y="6181"/>
                </a:cubicBezTo>
                <a:cubicBezTo>
                  <a:pt x="108581" y="6210"/>
                  <a:pt x="108523" y="6239"/>
                  <a:pt x="108465" y="6283"/>
                </a:cubicBezTo>
                <a:cubicBezTo>
                  <a:pt x="108494" y="6166"/>
                  <a:pt x="108538" y="6049"/>
                  <a:pt x="108567" y="5933"/>
                </a:cubicBezTo>
                <a:lnTo>
                  <a:pt x="108567" y="5933"/>
                </a:lnTo>
                <a:cubicBezTo>
                  <a:pt x="108567" y="5933"/>
                  <a:pt x="108509" y="6049"/>
                  <a:pt x="108392" y="6253"/>
                </a:cubicBezTo>
                <a:cubicBezTo>
                  <a:pt x="108348" y="5976"/>
                  <a:pt x="108319" y="5685"/>
                  <a:pt x="108290" y="5394"/>
                </a:cubicBezTo>
                <a:cubicBezTo>
                  <a:pt x="108334" y="5262"/>
                  <a:pt x="108392" y="5146"/>
                  <a:pt x="108450" y="5015"/>
                </a:cubicBezTo>
                <a:cubicBezTo>
                  <a:pt x="108654" y="4636"/>
                  <a:pt x="108917" y="4271"/>
                  <a:pt x="109354" y="3790"/>
                </a:cubicBezTo>
                <a:close/>
                <a:moveTo>
                  <a:pt x="36962" y="6210"/>
                </a:moveTo>
                <a:lnTo>
                  <a:pt x="36962" y="6283"/>
                </a:lnTo>
                <a:lnTo>
                  <a:pt x="36874" y="6355"/>
                </a:lnTo>
                <a:lnTo>
                  <a:pt x="36860" y="6312"/>
                </a:lnTo>
                <a:cubicBezTo>
                  <a:pt x="36889" y="6283"/>
                  <a:pt x="36918" y="6253"/>
                  <a:pt x="36962" y="6210"/>
                </a:cubicBezTo>
                <a:close/>
                <a:moveTo>
                  <a:pt x="83965" y="5947"/>
                </a:moveTo>
                <a:lnTo>
                  <a:pt x="83965" y="5947"/>
                </a:lnTo>
                <a:cubicBezTo>
                  <a:pt x="84052" y="6035"/>
                  <a:pt x="84125" y="6108"/>
                  <a:pt x="84184" y="6181"/>
                </a:cubicBezTo>
                <a:cubicBezTo>
                  <a:pt x="84154" y="6239"/>
                  <a:pt x="84111" y="6297"/>
                  <a:pt x="84067" y="6370"/>
                </a:cubicBezTo>
                <a:cubicBezTo>
                  <a:pt x="84038" y="6239"/>
                  <a:pt x="84009" y="6093"/>
                  <a:pt x="83965" y="5947"/>
                </a:cubicBezTo>
                <a:close/>
                <a:moveTo>
                  <a:pt x="105156" y="6020"/>
                </a:moveTo>
                <a:lnTo>
                  <a:pt x="105156" y="6020"/>
                </a:lnTo>
                <a:cubicBezTo>
                  <a:pt x="105127" y="6137"/>
                  <a:pt x="105098" y="6253"/>
                  <a:pt x="105054" y="6370"/>
                </a:cubicBezTo>
                <a:cubicBezTo>
                  <a:pt x="105025" y="6297"/>
                  <a:pt x="104982" y="6224"/>
                  <a:pt x="104952" y="6151"/>
                </a:cubicBezTo>
                <a:cubicBezTo>
                  <a:pt x="105011" y="6108"/>
                  <a:pt x="105084" y="6064"/>
                  <a:pt x="105156" y="6020"/>
                </a:cubicBezTo>
                <a:close/>
                <a:moveTo>
                  <a:pt x="35533" y="5481"/>
                </a:moveTo>
                <a:cubicBezTo>
                  <a:pt x="35577" y="5568"/>
                  <a:pt x="35621" y="5656"/>
                  <a:pt x="35650" y="5743"/>
                </a:cubicBezTo>
                <a:cubicBezTo>
                  <a:pt x="35635" y="5787"/>
                  <a:pt x="35533" y="6035"/>
                  <a:pt x="35475" y="6399"/>
                </a:cubicBezTo>
                <a:cubicBezTo>
                  <a:pt x="35475" y="6108"/>
                  <a:pt x="35490" y="5787"/>
                  <a:pt x="35533" y="5481"/>
                </a:cubicBezTo>
                <a:close/>
                <a:moveTo>
                  <a:pt x="88090" y="6122"/>
                </a:moveTo>
                <a:cubicBezTo>
                  <a:pt x="88090" y="6195"/>
                  <a:pt x="88104" y="6268"/>
                  <a:pt x="88119" y="6341"/>
                </a:cubicBezTo>
                <a:cubicBezTo>
                  <a:pt x="88075" y="6355"/>
                  <a:pt x="88017" y="6385"/>
                  <a:pt x="87973" y="6414"/>
                </a:cubicBezTo>
                <a:cubicBezTo>
                  <a:pt x="88002" y="6312"/>
                  <a:pt x="88046" y="6210"/>
                  <a:pt x="88090" y="6122"/>
                </a:cubicBezTo>
                <a:close/>
                <a:moveTo>
                  <a:pt x="105477" y="6020"/>
                </a:moveTo>
                <a:cubicBezTo>
                  <a:pt x="105506" y="6108"/>
                  <a:pt x="105535" y="6195"/>
                  <a:pt x="105550" y="6283"/>
                </a:cubicBezTo>
                <a:cubicBezTo>
                  <a:pt x="105506" y="6341"/>
                  <a:pt x="105448" y="6385"/>
                  <a:pt x="105390" y="6443"/>
                </a:cubicBezTo>
                <a:cubicBezTo>
                  <a:pt x="105390" y="6428"/>
                  <a:pt x="105375" y="6428"/>
                  <a:pt x="105375" y="6414"/>
                </a:cubicBezTo>
                <a:cubicBezTo>
                  <a:pt x="105404" y="6283"/>
                  <a:pt x="105433" y="6151"/>
                  <a:pt x="105477" y="6020"/>
                </a:cubicBezTo>
                <a:close/>
                <a:moveTo>
                  <a:pt x="105433" y="5874"/>
                </a:moveTo>
                <a:cubicBezTo>
                  <a:pt x="105433" y="5889"/>
                  <a:pt x="105448" y="5918"/>
                  <a:pt x="105448" y="5933"/>
                </a:cubicBezTo>
                <a:cubicBezTo>
                  <a:pt x="105404" y="6035"/>
                  <a:pt x="105346" y="6151"/>
                  <a:pt x="105273" y="6297"/>
                </a:cubicBezTo>
                <a:cubicBezTo>
                  <a:pt x="105244" y="6355"/>
                  <a:pt x="105229" y="6399"/>
                  <a:pt x="105200" y="6457"/>
                </a:cubicBezTo>
                <a:cubicBezTo>
                  <a:pt x="105200" y="6399"/>
                  <a:pt x="105215" y="6341"/>
                  <a:pt x="105215" y="6283"/>
                </a:cubicBezTo>
                <a:cubicBezTo>
                  <a:pt x="105215" y="6166"/>
                  <a:pt x="105215" y="6064"/>
                  <a:pt x="105215" y="5991"/>
                </a:cubicBezTo>
                <a:cubicBezTo>
                  <a:pt x="105288" y="5947"/>
                  <a:pt x="105360" y="5904"/>
                  <a:pt x="105433" y="5874"/>
                </a:cubicBezTo>
                <a:close/>
                <a:moveTo>
                  <a:pt x="105973" y="6283"/>
                </a:moveTo>
                <a:cubicBezTo>
                  <a:pt x="105987" y="6312"/>
                  <a:pt x="105987" y="6341"/>
                  <a:pt x="106002" y="6370"/>
                </a:cubicBezTo>
                <a:cubicBezTo>
                  <a:pt x="105987" y="6399"/>
                  <a:pt x="105973" y="6428"/>
                  <a:pt x="105958" y="6457"/>
                </a:cubicBezTo>
                <a:cubicBezTo>
                  <a:pt x="105973" y="6399"/>
                  <a:pt x="105973" y="6341"/>
                  <a:pt x="105973" y="6283"/>
                </a:cubicBezTo>
                <a:close/>
                <a:moveTo>
                  <a:pt x="77989" y="5189"/>
                </a:moveTo>
                <a:cubicBezTo>
                  <a:pt x="78252" y="5452"/>
                  <a:pt x="78456" y="5656"/>
                  <a:pt x="78616" y="5831"/>
                </a:cubicBezTo>
                <a:cubicBezTo>
                  <a:pt x="78631" y="6049"/>
                  <a:pt x="78572" y="6268"/>
                  <a:pt x="78485" y="6472"/>
                </a:cubicBezTo>
                <a:cubicBezTo>
                  <a:pt x="78383" y="6181"/>
                  <a:pt x="78237" y="5918"/>
                  <a:pt x="78062" y="5685"/>
                </a:cubicBezTo>
                <a:cubicBezTo>
                  <a:pt x="78018" y="5539"/>
                  <a:pt x="77975" y="5408"/>
                  <a:pt x="77916" y="5291"/>
                </a:cubicBezTo>
                <a:cubicBezTo>
                  <a:pt x="77946" y="5262"/>
                  <a:pt x="77960" y="5233"/>
                  <a:pt x="77989" y="5189"/>
                </a:cubicBezTo>
                <a:close/>
                <a:moveTo>
                  <a:pt x="45663" y="5787"/>
                </a:moveTo>
                <a:cubicBezTo>
                  <a:pt x="45736" y="5933"/>
                  <a:pt x="45809" y="6108"/>
                  <a:pt x="45881" y="6297"/>
                </a:cubicBezTo>
                <a:cubicBezTo>
                  <a:pt x="45867" y="6355"/>
                  <a:pt x="45852" y="6414"/>
                  <a:pt x="45838" y="6487"/>
                </a:cubicBezTo>
                <a:cubicBezTo>
                  <a:pt x="45779" y="6253"/>
                  <a:pt x="45721" y="6020"/>
                  <a:pt x="45663" y="5787"/>
                </a:cubicBezTo>
                <a:close/>
                <a:moveTo>
                  <a:pt x="79636" y="5816"/>
                </a:moveTo>
                <a:cubicBezTo>
                  <a:pt x="79651" y="6049"/>
                  <a:pt x="79651" y="6283"/>
                  <a:pt x="79651" y="6516"/>
                </a:cubicBezTo>
                <a:cubicBezTo>
                  <a:pt x="79607" y="6399"/>
                  <a:pt x="79549" y="6283"/>
                  <a:pt x="79505" y="6166"/>
                </a:cubicBezTo>
                <a:cubicBezTo>
                  <a:pt x="79534" y="6049"/>
                  <a:pt x="79578" y="5933"/>
                  <a:pt x="79636" y="5816"/>
                </a:cubicBezTo>
                <a:close/>
                <a:moveTo>
                  <a:pt x="85189" y="6006"/>
                </a:moveTo>
                <a:cubicBezTo>
                  <a:pt x="85204" y="6181"/>
                  <a:pt x="85218" y="6355"/>
                  <a:pt x="85218" y="6530"/>
                </a:cubicBezTo>
                <a:cubicBezTo>
                  <a:pt x="85175" y="6472"/>
                  <a:pt x="85145" y="6414"/>
                  <a:pt x="85102" y="6355"/>
                </a:cubicBezTo>
                <a:cubicBezTo>
                  <a:pt x="85102" y="6268"/>
                  <a:pt x="85116" y="6166"/>
                  <a:pt x="85116" y="6049"/>
                </a:cubicBezTo>
                <a:cubicBezTo>
                  <a:pt x="85145" y="6035"/>
                  <a:pt x="85160" y="6020"/>
                  <a:pt x="85189" y="6006"/>
                </a:cubicBezTo>
                <a:close/>
                <a:moveTo>
                  <a:pt x="109631" y="6122"/>
                </a:moveTo>
                <a:cubicBezTo>
                  <a:pt x="109675" y="6224"/>
                  <a:pt x="109733" y="6341"/>
                  <a:pt x="109791" y="6443"/>
                </a:cubicBezTo>
                <a:cubicBezTo>
                  <a:pt x="109777" y="6472"/>
                  <a:pt x="109762" y="6516"/>
                  <a:pt x="109747" y="6545"/>
                </a:cubicBezTo>
                <a:cubicBezTo>
                  <a:pt x="109733" y="6516"/>
                  <a:pt x="109718" y="6487"/>
                  <a:pt x="109704" y="6457"/>
                </a:cubicBezTo>
                <a:cubicBezTo>
                  <a:pt x="109718" y="6443"/>
                  <a:pt x="109733" y="6428"/>
                  <a:pt x="109747" y="6414"/>
                </a:cubicBezTo>
                <a:lnTo>
                  <a:pt x="109747" y="6414"/>
                </a:lnTo>
                <a:cubicBezTo>
                  <a:pt x="109747" y="6414"/>
                  <a:pt x="109718" y="6414"/>
                  <a:pt x="109689" y="6443"/>
                </a:cubicBezTo>
                <a:cubicBezTo>
                  <a:pt x="109631" y="6355"/>
                  <a:pt x="109587" y="6283"/>
                  <a:pt x="109543" y="6224"/>
                </a:cubicBezTo>
                <a:cubicBezTo>
                  <a:pt x="109558" y="6195"/>
                  <a:pt x="109602" y="6166"/>
                  <a:pt x="109631" y="6122"/>
                </a:cubicBezTo>
                <a:close/>
                <a:moveTo>
                  <a:pt x="87915" y="5233"/>
                </a:moveTo>
                <a:cubicBezTo>
                  <a:pt x="87988" y="5539"/>
                  <a:pt x="88031" y="5831"/>
                  <a:pt x="88075" y="6093"/>
                </a:cubicBezTo>
                <a:cubicBezTo>
                  <a:pt x="88031" y="6166"/>
                  <a:pt x="87944" y="6297"/>
                  <a:pt x="87827" y="6501"/>
                </a:cubicBezTo>
                <a:cubicBezTo>
                  <a:pt x="87798" y="6516"/>
                  <a:pt x="87754" y="6530"/>
                  <a:pt x="87725" y="6559"/>
                </a:cubicBezTo>
                <a:cubicBezTo>
                  <a:pt x="87681" y="6399"/>
                  <a:pt x="87623" y="6239"/>
                  <a:pt x="87550" y="6079"/>
                </a:cubicBezTo>
                <a:cubicBezTo>
                  <a:pt x="87565" y="6006"/>
                  <a:pt x="87579" y="5947"/>
                  <a:pt x="87594" y="5874"/>
                </a:cubicBezTo>
                <a:cubicBezTo>
                  <a:pt x="87696" y="5641"/>
                  <a:pt x="87798" y="5423"/>
                  <a:pt x="87915" y="5233"/>
                </a:cubicBezTo>
                <a:close/>
                <a:moveTo>
                  <a:pt x="104813" y="6257"/>
                </a:moveTo>
                <a:lnTo>
                  <a:pt x="104813" y="6257"/>
                </a:lnTo>
                <a:cubicBezTo>
                  <a:pt x="104840" y="6336"/>
                  <a:pt x="104866" y="6405"/>
                  <a:pt x="104879" y="6487"/>
                </a:cubicBezTo>
                <a:cubicBezTo>
                  <a:pt x="104850" y="6501"/>
                  <a:pt x="104807" y="6530"/>
                  <a:pt x="104763" y="6574"/>
                </a:cubicBezTo>
                <a:cubicBezTo>
                  <a:pt x="104763" y="6516"/>
                  <a:pt x="104748" y="6472"/>
                  <a:pt x="104748" y="6414"/>
                </a:cubicBezTo>
                <a:cubicBezTo>
                  <a:pt x="104774" y="6361"/>
                  <a:pt x="104789" y="6309"/>
                  <a:pt x="104813" y="6257"/>
                </a:cubicBezTo>
                <a:close/>
                <a:moveTo>
                  <a:pt x="71023" y="6501"/>
                </a:moveTo>
                <a:cubicBezTo>
                  <a:pt x="71037" y="6530"/>
                  <a:pt x="71052" y="6559"/>
                  <a:pt x="71066" y="6589"/>
                </a:cubicBezTo>
                <a:lnTo>
                  <a:pt x="70950" y="6589"/>
                </a:lnTo>
                <a:cubicBezTo>
                  <a:pt x="70964" y="6559"/>
                  <a:pt x="70994" y="6530"/>
                  <a:pt x="71023" y="6501"/>
                </a:cubicBezTo>
                <a:close/>
                <a:moveTo>
                  <a:pt x="69172" y="3761"/>
                </a:moveTo>
                <a:lnTo>
                  <a:pt x="69172" y="3776"/>
                </a:lnTo>
                <a:lnTo>
                  <a:pt x="69172" y="3790"/>
                </a:lnTo>
                <a:cubicBezTo>
                  <a:pt x="68778" y="4534"/>
                  <a:pt x="68414" y="5423"/>
                  <a:pt x="68341" y="6283"/>
                </a:cubicBezTo>
                <a:cubicBezTo>
                  <a:pt x="68283" y="6399"/>
                  <a:pt x="68210" y="6501"/>
                  <a:pt x="68151" y="6603"/>
                </a:cubicBezTo>
                <a:lnTo>
                  <a:pt x="68093" y="6603"/>
                </a:lnTo>
                <a:cubicBezTo>
                  <a:pt x="68064" y="6501"/>
                  <a:pt x="68049" y="6399"/>
                  <a:pt x="68020" y="6297"/>
                </a:cubicBezTo>
                <a:cubicBezTo>
                  <a:pt x="68268" y="5568"/>
                  <a:pt x="68647" y="4636"/>
                  <a:pt x="69172" y="3761"/>
                </a:cubicBezTo>
                <a:close/>
                <a:moveTo>
                  <a:pt x="72874" y="5889"/>
                </a:moveTo>
                <a:cubicBezTo>
                  <a:pt x="72976" y="6093"/>
                  <a:pt x="73049" y="6312"/>
                  <a:pt x="73136" y="6603"/>
                </a:cubicBezTo>
                <a:lnTo>
                  <a:pt x="72932" y="6603"/>
                </a:lnTo>
                <a:cubicBezTo>
                  <a:pt x="72903" y="6370"/>
                  <a:pt x="72888" y="6137"/>
                  <a:pt x="72874" y="5889"/>
                </a:cubicBezTo>
                <a:close/>
                <a:moveTo>
                  <a:pt x="66111" y="5802"/>
                </a:moveTo>
                <a:cubicBezTo>
                  <a:pt x="66213" y="6049"/>
                  <a:pt x="66359" y="6312"/>
                  <a:pt x="66534" y="6574"/>
                </a:cubicBezTo>
                <a:cubicBezTo>
                  <a:pt x="66534" y="6589"/>
                  <a:pt x="66519" y="6603"/>
                  <a:pt x="66519" y="6618"/>
                </a:cubicBezTo>
                <a:lnTo>
                  <a:pt x="66169" y="6618"/>
                </a:lnTo>
                <a:cubicBezTo>
                  <a:pt x="66140" y="6399"/>
                  <a:pt x="66096" y="6137"/>
                  <a:pt x="66082" y="5874"/>
                </a:cubicBezTo>
                <a:cubicBezTo>
                  <a:pt x="66082" y="5860"/>
                  <a:pt x="66096" y="5831"/>
                  <a:pt x="66111" y="5802"/>
                </a:cubicBezTo>
                <a:close/>
                <a:moveTo>
                  <a:pt x="108581" y="6283"/>
                </a:moveTo>
                <a:lnTo>
                  <a:pt x="108581" y="6283"/>
                </a:lnTo>
                <a:cubicBezTo>
                  <a:pt x="108538" y="6385"/>
                  <a:pt x="108494" y="6501"/>
                  <a:pt x="108465" y="6618"/>
                </a:cubicBezTo>
                <a:cubicBezTo>
                  <a:pt x="108450" y="6559"/>
                  <a:pt x="108436" y="6501"/>
                  <a:pt x="108436" y="6443"/>
                </a:cubicBezTo>
                <a:cubicBezTo>
                  <a:pt x="108479" y="6399"/>
                  <a:pt x="108523" y="6341"/>
                  <a:pt x="108581" y="6283"/>
                </a:cubicBezTo>
                <a:close/>
                <a:moveTo>
                  <a:pt x="98700" y="5918"/>
                </a:moveTo>
                <a:cubicBezTo>
                  <a:pt x="98729" y="6064"/>
                  <a:pt x="98744" y="6210"/>
                  <a:pt x="98787" y="6355"/>
                </a:cubicBezTo>
                <a:cubicBezTo>
                  <a:pt x="98714" y="6443"/>
                  <a:pt x="98642" y="6545"/>
                  <a:pt x="98554" y="6632"/>
                </a:cubicBezTo>
                <a:cubicBezTo>
                  <a:pt x="98540" y="6530"/>
                  <a:pt x="98525" y="6428"/>
                  <a:pt x="98525" y="6297"/>
                </a:cubicBezTo>
                <a:cubicBezTo>
                  <a:pt x="98540" y="6253"/>
                  <a:pt x="98554" y="6195"/>
                  <a:pt x="98583" y="6151"/>
                </a:cubicBezTo>
                <a:cubicBezTo>
                  <a:pt x="98612" y="6079"/>
                  <a:pt x="98656" y="5991"/>
                  <a:pt x="98700" y="5918"/>
                </a:cubicBezTo>
                <a:close/>
                <a:moveTo>
                  <a:pt x="111482" y="4971"/>
                </a:moveTo>
                <a:cubicBezTo>
                  <a:pt x="111569" y="5496"/>
                  <a:pt x="111613" y="6035"/>
                  <a:pt x="111613" y="6559"/>
                </a:cubicBezTo>
                <a:cubicBezTo>
                  <a:pt x="111613" y="6574"/>
                  <a:pt x="111598" y="6589"/>
                  <a:pt x="111584" y="6603"/>
                </a:cubicBezTo>
                <a:cubicBezTo>
                  <a:pt x="111569" y="6618"/>
                  <a:pt x="111540" y="6647"/>
                  <a:pt x="111526" y="6676"/>
                </a:cubicBezTo>
                <a:cubicBezTo>
                  <a:pt x="111482" y="6457"/>
                  <a:pt x="111424" y="6210"/>
                  <a:pt x="111365" y="5947"/>
                </a:cubicBezTo>
                <a:cubicBezTo>
                  <a:pt x="111438" y="5860"/>
                  <a:pt x="111496" y="5772"/>
                  <a:pt x="111569" y="5670"/>
                </a:cubicBezTo>
                <a:lnTo>
                  <a:pt x="111569" y="5670"/>
                </a:lnTo>
                <a:cubicBezTo>
                  <a:pt x="111569" y="5671"/>
                  <a:pt x="111482" y="5758"/>
                  <a:pt x="111351" y="5889"/>
                </a:cubicBezTo>
                <a:cubicBezTo>
                  <a:pt x="111321" y="5714"/>
                  <a:pt x="111292" y="5539"/>
                  <a:pt x="111263" y="5350"/>
                </a:cubicBezTo>
                <a:cubicBezTo>
                  <a:pt x="111336" y="5219"/>
                  <a:pt x="111409" y="5102"/>
                  <a:pt x="111482" y="4971"/>
                </a:cubicBezTo>
                <a:close/>
                <a:moveTo>
                  <a:pt x="101178" y="3980"/>
                </a:moveTo>
                <a:cubicBezTo>
                  <a:pt x="101338" y="4257"/>
                  <a:pt x="101454" y="4504"/>
                  <a:pt x="101556" y="4738"/>
                </a:cubicBezTo>
                <a:cubicBezTo>
                  <a:pt x="101440" y="4913"/>
                  <a:pt x="101338" y="5117"/>
                  <a:pt x="101221" y="5321"/>
                </a:cubicBezTo>
                <a:cubicBezTo>
                  <a:pt x="101032" y="4913"/>
                  <a:pt x="100770" y="4665"/>
                  <a:pt x="100769" y="4665"/>
                </a:cubicBezTo>
                <a:lnTo>
                  <a:pt x="100769" y="4665"/>
                </a:lnTo>
                <a:cubicBezTo>
                  <a:pt x="100944" y="5044"/>
                  <a:pt x="101061" y="5306"/>
                  <a:pt x="101119" y="5539"/>
                </a:cubicBezTo>
                <a:cubicBezTo>
                  <a:pt x="100988" y="5772"/>
                  <a:pt x="100886" y="6035"/>
                  <a:pt x="100799" y="6297"/>
                </a:cubicBezTo>
                <a:cubicBezTo>
                  <a:pt x="100770" y="6268"/>
                  <a:pt x="100769" y="6254"/>
                  <a:pt x="100769" y="6253"/>
                </a:cubicBezTo>
                <a:lnTo>
                  <a:pt x="100769" y="6253"/>
                </a:lnTo>
                <a:cubicBezTo>
                  <a:pt x="100769" y="6283"/>
                  <a:pt x="100784" y="6297"/>
                  <a:pt x="100784" y="6312"/>
                </a:cubicBezTo>
                <a:cubicBezTo>
                  <a:pt x="100740" y="6428"/>
                  <a:pt x="100697" y="6559"/>
                  <a:pt x="100667" y="6691"/>
                </a:cubicBezTo>
                <a:cubicBezTo>
                  <a:pt x="100667" y="6691"/>
                  <a:pt x="100667" y="6676"/>
                  <a:pt x="100667" y="6676"/>
                </a:cubicBezTo>
                <a:cubicBezTo>
                  <a:pt x="100740" y="6152"/>
                  <a:pt x="100711" y="5729"/>
                  <a:pt x="100711" y="5729"/>
                </a:cubicBezTo>
                <a:lnTo>
                  <a:pt x="100711" y="5729"/>
                </a:lnTo>
                <a:cubicBezTo>
                  <a:pt x="100667" y="5933"/>
                  <a:pt x="100609" y="6137"/>
                  <a:pt x="100551" y="6341"/>
                </a:cubicBezTo>
                <a:cubicBezTo>
                  <a:pt x="100478" y="6166"/>
                  <a:pt x="100376" y="6006"/>
                  <a:pt x="100288" y="5874"/>
                </a:cubicBezTo>
                <a:cubicBezTo>
                  <a:pt x="100420" y="5802"/>
                  <a:pt x="100551" y="5714"/>
                  <a:pt x="100711" y="5612"/>
                </a:cubicBezTo>
                <a:lnTo>
                  <a:pt x="100711" y="5612"/>
                </a:lnTo>
                <a:cubicBezTo>
                  <a:pt x="100711" y="5612"/>
                  <a:pt x="100522" y="5656"/>
                  <a:pt x="100259" y="5772"/>
                </a:cubicBezTo>
                <a:cubicBezTo>
                  <a:pt x="100259" y="5598"/>
                  <a:pt x="100274" y="5408"/>
                  <a:pt x="100274" y="5219"/>
                </a:cubicBezTo>
                <a:cubicBezTo>
                  <a:pt x="100478" y="4825"/>
                  <a:pt x="100740" y="4475"/>
                  <a:pt x="101178" y="3980"/>
                </a:cubicBezTo>
                <a:close/>
                <a:moveTo>
                  <a:pt x="61870" y="6181"/>
                </a:moveTo>
                <a:lnTo>
                  <a:pt x="61870" y="6195"/>
                </a:lnTo>
                <a:cubicBezTo>
                  <a:pt x="61826" y="6355"/>
                  <a:pt x="61797" y="6530"/>
                  <a:pt x="61768" y="6691"/>
                </a:cubicBezTo>
                <a:cubicBezTo>
                  <a:pt x="61651" y="6691"/>
                  <a:pt x="61549" y="6691"/>
                  <a:pt x="61433" y="6705"/>
                </a:cubicBezTo>
                <a:cubicBezTo>
                  <a:pt x="61607" y="6530"/>
                  <a:pt x="61753" y="6355"/>
                  <a:pt x="61870" y="6181"/>
                </a:cubicBezTo>
                <a:close/>
                <a:moveTo>
                  <a:pt x="37705" y="6006"/>
                </a:moveTo>
                <a:cubicBezTo>
                  <a:pt x="37720" y="6239"/>
                  <a:pt x="37720" y="6487"/>
                  <a:pt x="37720" y="6720"/>
                </a:cubicBezTo>
                <a:cubicBezTo>
                  <a:pt x="37603" y="6589"/>
                  <a:pt x="37486" y="6457"/>
                  <a:pt x="37370" y="6355"/>
                </a:cubicBezTo>
                <a:cubicBezTo>
                  <a:pt x="37355" y="6326"/>
                  <a:pt x="37355" y="6297"/>
                  <a:pt x="37341" y="6268"/>
                </a:cubicBezTo>
                <a:cubicBezTo>
                  <a:pt x="37443" y="6195"/>
                  <a:pt x="37559" y="6093"/>
                  <a:pt x="37705" y="6006"/>
                </a:cubicBezTo>
                <a:close/>
                <a:moveTo>
                  <a:pt x="91646" y="5991"/>
                </a:moveTo>
                <a:cubicBezTo>
                  <a:pt x="91646" y="6006"/>
                  <a:pt x="91660" y="6035"/>
                  <a:pt x="91660" y="6049"/>
                </a:cubicBezTo>
                <a:cubicBezTo>
                  <a:pt x="91719" y="6224"/>
                  <a:pt x="91762" y="6399"/>
                  <a:pt x="91806" y="6559"/>
                </a:cubicBezTo>
                <a:cubicBezTo>
                  <a:pt x="91806" y="6618"/>
                  <a:pt x="91806" y="6676"/>
                  <a:pt x="91806" y="6720"/>
                </a:cubicBezTo>
                <a:cubicBezTo>
                  <a:pt x="91660" y="6574"/>
                  <a:pt x="91529" y="6414"/>
                  <a:pt x="91413" y="6268"/>
                </a:cubicBezTo>
                <a:cubicBezTo>
                  <a:pt x="91485" y="6181"/>
                  <a:pt x="91558" y="6079"/>
                  <a:pt x="91646" y="5991"/>
                </a:cubicBezTo>
                <a:close/>
                <a:moveTo>
                  <a:pt x="105594" y="6487"/>
                </a:moveTo>
                <a:cubicBezTo>
                  <a:pt x="105608" y="6516"/>
                  <a:pt x="105608" y="6545"/>
                  <a:pt x="105623" y="6574"/>
                </a:cubicBezTo>
                <a:cubicBezTo>
                  <a:pt x="105608" y="6618"/>
                  <a:pt x="105608" y="6676"/>
                  <a:pt x="105594" y="6720"/>
                </a:cubicBezTo>
                <a:cubicBezTo>
                  <a:pt x="105565" y="6676"/>
                  <a:pt x="105535" y="6632"/>
                  <a:pt x="105506" y="6589"/>
                </a:cubicBezTo>
                <a:cubicBezTo>
                  <a:pt x="105535" y="6559"/>
                  <a:pt x="105565" y="6516"/>
                  <a:pt x="105594" y="6487"/>
                </a:cubicBezTo>
                <a:close/>
                <a:moveTo>
                  <a:pt x="60310" y="4257"/>
                </a:moveTo>
                <a:cubicBezTo>
                  <a:pt x="60427" y="4548"/>
                  <a:pt x="60500" y="4883"/>
                  <a:pt x="60587" y="5321"/>
                </a:cubicBezTo>
                <a:cubicBezTo>
                  <a:pt x="60412" y="5787"/>
                  <a:pt x="60281" y="6268"/>
                  <a:pt x="60208" y="6734"/>
                </a:cubicBezTo>
                <a:lnTo>
                  <a:pt x="60033" y="6734"/>
                </a:lnTo>
                <a:cubicBezTo>
                  <a:pt x="60004" y="6661"/>
                  <a:pt x="59975" y="6589"/>
                  <a:pt x="59946" y="6516"/>
                </a:cubicBezTo>
                <a:cubicBezTo>
                  <a:pt x="59990" y="6093"/>
                  <a:pt x="60077" y="5233"/>
                  <a:pt x="60310" y="4257"/>
                </a:cubicBezTo>
                <a:close/>
                <a:moveTo>
                  <a:pt x="82347" y="6516"/>
                </a:moveTo>
                <a:cubicBezTo>
                  <a:pt x="82376" y="6589"/>
                  <a:pt x="82391" y="6661"/>
                  <a:pt x="82420" y="6734"/>
                </a:cubicBezTo>
                <a:lnTo>
                  <a:pt x="82376" y="6734"/>
                </a:lnTo>
                <a:cubicBezTo>
                  <a:pt x="82362" y="6661"/>
                  <a:pt x="82362" y="6589"/>
                  <a:pt x="82347" y="6516"/>
                </a:cubicBezTo>
                <a:close/>
                <a:moveTo>
                  <a:pt x="109485" y="6283"/>
                </a:moveTo>
                <a:cubicBezTo>
                  <a:pt x="109529" y="6355"/>
                  <a:pt x="109558" y="6428"/>
                  <a:pt x="109573" y="6501"/>
                </a:cubicBezTo>
                <a:cubicBezTo>
                  <a:pt x="109485" y="6559"/>
                  <a:pt x="109354" y="6647"/>
                  <a:pt x="109208" y="6749"/>
                </a:cubicBezTo>
                <a:cubicBezTo>
                  <a:pt x="109223" y="6691"/>
                  <a:pt x="109252" y="6647"/>
                  <a:pt x="109266" y="6589"/>
                </a:cubicBezTo>
                <a:cubicBezTo>
                  <a:pt x="109325" y="6487"/>
                  <a:pt x="109412" y="6385"/>
                  <a:pt x="109485" y="6283"/>
                </a:cubicBezTo>
                <a:close/>
                <a:moveTo>
                  <a:pt x="89562" y="6093"/>
                </a:moveTo>
                <a:lnTo>
                  <a:pt x="89562" y="6093"/>
                </a:lnTo>
                <a:cubicBezTo>
                  <a:pt x="89532" y="6268"/>
                  <a:pt x="89489" y="6428"/>
                  <a:pt x="89460" y="6574"/>
                </a:cubicBezTo>
                <a:cubicBezTo>
                  <a:pt x="89372" y="6618"/>
                  <a:pt x="89241" y="6676"/>
                  <a:pt x="89081" y="6764"/>
                </a:cubicBezTo>
                <a:cubicBezTo>
                  <a:pt x="89081" y="6705"/>
                  <a:pt x="89081" y="6647"/>
                  <a:pt x="89066" y="6589"/>
                </a:cubicBezTo>
                <a:cubicBezTo>
                  <a:pt x="89212" y="6443"/>
                  <a:pt x="89372" y="6283"/>
                  <a:pt x="89562" y="6093"/>
                </a:cubicBezTo>
                <a:close/>
                <a:moveTo>
                  <a:pt x="57075" y="6006"/>
                </a:moveTo>
                <a:cubicBezTo>
                  <a:pt x="57118" y="6093"/>
                  <a:pt x="57177" y="6195"/>
                  <a:pt x="57250" y="6297"/>
                </a:cubicBezTo>
                <a:cubicBezTo>
                  <a:pt x="57148" y="6457"/>
                  <a:pt x="57031" y="6603"/>
                  <a:pt x="56871" y="6778"/>
                </a:cubicBezTo>
                <a:cubicBezTo>
                  <a:pt x="56856" y="6749"/>
                  <a:pt x="56856" y="6720"/>
                  <a:pt x="56842" y="6691"/>
                </a:cubicBezTo>
                <a:cubicBezTo>
                  <a:pt x="56900" y="6487"/>
                  <a:pt x="56987" y="6253"/>
                  <a:pt x="57075" y="6006"/>
                </a:cubicBezTo>
                <a:close/>
                <a:moveTo>
                  <a:pt x="84519" y="6618"/>
                </a:moveTo>
                <a:cubicBezTo>
                  <a:pt x="84562" y="6676"/>
                  <a:pt x="84606" y="6734"/>
                  <a:pt x="84635" y="6807"/>
                </a:cubicBezTo>
                <a:cubicBezTo>
                  <a:pt x="84593" y="6807"/>
                  <a:pt x="84536" y="6807"/>
                  <a:pt x="84492" y="6794"/>
                </a:cubicBezTo>
                <a:lnTo>
                  <a:pt x="84492" y="6794"/>
                </a:lnTo>
                <a:cubicBezTo>
                  <a:pt x="84506" y="6727"/>
                  <a:pt x="84519" y="6672"/>
                  <a:pt x="84519" y="6618"/>
                </a:cubicBezTo>
                <a:close/>
                <a:moveTo>
                  <a:pt x="84971" y="6559"/>
                </a:moveTo>
                <a:cubicBezTo>
                  <a:pt x="85000" y="6632"/>
                  <a:pt x="85029" y="6705"/>
                  <a:pt x="85058" y="6764"/>
                </a:cubicBezTo>
                <a:lnTo>
                  <a:pt x="85000" y="6822"/>
                </a:lnTo>
                <a:cubicBezTo>
                  <a:pt x="84941" y="6734"/>
                  <a:pt x="84883" y="6647"/>
                  <a:pt x="84825" y="6574"/>
                </a:cubicBezTo>
                <a:lnTo>
                  <a:pt x="84971" y="6559"/>
                </a:lnTo>
                <a:close/>
                <a:moveTo>
                  <a:pt x="37778" y="6020"/>
                </a:moveTo>
                <a:lnTo>
                  <a:pt x="37778" y="6020"/>
                </a:lnTo>
                <a:cubicBezTo>
                  <a:pt x="37924" y="6370"/>
                  <a:pt x="38011" y="6632"/>
                  <a:pt x="38040" y="6895"/>
                </a:cubicBezTo>
                <a:cubicBezTo>
                  <a:pt x="38026" y="6909"/>
                  <a:pt x="38026" y="6924"/>
                  <a:pt x="38011" y="6938"/>
                </a:cubicBezTo>
                <a:cubicBezTo>
                  <a:pt x="37938" y="6559"/>
                  <a:pt x="37851" y="6239"/>
                  <a:pt x="37778" y="6020"/>
                </a:cubicBezTo>
                <a:close/>
                <a:moveTo>
                  <a:pt x="46873" y="6006"/>
                </a:moveTo>
                <a:cubicBezTo>
                  <a:pt x="46945" y="6151"/>
                  <a:pt x="47018" y="6283"/>
                  <a:pt x="47106" y="6428"/>
                </a:cubicBezTo>
                <a:cubicBezTo>
                  <a:pt x="47004" y="6589"/>
                  <a:pt x="46887" y="6764"/>
                  <a:pt x="46756" y="6938"/>
                </a:cubicBezTo>
                <a:cubicBezTo>
                  <a:pt x="46741" y="6895"/>
                  <a:pt x="46727" y="6836"/>
                  <a:pt x="46727" y="6778"/>
                </a:cubicBezTo>
                <a:cubicBezTo>
                  <a:pt x="46741" y="6618"/>
                  <a:pt x="46770" y="6443"/>
                  <a:pt x="46800" y="6253"/>
                </a:cubicBezTo>
                <a:cubicBezTo>
                  <a:pt x="46814" y="6181"/>
                  <a:pt x="46843" y="6093"/>
                  <a:pt x="46873" y="6006"/>
                </a:cubicBezTo>
                <a:close/>
                <a:moveTo>
                  <a:pt x="53970" y="6297"/>
                </a:moveTo>
                <a:cubicBezTo>
                  <a:pt x="54043" y="6501"/>
                  <a:pt x="54131" y="6705"/>
                  <a:pt x="54262" y="6924"/>
                </a:cubicBezTo>
                <a:cubicBezTo>
                  <a:pt x="54102" y="6924"/>
                  <a:pt x="53927" y="6938"/>
                  <a:pt x="53766" y="6938"/>
                </a:cubicBezTo>
                <a:cubicBezTo>
                  <a:pt x="53810" y="6691"/>
                  <a:pt x="53868" y="6501"/>
                  <a:pt x="53970" y="6297"/>
                </a:cubicBezTo>
                <a:close/>
                <a:moveTo>
                  <a:pt x="88119" y="6399"/>
                </a:moveTo>
                <a:cubicBezTo>
                  <a:pt x="88148" y="6589"/>
                  <a:pt x="88162" y="6734"/>
                  <a:pt x="88177" y="6880"/>
                </a:cubicBezTo>
                <a:cubicBezTo>
                  <a:pt x="88177" y="6895"/>
                  <a:pt x="88177" y="6924"/>
                  <a:pt x="88162" y="6938"/>
                </a:cubicBezTo>
                <a:cubicBezTo>
                  <a:pt x="88060" y="6938"/>
                  <a:pt x="87944" y="6924"/>
                  <a:pt x="87842" y="6924"/>
                </a:cubicBezTo>
                <a:lnTo>
                  <a:pt x="87827" y="6880"/>
                </a:lnTo>
                <a:cubicBezTo>
                  <a:pt x="87842" y="6793"/>
                  <a:pt x="87871" y="6691"/>
                  <a:pt x="87900" y="6603"/>
                </a:cubicBezTo>
                <a:cubicBezTo>
                  <a:pt x="87973" y="6545"/>
                  <a:pt x="88046" y="6472"/>
                  <a:pt x="88119" y="6399"/>
                </a:cubicBezTo>
                <a:close/>
                <a:moveTo>
                  <a:pt x="35665" y="5758"/>
                </a:moveTo>
                <a:cubicBezTo>
                  <a:pt x="35796" y="6064"/>
                  <a:pt x="35912" y="6385"/>
                  <a:pt x="36000" y="6691"/>
                </a:cubicBezTo>
                <a:cubicBezTo>
                  <a:pt x="36000" y="6734"/>
                  <a:pt x="36000" y="6793"/>
                  <a:pt x="36014" y="6836"/>
                </a:cubicBezTo>
                <a:cubicBezTo>
                  <a:pt x="35971" y="6880"/>
                  <a:pt x="35942" y="6924"/>
                  <a:pt x="35912" y="6968"/>
                </a:cubicBezTo>
                <a:cubicBezTo>
                  <a:pt x="35840" y="6895"/>
                  <a:pt x="35767" y="6836"/>
                  <a:pt x="35694" y="6778"/>
                </a:cubicBezTo>
                <a:cubicBezTo>
                  <a:pt x="35650" y="6516"/>
                  <a:pt x="35650" y="6195"/>
                  <a:pt x="35665" y="5758"/>
                </a:cubicBezTo>
                <a:close/>
                <a:moveTo>
                  <a:pt x="100259" y="6093"/>
                </a:moveTo>
                <a:lnTo>
                  <a:pt x="100259" y="6093"/>
                </a:lnTo>
                <a:cubicBezTo>
                  <a:pt x="100347" y="6326"/>
                  <a:pt x="100405" y="6516"/>
                  <a:pt x="100420" y="6691"/>
                </a:cubicBezTo>
                <a:cubicBezTo>
                  <a:pt x="100376" y="6778"/>
                  <a:pt x="100347" y="6880"/>
                  <a:pt x="100303" y="6968"/>
                </a:cubicBezTo>
                <a:cubicBezTo>
                  <a:pt x="100288" y="6705"/>
                  <a:pt x="100274" y="6414"/>
                  <a:pt x="100259" y="6093"/>
                </a:cubicBezTo>
                <a:close/>
                <a:moveTo>
                  <a:pt x="89445" y="6618"/>
                </a:moveTo>
                <a:lnTo>
                  <a:pt x="89445" y="6618"/>
                </a:lnTo>
                <a:cubicBezTo>
                  <a:pt x="89416" y="6749"/>
                  <a:pt x="89387" y="6880"/>
                  <a:pt x="89358" y="6997"/>
                </a:cubicBezTo>
                <a:cubicBezTo>
                  <a:pt x="89270" y="6982"/>
                  <a:pt x="89183" y="6982"/>
                  <a:pt x="89095" y="6982"/>
                </a:cubicBezTo>
                <a:cubicBezTo>
                  <a:pt x="89095" y="6953"/>
                  <a:pt x="89095" y="6924"/>
                  <a:pt x="89095" y="6895"/>
                </a:cubicBezTo>
                <a:cubicBezTo>
                  <a:pt x="89197" y="6807"/>
                  <a:pt x="89314" y="6720"/>
                  <a:pt x="89445" y="6618"/>
                </a:cubicBezTo>
                <a:close/>
                <a:moveTo>
                  <a:pt x="109981" y="6764"/>
                </a:moveTo>
                <a:cubicBezTo>
                  <a:pt x="110010" y="6807"/>
                  <a:pt x="110039" y="6851"/>
                  <a:pt x="110068" y="6895"/>
                </a:cubicBezTo>
                <a:cubicBezTo>
                  <a:pt x="110039" y="6938"/>
                  <a:pt x="110010" y="6997"/>
                  <a:pt x="109981" y="7055"/>
                </a:cubicBezTo>
                <a:cubicBezTo>
                  <a:pt x="109951" y="6982"/>
                  <a:pt x="109937" y="6924"/>
                  <a:pt x="109908" y="6866"/>
                </a:cubicBezTo>
                <a:cubicBezTo>
                  <a:pt x="109937" y="6836"/>
                  <a:pt x="109966" y="6807"/>
                  <a:pt x="109981" y="6764"/>
                </a:cubicBezTo>
                <a:close/>
                <a:moveTo>
                  <a:pt x="34397" y="6195"/>
                </a:moveTo>
                <a:cubicBezTo>
                  <a:pt x="34470" y="6355"/>
                  <a:pt x="34528" y="6501"/>
                  <a:pt x="34601" y="6647"/>
                </a:cubicBezTo>
                <a:cubicBezTo>
                  <a:pt x="34528" y="6793"/>
                  <a:pt x="34455" y="6938"/>
                  <a:pt x="34353" y="7084"/>
                </a:cubicBezTo>
                <a:cubicBezTo>
                  <a:pt x="34324" y="6924"/>
                  <a:pt x="34280" y="6749"/>
                  <a:pt x="34236" y="6603"/>
                </a:cubicBezTo>
                <a:cubicBezTo>
                  <a:pt x="34280" y="6472"/>
                  <a:pt x="34338" y="6341"/>
                  <a:pt x="34397" y="6195"/>
                </a:cubicBezTo>
                <a:close/>
                <a:moveTo>
                  <a:pt x="50443" y="4956"/>
                </a:moveTo>
                <a:cubicBezTo>
                  <a:pt x="50604" y="5248"/>
                  <a:pt x="50735" y="5568"/>
                  <a:pt x="50895" y="5991"/>
                </a:cubicBezTo>
                <a:cubicBezTo>
                  <a:pt x="50793" y="6355"/>
                  <a:pt x="50735" y="6720"/>
                  <a:pt x="50691" y="7084"/>
                </a:cubicBezTo>
                <a:cubicBezTo>
                  <a:pt x="50589" y="7084"/>
                  <a:pt x="50487" y="7084"/>
                  <a:pt x="50385" y="7099"/>
                </a:cubicBezTo>
                <a:cubicBezTo>
                  <a:pt x="50356" y="6661"/>
                  <a:pt x="50341" y="5860"/>
                  <a:pt x="50443" y="4956"/>
                </a:cubicBezTo>
                <a:close/>
                <a:moveTo>
                  <a:pt x="91106" y="6764"/>
                </a:moveTo>
                <a:cubicBezTo>
                  <a:pt x="91179" y="6866"/>
                  <a:pt x="91267" y="6982"/>
                  <a:pt x="91354" y="7099"/>
                </a:cubicBezTo>
                <a:cubicBezTo>
                  <a:pt x="91238" y="7084"/>
                  <a:pt x="91121" y="7084"/>
                  <a:pt x="91019" y="7070"/>
                </a:cubicBezTo>
                <a:cubicBezTo>
                  <a:pt x="91004" y="7040"/>
                  <a:pt x="90990" y="6997"/>
                  <a:pt x="90975" y="6968"/>
                </a:cubicBezTo>
                <a:cubicBezTo>
                  <a:pt x="91019" y="6895"/>
                  <a:pt x="91063" y="6822"/>
                  <a:pt x="91106" y="6764"/>
                </a:cubicBezTo>
                <a:close/>
                <a:moveTo>
                  <a:pt x="104909" y="6589"/>
                </a:moveTo>
                <a:cubicBezTo>
                  <a:pt x="104923" y="6632"/>
                  <a:pt x="104923" y="6676"/>
                  <a:pt x="104923" y="6720"/>
                </a:cubicBezTo>
                <a:cubicBezTo>
                  <a:pt x="104879" y="6851"/>
                  <a:pt x="104821" y="6982"/>
                  <a:pt x="104763" y="7099"/>
                </a:cubicBezTo>
                <a:cubicBezTo>
                  <a:pt x="104763" y="6968"/>
                  <a:pt x="104763" y="6851"/>
                  <a:pt x="104763" y="6720"/>
                </a:cubicBezTo>
                <a:lnTo>
                  <a:pt x="104909" y="6589"/>
                </a:lnTo>
                <a:close/>
                <a:moveTo>
                  <a:pt x="103014" y="5729"/>
                </a:moveTo>
                <a:cubicBezTo>
                  <a:pt x="103014" y="5758"/>
                  <a:pt x="103014" y="5802"/>
                  <a:pt x="103014" y="5831"/>
                </a:cubicBezTo>
                <a:cubicBezTo>
                  <a:pt x="102970" y="5962"/>
                  <a:pt x="102839" y="6326"/>
                  <a:pt x="102868" y="6807"/>
                </a:cubicBezTo>
                <a:cubicBezTo>
                  <a:pt x="102781" y="6909"/>
                  <a:pt x="102679" y="7026"/>
                  <a:pt x="102577" y="7142"/>
                </a:cubicBezTo>
                <a:cubicBezTo>
                  <a:pt x="102562" y="7040"/>
                  <a:pt x="102548" y="6938"/>
                  <a:pt x="102548" y="6836"/>
                </a:cubicBezTo>
                <a:cubicBezTo>
                  <a:pt x="102679" y="6501"/>
                  <a:pt x="102839" y="6122"/>
                  <a:pt x="103014" y="5729"/>
                </a:cubicBezTo>
                <a:close/>
                <a:moveTo>
                  <a:pt x="49306" y="3630"/>
                </a:moveTo>
                <a:cubicBezTo>
                  <a:pt x="49583" y="3878"/>
                  <a:pt x="49802" y="4096"/>
                  <a:pt x="49991" y="4300"/>
                </a:cubicBezTo>
                <a:cubicBezTo>
                  <a:pt x="49627" y="5160"/>
                  <a:pt x="49350" y="6181"/>
                  <a:pt x="49496" y="7142"/>
                </a:cubicBezTo>
                <a:lnTo>
                  <a:pt x="49263" y="7157"/>
                </a:lnTo>
                <a:cubicBezTo>
                  <a:pt x="49030" y="6589"/>
                  <a:pt x="48767" y="5845"/>
                  <a:pt x="48578" y="5015"/>
                </a:cubicBezTo>
                <a:cubicBezTo>
                  <a:pt x="48709" y="4606"/>
                  <a:pt x="48928" y="4198"/>
                  <a:pt x="49306" y="3630"/>
                </a:cubicBezTo>
                <a:close/>
                <a:moveTo>
                  <a:pt x="106526" y="7040"/>
                </a:moveTo>
                <a:cubicBezTo>
                  <a:pt x="106526" y="7084"/>
                  <a:pt x="106541" y="7113"/>
                  <a:pt x="106556" y="7142"/>
                </a:cubicBezTo>
                <a:cubicBezTo>
                  <a:pt x="106541" y="7172"/>
                  <a:pt x="106512" y="7186"/>
                  <a:pt x="106497" y="7215"/>
                </a:cubicBezTo>
                <a:cubicBezTo>
                  <a:pt x="106512" y="7157"/>
                  <a:pt x="106512" y="7099"/>
                  <a:pt x="106526" y="7040"/>
                </a:cubicBezTo>
                <a:close/>
                <a:moveTo>
                  <a:pt x="47441" y="6924"/>
                </a:moveTo>
                <a:cubicBezTo>
                  <a:pt x="47528" y="7026"/>
                  <a:pt x="47616" y="7128"/>
                  <a:pt x="47718" y="7244"/>
                </a:cubicBezTo>
                <a:cubicBezTo>
                  <a:pt x="47558" y="7244"/>
                  <a:pt x="47397" y="7259"/>
                  <a:pt x="47251" y="7259"/>
                </a:cubicBezTo>
                <a:cubicBezTo>
                  <a:pt x="47324" y="7157"/>
                  <a:pt x="47383" y="7040"/>
                  <a:pt x="47441" y="6924"/>
                </a:cubicBezTo>
                <a:close/>
                <a:moveTo>
                  <a:pt x="94634" y="5539"/>
                </a:moveTo>
                <a:cubicBezTo>
                  <a:pt x="94648" y="5598"/>
                  <a:pt x="94663" y="5656"/>
                  <a:pt x="94663" y="5700"/>
                </a:cubicBezTo>
                <a:cubicBezTo>
                  <a:pt x="94546" y="6297"/>
                  <a:pt x="94386" y="6836"/>
                  <a:pt x="94240" y="7259"/>
                </a:cubicBezTo>
                <a:cubicBezTo>
                  <a:pt x="94196" y="7259"/>
                  <a:pt x="94167" y="7259"/>
                  <a:pt x="94123" y="7244"/>
                </a:cubicBezTo>
                <a:cubicBezTo>
                  <a:pt x="94269" y="6487"/>
                  <a:pt x="94386" y="6006"/>
                  <a:pt x="94634" y="5539"/>
                </a:cubicBezTo>
                <a:close/>
                <a:moveTo>
                  <a:pt x="32968" y="5204"/>
                </a:moveTo>
                <a:cubicBezTo>
                  <a:pt x="33143" y="5466"/>
                  <a:pt x="33274" y="5685"/>
                  <a:pt x="33376" y="5933"/>
                </a:cubicBezTo>
                <a:cubicBezTo>
                  <a:pt x="33347" y="6283"/>
                  <a:pt x="33289" y="6618"/>
                  <a:pt x="33216" y="6938"/>
                </a:cubicBezTo>
                <a:cubicBezTo>
                  <a:pt x="33143" y="7026"/>
                  <a:pt x="33056" y="7142"/>
                  <a:pt x="32968" y="7274"/>
                </a:cubicBezTo>
                <a:cubicBezTo>
                  <a:pt x="32983" y="6953"/>
                  <a:pt x="33041" y="6618"/>
                  <a:pt x="33129" y="6297"/>
                </a:cubicBezTo>
                <a:lnTo>
                  <a:pt x="33129" y="6297"/>
                </a:lnTo>
                <a:cubicBezTo>
                  <a:pt x="33129" y="6297"/>
                  <a:pt x="32997" y="6545"/>
                  <a:pt x="32852" y="6924"/>
                </a:cubicBezTo>
                <a:cubicBezTo>
                  <a:pt x="32721" y="6224"/>
                  <a:pt x="32735" y="5831"/>
                  <a:pt x="32968" y="5204"/>
                </a:cubicBezTo>
                <a:close/>
                <a:moveTo>
                  <a:pt x="98802" y="7084"/>
                </a:moveTo>
                <a:lnTo>
                  <a:pt x="98802" y="7230"/>
                </a:lnTo>
                <a:cubicBezTo>
                  <a:pt x="98802" y="7259"/>
                  <a:pt x="98787" y="7274"/>
                  <a:pt x="98787" y="7303"/>
                </a:cubicBezTo>
                <a:cubicBezTo>
                  <a:pt x="98758" y="7274"/>
                  <a:pt x="98744" y="7230"/>
                  <a:pt x="98714" y="7186"/>
                </a:cubicBezTo>
                <a:cubicBezTo>
                  <a:pt x="98744" y="7157"/>
                  <a:pt x="98773" y="7128"/>
                  <a:pt x="98802" y="7084"/>
                </a:cubicBezTo>
                <a:close/>
                <a:moveTo>
                  <a:pt x="105433" y="6676"/>
                </a:moveTo>
                <a:cubicBezTo>
                  <a:pt x="105477" y="6778"/>
                  <a:pt x="105506" y="6866"/>
                  <a:pt x="105535" y="6938"/>
                </a:cubicBezTo>
                <a:cubicBezTo>
                  <a:pt x="105477" y="7113"/>
                  <a:pt x="105360" y="7259"/>
                  <a:pt x="105215" y="7390"/>
                </a:cubicBezTo>
                <a:cubicBezTo>
                  <a:pt x="105229" y="7347"/>
                  <a:pt x="105229" y="7303"/>
                  <a:pt x="105229" y="7259"/>
                </a:cubicBezTo>
                <a:cubicBezTo>
                  <a:pt x="105244" y="7142"/>
                  <a:pt x="105258" y="7026"/>
                  <a:pt x="105273" y="6909"/>
                </a:cubicBezTo>
                <a:cubicBezTo>
                  <a:pt x="105331" y="6822"/>
                  <a:pt x="105375" y="6749"/>
                  <a:pt x="105433" y="6676"/>
                </a:cubicBezTo>
                <a:close/>
                <a:moveTo>
                  <a:pt x="44191" y="3980"/>
                </a:moveTo>
                <a:cubicBezTo>
                  <a:pt x="44482" y="4228"/>
                  <a:pt x="44715" y="4432"/>
                  <a:pt x="44905" y="4636"/>
                </a:cubicBezTo>
                <a:cubicBezTo>
                  <a:pt x="44584" y="5481"/>
                  <a:pt x="44366" y="6501"/>
                  <a:pt x="44526" y="7434"/>
                </a:cubicBezTo>
                <a:cubicBezTo>
                  <a:pt x="44453" y="7449"/>
                  <a:pt x="44366" y="7449"/>
                  <a:pt x="44293" y="7449"/>
                </a:cubicBezTo>
                <a:cubicBezTo>
                  <a:pt x="44030" y="6909"/>
                  <a:pt x="43739" y="6181"/>
                  <a:pt x="43520" y="5394"/>
                </a:cubicBezTo>
                <a:cubicBezTo>
                  <a:pt x="43637" y="4971"/>
                  <a:pt x="43841" y="4563"/>
                  <a:pt x="44191" y="3980"/>
                </a:cubicBezTo>
                <a:close/>
                <a:moveTo>
                  <a:pt x="96587" y="5860"/>
                </a:moveTo>
                <a:cubicBezTo>
                  <a:pt x="96616" y="5918"/>
                  <a:pt x="96645" y="5991"/>
                  <a:pt x="96674" y="6064"/>
                </a:cubicBezTo>
                <a:cubicBezTo>
                  <a:pt x="96557" y="6501"/>
                  <a:pt x="96485" y="6953"/>
                  <a:pt x="96499" y="7405"/>
                </a:cubicBezTo>
                <a:lnTo>
                  <a:pt x="96951" y="7419"/>
                </a:lnTo>
                <a:cubicBezTo>
                  <a:pt x="96951" y="7419"/>
                  <a:pt x="96951" y="7434"/>
                  <a:pt x="96951" y="7449"/>
                </a:cubicBezTo>
                <a:cubicBezTo>
                  <a:pt x="96761" y="7434"/>
                  <a:pt x="96572" y="7419"/>
                  <a:pt x="96382" y="7405"/>
                </a:cubicBezTo>
                <a:cubicBezTo>
                  <a:pt x="96353" y="7157"/>
                  <a:pt x="96310" y="6851"/>
                  <a:pt x="96266" y="6501"/>
                </a:cubicBezTo>
                <a:cubicBezTo>
                  <a:pt x="96397" y="6283"/>
                  <a:pt x="96499" y="6064"/>
                  <a:pt x="96587" y="5860"/>
                </a:cubicBezTo>
                <a:close/>
                <a:moveTo>
                  <a:pt x="109777" y="7244"/>
                </a:moveTo>
                <a:cubicBezTo>
                  <a:pt x="109777" y="7317"/>
                  <a:pt x="109777" y="7376"/>
                  <a:pt x="109777" y="7449"/>
                </a:cubicBezTo>
                <a:cubicBezTo>
                  <a:pt x="109762" y="7463"/>
                  <a:pt x="109747" y="7492"/>
                  <a:pt x="109747" y="7521"/>
                </a:cubicBezTo>
                <a:lnTo>
                  <a:pt x="109747" y="7507"/>
                </a:lnTo>
                <a:cubicBezTo>
                  <a:pt x="109747" y="7419"/>
                  <a:pt x="109762" y="7332"/>
                  <a:pt x="109777" y="7244"/>
                </a:cubicBezTo>
                <a:close/>
                <a:moveTo>
                  <a:pt x="98510" y="7419"/>
                </a:moveTo>
                <a:cubicBezTo>
                  <a:pt x="98525" y="7478"/>
                  <a:pt x="98554" y="7521"/>
                  <a:pt x="98583" y="7565"/>
                </a:cubicBezTo>
                <a:cubicBezTo>
                  <a:pt x="98510" y="7565"/>
                  <a:pt x="98452" y="7551"/>
                  <a:pt x="98379" y="7551"/>
                </a:cubicBezTo>
                <a:cubicBezTo>
                  <a:pt x="98423" y="7507"/>
                  <a:pt x="98467" y="7463"/>
                  <a:pt x="98510" y="7419"/>
                </a:cubicBezTo>
                <a:close/>
                <a:moveTo>
                  <a:pt x="112327" y="7215"/>
                </a:moveTo>
                <a:cubicBezTo>
                  <a:pt x="112283" y="7347"/>
                  <a:pt x="112225" y="7463"/>
                  <a:pt x="112181" y="7565"/>
                </a:cubicBezTo>
                <a:cubicBezTo>
                  <a:pt x="112167" y="7449"/>
                  <a:pt x="112152" y="7347"/>
                  <a:pt x="112138" y="7230"/>
                </a:cubicBezTo>
                <a:lnTo>
                  <a:pt x="112327" y="7215"/>
                </a:lnTo>
                <a:close/>
                <a:moveTo>
                  <a:pt x="41873" y="6414"/>
                </a:moveTo>
                <a:cubicBezTo>
                  <a:pt x="42063" y="6793"/>
                  <a:pt x="42340" y="7172"/>
                  <a:pt x="42704" y="7565"/>
                </a:cubicBezTo>
                <a:cubicBezTo>
                  <a:pt x="42369" y="7594"/>
                  <a:pt x="42034" y="7623"/>
                  <a:pt x="41713" y="7638"/>
                </a:cubicBezTo>
                <a:cubicBezTo>
                  <a:pt x="41713" y="7157"/>
                  <a:pt x="41757" y="6793"/>
                  <a:pt x="41873" y="6414"/>
                </a:cubicBezTo>
                <a:close/>
                <a:moveTo>
                  <a:pt x="104005" y="6982"/>
                </a:moveTo>
                <a:lnTo>
                  <a:pt x="104005" y="6982"/>
                </a:lnTo>
                <a:cubicBezTo>
                  <a:pt x="103990" y="7113"/>
                  <a:pt x="103961" y="7230"/>
                  <a:pt x="103947" y="7347"/>
                </a:cubicBezTo>
                <a:cubicBezTo>
                  <a:pt x="103874" y="7449"/>
                  <a:pt x="103801" y="7551"/>
                  <a:pt x="103728" y="7667"/>
                </a:cubicBezTo>
                <a:cubicBezTo>
                  <a:pt x="103743" y="7551"/>
                  <a:pt x="103757" y="7419"/>
                  <a:pt x="103757" y="7303"/>
                </a:cubicBezTo>
                <a:cubicBezTo>
                  <a:pt x="103845" y="7186"/>
                  <a:pt x="103918" y="7070"/>
                  <a:pt x="104005" y="6982"/>
                </a:cubicBezTo>
                <a:close/>
                <a:moveTo>
                  <a:pt x="109602" y="6545"/>
                </a:moveTo>
                <a:cubicBezTo>
                  <a:pt x="109616" y="6618"/>
                  <a:pt x="109645" y="6676"/>
                  <a:pt x="109660" y="6734"/>
                </a:cubicBezTo>
                <a:cubicBezTo>
                  <a:pt x="109645" y="6793"/>
                  <a:pt x="109616" y="6851"/>
                  <a:pt x="109587" y="6924"/>
                </a:cubicBezTo>
                <a:cubicBezTo>
                  <a:pt x="109500" y="7040"/>
                  <a:pt x="109398" y="7186"/>
                  <a:pt x="109310" y="7332"/>
                </a:cubicBezTo>
                <a:cubicBezTo>
                  <a:pt x="109310" y="7186"/>
                  <a:pt x="109310" y="7113"/>
                  <a:pt x="109310" y="7113"/>
                </a:cubicBezTo>
                <a:cubicBezTo>
                  <a:pt x="109281" y="7244"/>
                  <a:pt x="109252" y="7390"/>
                  <a:pt x="109208" y="7521"/>
                </a:cubicBezTo>
                <a:cubicBezTo>
                  <a:pt x="109194" y="7580"/>
                  <a:pt x="109179" y="7623"/>
                  <a:pt x="109150" y="7667"/>
                </a:cubicBezTo>
                <a:cubicBezTo>
                  <a:pt x="109106" y="7492"/>
                  <a:pt x="109092" y="7303"/>
                  <a:pt x="109121" y="7113"/>
                </a:cubicBezTo>
                <a:cubicBezTo>
                  <a:pt x="109179" y="7070"/>
                  <a:pt x="109237" y="7026"/>
                  <a:pt x="109310" y="6982"/>
                </a:cubicBezTo>
                <a:lnTo>
                  <a:pt x="109310" y="6982"/>
                </a:lnTo>
                <a:cubicBezTo>
                  <a:pt x="109310" y="6982"/>
                  <a:pt x="109237" y="7011"/>
                  <a:pt x="109121" y="7055"/>
                </a:cubicBezTo>
                <a:cubicBezTo>
                  <a:pt x="109121" y="7040"/>
                  <a:pt x="109121" y="7026"/>
                  <a:pt x="109135" y="7026"/>
                </a:cubicBezTo>
                <a:cubicBezTo>
                  <a:pt x="109252" y="6880"/>
                  <a:pt x="109412" y="6734"/>
                  <a:pt x="109602" y="6545"/>
                </a:cubicBezTo>
                <a:close/>
                <a:moveTo>
                  <a:pt x="33099" y="7478"/>
                </a:moveTo>
                <a:lnTo>
                  <a:pt x="33099" y="7478"/>
                </a:lnTo>
                <a:cubicBezTo>
                  <a:pt x="33085" y="7551"/>
                  <a:pt x="33056" y="7609"/>
                  <a:pt x="33041" y="7682"/>
                </a:cubicBezTo>
                <a:cubicBezTo>
                  <a:pt x="33041" y="7682"/>
                  <a:pt x="33027" y="7667"/>
                  <a:pt x="33027" y="7667"/>
                </a:cubicBezTo>
                <a:cubicBezTo>
                  <a:pt x="33041" y="7609"/>
                  <a:pt x="33070" y="7536"/>
                  <a:pt x="33099" y="7478"/>
                </a:cubicBezTo>
                <a:close/>
                <a:moveTo>
                  <a:pt x="101775" y="5437"/>
                </a:moveTo>
                <a:cubicBezTo>
                  <a:pt x="101833" y="5743"/>
                  <a:pt x="101863" y="6093"/>
                  <a:pt x="101892" y="6530"/>
                </a:cubicBezTo>
                <a:cubicBezTo>
                  <a:pt x="101702" y="6909"/>
                  <a:pt x="101556" y="7303"/>
                  <a:pt x="101440" y="7711"/>
                </a:cubicBezTo>
                <a:cubicBezTo>
                  <a:pt x="101425" y="7507"/>
                  <a:pt x="101382" y="7303"/>
                  <a:pt x="101309" y="7142"/>
                </a:cubicBezTo>
                <a:cubicBezTo>
                  <a:pt x="101411" y="6691"/>
                  <a:pt x="101556" y="6093"/>
                  <a:pt x="101775" y="5437"/>
                </a:cubicBezTo>
                <a:close/>
                <a:moveTo>
                  <a:pt x="31511" y="5976"/>
                </a:moveTo>
                <a:cubicBezTo>
                  <a:pt x="31584" y="6283"/>
                  <a:pt x="31642" y="6574"/>
                  <a:pt x="31686" y="6851"/>
                </a:cubicBezTo>
                <a:cubicBezTo>
                  <a:pt x="31598" y="6822"/>
                  <a:pt x="31555" y="6807"/>
                  <a:pt x="31555" y="6807"/>
                </a:cubicBezTo>
                <a:lnTo>
                  <a:pt x="31555" y="6807"/>
                </a:lnTo>
                <a:cubicBezTo>
                  <a:pt x="31598" y="6836"/>
                  <a:pt x="31642" y="6866"/>
                  <a:pt x="31686" y="6895"/>
                </a:cubicBezTo>
                <a:cubicBezTo>
                  <a:pt x="31729" y="7157"/>
                  <a:pt x="31759" y="7390"/>
                  <a:pt x="31773" y="7580"/>
                </a:cubicBezTo>
                <a:cubicBezTo>
                  <a:pt x="31744" y="7638"/>
                  <a:pt x="31729" y="7682"/>
                  <a:pt x="31700" y="7725"/>
                </a:cubicBezTo>
                <a:cubicBezTo>
                  <a:pt x="31627" y="7478"/>
                  <a:pt x="31584" y="7215"/>
                  <a:pt x="31555" y="6968"/>
                </a:cubicBezTo>
                <a:cubicBezTo>
                  <a:pt x="31555" y="6968"/>
                  <a:pt x="31525" y="7128"/>
                  <a:pt x="31511" y="7390"/>
                </a:cubicBezTo>
                <a:cubicBezTo>
                  <a:pt x="31438" y="7157"/>
                  <a:pt x="31380" y="6909"/>
                  <a:pt x="31336" y="6676"/>
                </a:cubicBezTo>
                <a:cubicBezTo>
                  <a:pt x="31336" y="6676"/>
                  <a:pt x="31307" y="6997"/>
                  <a:pt x="31336" y="7478"/>
                </a:cubicBezTo>
                <a:cubicBezTo>
                  <a:pt x="31292" y="7332"/>
                  <a:pt x="31249" y="7186"/>
                  <a:pt x="31190" y="7040"/>
                </a:cubicBezTo>
                <a:cubicBezTo>
                  <a:pt x="31292" y="6603"/>
                  <a:pt x="31380" y="6268"/>
                  <a:pt x="31511" y="5976"/>
                </a:cubicBezTo>
                <a:close/>
                <a:moveTo>
                  <a:pt x="38346" y="6895"/>
                </a:moveTo>
                <a:cubicBezTo>
                  <a:pt x="38478" y="7070"/>
                  <a:pt x="38594" y="7215"/>
                  <a:pt x="38711" y="7347"/>
                </a:cubicBezTo>
                <a:cubicBezTo>
                  <a:pt x="38623" y="7492"/>
                  <a:pt x="38521" y="7623"/>
                  <a:pt x="38390" y="7740"/>
                </a:cubicBezTo>
                <a:cubicBezTo>
                  <a:pt x="38434" y="7434"/>
                  <a:pt x="38405" y="7157"/>
                  <a:pt x="38346" y="6895"/>
                </a:cubicBezTo>
                <a:close/>
                <a:moveTo>
                  <a:pt x="113100" y="4942"/>
                </a:moveTo>
                <a:cubicBezTo>
                  <a:pt x="113172" y="5160"/>
                  <a:pt x="113231" y="5423"/>
                  <a:pt x="113289" y="5729"/>
                </a:cubicBezTo>
                <a:cubicBezTo>
                  <a:pt x="113216" y="5933"/>
                  <a:pt x="113143" y="6137"/>
                  <a:pt x="113085" y="6326"/>
                </a:cubicBezTo>
                <a:cubicBezTo>
                  <a:pt x="113027" y="6108"/>
                  <a:pt x="112968" y="5962"/>
                  <a:pt x="112968" y="5962"/>
                </a:cubicBezTo>
                <a:lnTo>
                  <a:pt x="112968" y="5962"/>
                </a:lnTo>
                <a:cubicBezTo>
                  <a:pt x="112998" y="6195"/>
                  <a:pt x="112998" y="6428"/>
                  <a:pt x="112998" y="6661"/>
                </a:cubicBezTo>
                <a:cubicBezTo>
                  <a:pt x="112939" y="6909"/>
                  <a:pt x="112896" y="7142"/>
                  <a:pt x="112866" y="7376"/>
                </a:cubicBezTo>
                <a:lnTo>
                  <a:pt x="112954" y="7376"/>
                </a:lnTo>
                <a:cubicBezTo>
                  <a:pt x="112939" y="7405"/>
                  <a:pt x="112939" y="7419"/>
                  <a:pt x="112939" y="7449"/>
                </a:cubicBezTo>
                <a:cubicBezTo>
                  <a:pt x="112779" y="7580"/>
                  <a:pt x="112589" y="7696"/>
                  <a:pt x="112400" y="7784"/>
                </a:cubicBezTo>
                <a:lnTo>
                  <a:pt x="112385" y="7784"/>
                </a:lnTo>
                <a:cubicBezTo>
                  <a:pt x="112458" y="7580"/>
                  <a:pt x="112502" y="7376"/>
                  <a:pt x="112531" y="7215"/>
                </a:cubicBezTo>
                <a:lnTo>
                  <a:pt x="112633" y="7201"/>
                </a:lnTo>
                <a:cubicBezTo>
                  <a:pt x="112633" y="7201"/>
                  <a:pt x="112648" y="6414"/>
                  <a:pt x="112852" y="5335"/>
                </a:cubicBezTo>
                <a:lnTo>
                  <a:pt x="112866" y="5321"/>
                </a:lnTo>
                <a:cubicBezTo>
                  <a:pt x="112881" y="5291"/>
                  <a:pt x="112910" y="5248"/>
                  <a:pt x="112939" y="5204"/>
                </a:cubicBezTo>
                <a:cubicBezTo>
                  <a:pt x="112954" y="5175"/>
                  <a:pt x="112968" y="5160"/>
                  <a:pt x="112998" y="5131"/>
                </a:cubicBezTo>
                <a:lnTo>
                  <a:pt x="112998" y="5131"/>
                </a:lnTo>
                <a:cubicBezTo>
                  <a:pt x="112997" y="5132"/>
                  <a:pt x="112983" y="5146"/>
                  <a:pt x="112954" y="5160"/>
                </a:cubicBezTo>
                <a:cubicBezTo>
                  <a:pt x="112998" y="5087"/>
                  <a:pt x="113056" y="5015"/>
                  <a:pt x="113100" y="4942"/>
                </a:cubicBezTo>
                <a:close/>
                <a:moveTo>
                  <a:pt x="102897" y="7478"/>
                </a:moveTo>
                <a:lnTo>
                  <a:pt x="102897" y="7478"/>
                </a:lnTo>
                <a:cubicBezTo>
                  <a:pt x="102883" y="7580"/>
                  <a:pt x="102868" y="7667"/>
                  <a:pt x="102868" y="7755"/>
                </a:cubicBezTo>
                <a:lnTo>
                  <a:pt x="102854" y="7755"/>
                </a:lnTo>
                <a:cubicBezTo>
                  <a:pt x="102839" y="7798"/>
                  <a:pt x="102824" y="7842"/>
                  <a:pt x="102810" y="7886"/>
                </a:cubicBezTo>
                <a:cubicBezTo>
                  <a:pt x="102766" y="7827"/>
                  <a:pt x="102752" y="7755"/>
                  <a:pt x="102722" y="7696"/>
                </a:cubicBezTo>
                <a:cubicBezTo>
                  <a:pt x="102781" y="7623"/>
                  <a:pt x="102839" y="7551"/>
                  <a:pt x="102897" y="7478"/>
                </a:cubicBezTo>
                <a:close/>
                <a:moveTo>
                  <a:pt x="37501" y="6953"/>
                </a:moveTo>
                <a:cubicBezTo>
                  <a:pt x="37559" y="7070"/>
                  <a:pt x="37618" y="7172"/>
                  <a:pt x="37676" y="7288"/>
                </a:cubicBezTo>
                <a:cubicBezTo>
                  <a:pt x="37647" y="7478"/>
                  <a:pt x="37618" y="7653"/>
                  <a:pt x="37588" y="7827"/>
                </a:cubicBezTo>
                <a:cubicBezTo>
                  <a:pt x="37559" y="7886"/>
                  <a:pt x="37530" y="7944"/>
                  <a:pt x="37501" y="8002"/>
                </a:cubicBezTo>
                <a:lnTo>
                  <a:pt x="37443" y="8002"/>
                </a:lnTo>
                <a:cubicBezTo>
                  <a:pt x="37530" y="7623"/>
                  <a:pt x="37530" y="7259"/>
                  <a:pt x="37501" y="6953"/>
                </a:cubicBezTo>
                <a:close/>
                <a:moveTo>
                  <a:pt x="117793" y="7740"/>
                </a:moveTo>
                <a:cubicBezTo>
                  <a:pt x="117836" y="7842"/>
                  <a:pt x="117851" y="7944"/>
                  <a:pt x="117880" y="8032"/>
                </a:cubicBezTo>
                <a:cubicBezTo>
                  <a:pt x="117793" y="8075"/>
                  <a:pt x="117691" y="8104"/>
                  <a:pt x="117589" y="8148"/>
                </a:cubicBezTo>
                <a:cubicBezTo>
                  <a:pt x="117661" y="8002"/>
                  <a:pt x="117734" y="7871"/>
                  <a:pt x="117793" y="7740"/>
                </a:cubicBezTo>
                <a:close/>
                <a:moveTo>
                  <a:pt x="34907" y="7434"/>
                </a:moveTo>
                <a:cubicBezTo>
                  <a:pt x="34907" y="7463"/>
                  <a:pt x="34921" y="7492"/>
                  <a:pt x="34921" y="7507"/>
                </a:cubicBezTo>
                <a:cubicBezTo>
                  <a:pt x="34907" y="7755"/>
                  <a:pt x="34921" y="8002"/>
                  <a:pt x="34950" y="8250"/>
                </a:cubicBezTo>
                <a:cubicBezTo>
                  <a:pt x="34921" y="8265"/>
                  <a:pt x="34892" y="8265"/>
                  <a:pt x="34863" y="8265"/>
                </a:cubicBezTo>
                <a:cubicBezTo>
                  <a:pt x="34776" y="8148"/>
                  <a:pt x="34703" y="8017"/>
                  <a:pt x="34630" y="7871"/>
                </a:cubicBezTo>
                <a:cubicBezTo>
                  <a:pt x="34732" y="7725"/>
                  <a:pt x="34819" y="7580"/>
                  <a:pt x="34892" y="7434"/>
                </a:cubicBezTo>
                <a:close/>
                <a:moveTo>
                  <a:pt x="114193" y="7784"/>
                </a:moveTo>
                <a:cubicBezTo>
                  <a:pt x="114222" y="7915"/>
                  <a:pt x="114236" y="8032"/>
                  <a:pt x="114251" y="8148"/>
                </a:cubicBezTo>
                <a:cubicBezTo>
                  <a:pt x="114178" y="8206"/>
                  <a:pt x="114105" y="8265"/>
                  <a:pt x="114032" y="8338"/>
                </a:cubicBezTo>
                <a:cubicBezTo>
                  <a:pt x="114076" y="8148"/>
                  <a:pt x="114134" y="7959"/>
                  <a:pt x="114193" y="7784"/>
                </a:cubicBezTo>
                <a:close/>
                <a:moveTo>
                  <a:pt x="110432" y="7886"/>
                </a:moveTo>
                <a:cubicBezTo>
                  <a:pt x="110462" y="7959"/>
                  <a:pt x="110491" y="8032"/>
                  <a:pt x="110534" y="8119"/>
                </a:cubicBezTo>
                <a:cubicBezTo>
                  <a:pt x="110505" y="8177"/>
                  <a:pt x="110491" y="8250"/>
                  <a:pt x="110462" y="8308"/>
                </a:cubicBezTo>
                <a:cubicBezTo>
                  <a:pt x="110462" y="8308"/>
                  <a:pt x="110462" y="8323"/>
                  <a:pt x="110462" y="8323"/>
                </a:cubicBezTo>
                <a:lnTo>
                  <a:pt x="110272" y="8352"/>
                </a:lnTo>
                <a:cubicBezTo>
                  <a:pt x="110301" y="8221"/>
                  <a:pt x="110360" y="8061"/>
                  <a:pt x="110418" y="7886"/>
                </a:cubicBezTo>
                <a:close/>
                <a:moveTo>
                  <a:pt x="107386" y="7798"/>
                </a:moveTo>
                <a:cubicBezTo>
                  <a:pt x="107386" y="7842"/>
                  <a:pt x="107401" y="7900"/>
                  <a:pt x="107401" y="7944"/>
                </a:cubicBezTo>
                <a:cubicBezTo>
                  <a:pt x="107415" y="8119"/>
                  <a:pt x="107415" y="8279"/>
                  <a:pt x="107415" y="8425"/>
                </a:cubicBezTo>
                <a:cubicBezTo>
                  <a:pt x="107357" y="8410"/>
                  <a:pt x="107313" y="8410"/>
                  <a:pt x="107255" y="8396"/>
                </a:cubicBezTo>
                <a:cubicBezTo>
                  <a:pt x="107226" y="8323"/>
                  <a:pt x="107211" y="8250"/>
                  <a:pt x="107197" y="8177"/>
                </a:cubicBezTo>
                <a:cubicBezTo>
                  <a:pt x="107241" y="8046"/>
                  <a:pt x="107313" y="7915"/>
                  <a:pt x="107386" y="7798"/>
                </a:cubicBezTo>
                <a:close/>
                <a:moveTo>
                  <a:pt x="115548" y="7667"/>
                </a:moveTo>
                <a:cubicBezTo>
                  <a:pt x="115548" y="7740"/>
                  <a:pt x="115548" y="7827"/>
                  <a:pt x="115534" y="7915"/>
                </a:cubicBezTo>
                <a:cubicBezTo>
                  <a:pt x="115490" y="8075"/>
                  <a:pt x="115432" y="8250"/>
                  <a:pt x="115373" y="8454"/>
                </a:cubicBezTo>
                <a:cubicBezTo>
                  <a:pt x="115315" y="8367"/>
                  <a:pt x="115271" y="8279"/>
                  <a:pt x="115227" y="8192"/>
                </a:cubicBezTo>
                <a:cubicBezTo>
                  <a:pt x="115315" y="8017"/>
                  <a:pt x="115432" y="7842"/>
                  <a:pt x="115548" y="7667"/>
                </a:cubicBezTo>
                <a:close/>
                <a:moveTo>
                  <a:pt x="118755" y="7813"/>
                </a:moveTo>
                <a:cubicBezTo>
                  <a:pt x="118623" y="8017"/>
                  <a:pt x="118463" y="8265"/>
                  <a:pt x="118303" y="8556"/>
                </a:cubicBezTo>
                <a:cubicBezTo>
                  <a:pt x="118259" y="8454"/>
                  <a:pt x="118215" y="8367"/>
                  <a:pt x="118186" y="8279"/>
                </a:cubicBezTo>
                <a:cubicBezTo>
                  <a:pt x="118259" y="8221"/>
                  <a:pt x="118346" y="8163"/>
                  <a:pt x="118434" y="8104"/>
                </a:cubicBezTo>
                <a:lnTo>
                  <a:pt x="118434" y="8104"/>
                </a:lnTo>
                <a:cubicBezTo>
                  <a:pt x="118434" y="8104"/>
                  <a:pt x="118332" y="8134"/>
                  <a:pt x="118142" y="8206"/>
                </a:cubicBezTo>
                <a:cubicBezTo>
                  <a:pt x="118128" y="8177"/>
                  <a:pt x="118113" y="8148"/>
                  <a:pt x="118099" y="8134"/>
                </a:cubicBezTo>
                <a:cubicBezTo>
                  <a:pt x="118288" y="8032"/>
                  <a:pt x="118507" y="7929"/>
                  <a:pt x="118755" y="7813"/>
                </a:cubicBezTo>
                <a:close/>
                <a:moveTo>
                  <a:pt x="117938" y="8221"/>
                </a:moveTo>
                <a:cubicBezTo>
                  <a:pt x="117938" y="8236"/>
                  <a:pt x="117953" y="8265"/>
                  <a:pt x="117953" y="8294"/>
                </a:cubicBezTo>
                <a:cubicBezTo>
                  <a:pt x="117793" y="8367"/>
                  <a:pt x="117603" y="8454"/>
                  <a:pt x="117385" y="8571"/>
                </a:cubicBezTo>
                <a:cubicBezTo>
                  <a:pt x="117399" y="8542"/>
                  <a:pt x="117414" y="8527"/>
                  <a:pt x="117414" y="8498"/>
                </a:cubicBezTo>
                <a:cubicBezTo>
                  <a:pt x="117574" y="8410"/>
                  <a:pt x="117734" y="8323"/>
                  <a:pt x="117938" y="8221"/>
                </a:cubicBezTo>
                <a:close/>
                <a:moveTo>
                  <a:pt x="31948" y="8483"/>
                </a:moveTo>
                <a:lnTo>
                  <a:pt x="32400" y="8498"/>
                </a:lnTo>
                <a:cubicBezTo>
                  <a:pt x="32400" y="8512"/>
                  <a:pt x="32400" y="8527"/>
                  <a:pt x="32385" y="8542"/>
                </a:cubicBezTo>
                <a:cubicBezTo>
                  <a:pt x="32254" y="8556"/>
                  <a:pt x="32138" y="8571"/>
                  <a:pt x="32006" y="8585"/>
                </a:cubicBezTo>
                <a:cubicBezTo>
                  <a:pt x="31992" y="8542"/>
                  <a:pt x="31977" y="8512"/>
                  <a:pt x="31948" y="8483"/>
                </a:cubicBezTo>
                <a:close/>
                <a:moveTo>
                  <a:pt x="26774" y="7303"/>
                </a:moveTo>
                <a:cubicBezTo>
                  <a:pt x="26818" y="7536"/>
                  <a:pt x="26862" y="7740"/>
                  <a:pt x="26891" y="7944"/>
                </a:cubicBezTo>
                <a:cubicBezTo>
                  <a:pt x="26803" y="8163"/>
                  <a:pt x="26730" y="8381"/>
                  <a:pt x="26658" y="8614"/>
                </a:cubicBezTo>
                <a:cubicBezTo>
                  <a:pt x="26614" y="8469"/>
                  <a:pt x="26570" y="8308"/>
                  <a:pt x="26512" y="8163"/>
                </a:cubicBezTo>
                <a:cubicBezTo>
                  <a:pt x="26585" y="7813"/>
                  <a:pt x="26658" y="7551"/>
                  <a:pt x="26774" y="7303"/>
                </a:cubicBezTo>
                <a:close/>
                <a:moveTo>
                  <a:pt x="114703" y="8308"/>
                </a:moveTo>
                <a:cubicBezTo>
                  <a:pt x="114732" y="8381"/>
                  <a:pt x="114747" y="8440"/>
                  <a:pt x="114761" y="8512"/>
                </a:cubicBezTo>
                <a:cubicBezTo>
                  <a:pt x="114747" y="8542"/>
                  <a:pt x="114717" y="8585"/>
                  <a:pt x="114688" y="8614"/>
                </a:cubicBezTo>
                <a:cubicBezTo>
                  <a:pt x="114688" y="8556"/>
                  <a:pt x="114674" y="8483"/>
                  <a:pt x="114674" y="8425"/>
                </a:cubicBezTo>
                <a:lnTo>
                  <a:pt x="114703" y="8308"/>
                </a:lnTo>
                <a:close/>
                <a:moveTo>
                  <a:pt x="30461" y="8600"/>
                </a:moveTo>
                <a:cubicBezTo>
                  <a:pt x="30476" y="8629"/>
                  <a:pt x="30505" y="8644"/>
                  <a:pt x="30534" y="8658"/>
                </a:cubicBezTo>
                <a:cubicBezTo>
                  <a:pt x="30520" y="8687"/>
                  <a:pt x="30520" y="8717"/>
                  <a:pt x="30505" y="8760"/>
                </a:cubicBezTo>
                <a:cubicBezTo>
                  <a:pt x="30491" y="8702"/>
                  <a:pt x="30476" y="8658"/>
                  <a:pt x="30461" y="8600"/>
                </a:cubicBezTo>
                <a:close/>
                <a:moveTo>
                  <a:pt x="119993" y="8425"/>
                </a:moveTo>
                <a:cubicBezTo>
                  <a:pt x="120037" y="8542"/>
                  <a:pt x="120081" y="8644"/>
                  <a:pt x="120110" y="8746"/>
                </a:cubicBezTo>
                <a:cubicBezTo>
                  <a:pt x="120052" y="8804"/>
                  <a:pt x="119993" y="8862"/>
                  <a:pt x="119935" y="8906"/>
                </a:cubicBezTo>
                <a:cubicBezTo>
                  <a:pt x="119979" y="8746"/>
                  <a:pt x="119993" y="8585"/>
                  <a:pt x="119993" y="8425"/>
                </a:cubicBezTo>
                <a:close/>
                <a:moveTo>
                  <a:pt x="29733" y="7973"/>
                </a:moveTo>
                <a:cubicBezTo>
                  <a:pt x="29762" y="8046"/>
                  <a:pt x="29791" y="8104"/>
                  <a:pt x="29820" y="8163"/>
                </a:cubicBezTo>
                <a:cubicBezTo>
                  <a:pt x="29806" y="8367"/>
                  <a:pt x="29820" y="8600"/>
                  <a:pt x="29835" y="8848"/>
                </a:cubicBezTo>
                <a:cubicBezTo>
                  <a:pt x="29631" y="8877"/>
                  <a:pt x="29427" y="8906"/>
                  <a:pt x="29223" y="8921"/>
                </a:cubicBezTo>
                <a:cubicBezTo>
                  <a:pt x="29456" y="8600"/>
                  <a:pt x="29616" y="8279"/>
                  <a:pt x="29733" y="7973"/>
                </a:cubicBezTo>
                <a:close/>
                <a:moveTo>
                  <a:pt x="115125" y="8396"/>
                </a:moveTo>
                <a:cubicBezTo>
                  <a:pt x="115155" y="8512"/>
                  <a:pt x="115198" y="8629"/>
                  <a:pt x="115227" y="8746"/>
                </a:cubicBezTo>
                <a:cubicBezTo>
                  <a:pt x="115198" y="8804"/>
                  <a:pt x="115155" y="8862"/>
                  <a:pt x="115125" y="8921"/>
                </a:cubicBezTo>
                <a:cubicBezTo>
                  <a:pt x="115111" y="8819"/>
                  <a:pt x="115082" y="8717"/>
                  <a:pt x="115038" y="8614"/>
                </a:cubicBezTo>
                <a:cubicBezTo>
                  <a:pt x="115053" y="8585"/>
                  <a:pt x="115053" y="8542"/>
                  <a:pt x="115053" y="8512"/>
                </a:cubicBezTo>
                <a:cubicBezTo>
                  <a:pt x="115082" y="8469"/>
                  <a:pt x="115096" y="8425"/>
                  <a:pt x="115125" y="8396"/>
                </a:cubicBezTo>
                <a:close/>
                <a:moveTo>
                  <a:pt x="114266" y="8367"/>
                </a:moveTo>
                <a:lnTo>
                  <a:pt x="114266" y="8425"/>
                </a:lnTo>
                <a:cubicBezTo>
                  <a:pt x="114149" y="8614"/>
                  <a:pt x="114032" y="8804"/>
                  <a:pt x="113916" y="8979"/>
                </a:cubicBezTo>
                <a:cubicBezTo>
                  <a:pt x="113930" y="8921"/>
                  <a:pt x="113945" y="8848"/>
                  <a:pt x="113959" y="8775"/>
                </a:cubicBezTo>
                <a:cubicBezTo>
                  <a:pt x="114032" y="8644"/>
                  <a:pt x="114134" y="8512"/>
                  <a:pt x="114266" y="8367"/>
                </a:cubicBezTo>
                <a:close/>
                <a:moveTo>
                  <a:pt x="116933" y="7128"/>
                </a:moveTo>
                <a:lnTo>
                  <a:pt x="116933" y="7128"/>
                </a:lnTo>
                <a:cubicBezTo>
                  <a:pt x="116947" y="7507"/>
                  <a:pt x="116904" y="7871"/>
                  <a:pt x="116860" y="8236"/>
                </a:cubicBezTo>
                <a:cubicBezTo>
                  <a:pt x="116802" y="8352"/>
                  <a:pt x="116758" y="8469"/>
                  <a:pt x="116729" y="8585"/>
                </a:cubicBezTo>
                <a:cubicBezTo>
                  <a:pt x="116510" y="8717"/>
                  <a:pt x="116291" y="8862"/>
                  <a:pt x="116102" y="9037"/>
                </a:cubicBezTo>
                <a:cubicBezTo>
                  <a:pt x="116204" y="8717"/>
                  <a:pt x="116233" y="8483"/>
                  <a:pt x="116233" y="8483"/>
                </a:cubicBezTo>
                <a:lnTo>
                  <a:pt x="116233" y="8483"/>
                </a:lnTo>
                <a:cubicBezTo>
                  <a:pt x="116175" y="8600"/>
                  <a:pt x="116131" y="8687"/>
                  <a:pt x="116087" y="8775"/>
                </a:cubicBezTo>
                <a:cubicBezTo>
                  <a:pt x="116087" y="8644"/>
                  <a:pt x="116073" y="8498"/>
                  <a:pt x="116058" y="8367"/>
                </a:cubicBezTo>
                <a:cubicBezTo>
                  <a:pt x="116321" y="7959"/>
                  <a:pt x="116612" y="7536"/>
                  <a:pt x="116933" y="7128"/>
                </a:cubicBezTo>
                <a:close/>
                <a:moveTo>
                  <a:pt x="27561" y="6195"/>
                </a:moveTo>
                <a:cubicBezTo>
                  <a:pt x="27926" y="6632"/>
                  <a:pt x="28130" y="6938"/>
                  <a:pt x="28275" y="7274"/>
                </a:cubicBezTo>
                <a:cubicBezTo>
                  <a:pt x="28188" y="7988"/>
                  <a:pt x="28028" y="8644"/>
                  <a:pt x="27882" y="9110"/>
                </a:cubicBezTo>
                <a:cubicBezTo>
                  <a:pt x="27838" y="9110"/>
                  <a:pt x="27780" y="9125"/>
                  <a:pt x="27721" y="9125"/>
                </a:cubicBezTo>
                <a:cubicBezTo>
                  <a:pt x="27780" y="8512"/>
                  <a:pt x="27590" y="7857"/>
                  <a:pt x="27343" y="7274"/>
                </a:cubicBezTo>
                <a:cubicBezTo>
                  <a:pt x="27401" y="7011"/>
                  <a:pt x="27488" y="6749"/>
                  <a:pt x="27590" y="6487"/>
                </a:cubicBezTo>
                <a:lnTo>
                  <a:pt x="27590" y="6487"/>
                </a:lnTo>
                <a:cubicBezTo>
                  <a:pt x="27590" y="6487"/>
                  <a:pt x="27444" y="6720"/>
                  <a:pt x="27255" y="7113"/>
                </a:cubicBezTo>
                <a:cubicBezTo>
                  <a:pt x="27197" y="6997"/>
                  <a:pt x="27138" y="6880"/>
                  <a:pt x="27080" y="6764"/>
                </a:cubicBezTo>
                <a:cubicBezTo>
                  <a:pt x="27211" y="6589"/>
                  <a:pt x="27357" y="6399"/>
                  <a:pt x="27561" y="6195"/>
                </a:cubicBezTo>
                <a:close/>
                <a:moveTo>
                  <a:pt x="114032" y="7244"/>
                </a:moveTo>
                <a:cubicBezTo>
                  <a:pt x="114091" y="7419"/>
                  <a:pt x="114134" y="7580"/>
                  <a:pt x="114178" y="7725"/>
                </a:cubicBezTo>
                <a:cubicBezTo>
                  <a:pt x="114076" y="7900"/>
                  <a:pt x="113901" y="8250"/>
                  <a:pt x="113741" y="8673"/>
                </a:cubicBezTo>
                <a:cubicBezTo>
                  <a:pt x="113610" y="8833"/>
                  <a:pt x="113493" y="9008"/>
                  <a:pt x="113406" y="9197"/>
                </a:cubicBezTo>
                <a:cubicBezTo>
                  <a:pt x="113362" y="9197"/>
                  <a:pt x="113318" y="9197"/>
                  <a:pt x="113274" y="9183"/>
                </a:cubicBezTo>
                <a:cubicBezTo>
                  <a:pt x="113318" y="9023"/>
                  <a:pt x="113333" y="8862"/>
                  <a:pt x="113347" y="8702"/>
                </a:cubicBezTo>
                <a:cubicBezTo>
                  <a:pt x="113493" y="8542"/>
                  <a:pt x="113668" y="8381"/>
                  <a:pt x="113887" y="8163"/>
                </a:cubicBezTo>
                <a:lnTo>
                  <a:pt x="113887" y="8163"/>
                </a:lnTo>
                <a:cubicBezTo>
                  <a:pt x="113886" y="8163"/>
                  <a:pt x="113668" y="8279"/>
                  <a:pt x="113362" y="8498"/>
                </a:cubicBezTo>
                <a:lnTo>
                  <a:pt x="113362" y="8454"/>
                </a:lnTo>
                <a:cubicBezTo>
                  <a:pt x="113377" y="8440"/>
                  <a:pt x="113377" y="8440"/>
                  <a:pt x="113377" y="8425"/>
                </a:cubicBezTo>
                <a:cubicBezTo>
                  <a:pt x="113566" y="8090"/>
                  <a:pt x="113712" y="7755"/>
                  <a:pt x="113814" y="7449"/>
                </a:cubicBezTo>
                <a:cubicBezTo>
                  <a:pt x="113828" y="7419"/>
                  <a:pt x="113857" y="7390"/>
                  <a:pt x="113872" y="7361"/>
                </a:cubicBezTo>
                <a:cubicBezTo>
                  <a:pt x="113901" y="7332"/>
                  <a:pt x="113930" y="7303"/>
                  <a:pt x="113959" y="7288"/>
                </a:cubicBezTo>
                <a:cubicBezTo>
                  <a:pt x="113989" y="7274"/>
                  <a:pt x="114018" y="7259"/>
                  <a:pt x="114032" y="7244"/>
                </a:cubicBezTo>
                <a:close/>
                <a:moveTo>
                  <a:pt x="27007" y="9008"/>
                </a:moveTo>
                <a:cubicBezTo>
                  <a:pt x="27022" y="9095"/>
                  <a:pt x="27022" y="9183"/>
                  <a:pt x="27022" y="9227"/>
                </a:cubicBezTo>
                <a:cubicBezTo>
                  <a:pt x="27007" y="9227"/>
                  <a:pt x="26993" y="9227"/>
                  <a:pt x="26978" y="9241"/>
                </a:cubicBezTo>
                <a:cubicBezTo>
                  <a:pt x="26993" y="9154"/>
                  <a:pt x="27007" y="9081"/>
                  <a:pt x="27007" y="9008"/>
                </a:cubicBezTo>
                <a:close/>
                <a:moveTo>
                  <a:pt x="123783" y="8498"/>
                </a:moveTo>
                <a:lnTo>
                  <a:pt x="123783" y="8498"/>
                </a:lnTo>
                <a:cubicBezTo>
                  <a:pt x="123724" y="8702"/>
                  <a:pt x="123637" y="8964"/>
                  <a:pt x="123564" y="9285"/>
                </a:cubicBezTo>
                <a:cubicBezTo>
                  <a:pt x="123506" y="9314"/>
                  <a:pt x="123462" y="9343"/>
                  <a:pt x="123418" y="9372"/>
                </a:cubicBezTo>
                <a:cubicBezTo>
                  <a:pt x="123520" y="9081"/>
                  <a:pt x="123637" y="8789"/>
                  <a:pt x="123783" y="8498"/>
                </a:cubicBezTo>
                <a:close/>
                <a:moveTo>
                  <a:pt x="124832" y="8775"/>
                </a:moveTo>
                <a:cubicBezTo>
                  <a:pt x="125007" y="8979"/>
                  <a:pt x="125167" y="9154"/>
                  <a:pt x="125284" y="9329"/>
                </a:cubicBezTo>
                <a:cubicBezTo>
                  <a:pt x="125226" y="9372"/>
                  <a:pt x="125167" y="9431"/>
                  <a:pt x="125109" y="9474"/>
                </a:cubicBezTo>
                <a:cubicBezTo>
                  <a:pt x="124992" y="9241"/>
                  <a:pt x="124861" y="9023"/>
                  <a:pt x="124730" y="8833"/>
                </a:cubicBezTo>
                <a:cubicBezTo>
                  <a:pt x="124759" y="8819"/>
                  <a:pt x="124803" y="8789"/>
                  <a:pt x="124832" y="8775"/>
                </a:cubicBezTo>
                <a:close/>
                <a:moveTo>
                  <a:pt x="11880" y="9493"/>
                </a:moveTo>
                <a:cubicBezTo>
                  <a:pt x="11880" y="9497"/>
                  <a:pt x="11879" y="9500"/>
                  <a:pt x="11879" y="9504"/>
                </a:cubicBezTo>
                <a:cubicBezTo>
                  <a:pt x="11881" y="9507"/>
                  <a:pt x="11884" y="9511"/>
                  <a:pt x="11888" y="9516"/>
                </a:cubicBezTo>
                <a:lnTo>
                  <a:pt x="11888" y="9516"/>
                </a:lnTo>
                <a:cubicBezTo>
                  <a:pt x="11885" y="9508"/>
                  <a:pt x="11883" y="9501"/>
                  <a:pt x="11880" y="9493"/>
                </a:cubicBezTo>
                <a:close/>
                <a:moveTo>
                  <a:pt x="25215" y="8571"/>
                </a:moveTo>
                <a:cubicBezTo>
                  <a:pt x="25331" y="8775"/>
                  <a:pt x="25477" y="8964"/>
                  <a:pt x="25652" y="9154"/>
                </a:cubicBezTo>
                <a:cubicBezTo>
                  <a:pt x="25637" y="9256"/>
                  <a:pt x="25608" y="9343"/>
                  <a:pt x="25608" y="9445"/>
                </a:cubicBezTo>
                <a:cubicBezTo>
                  <a:pt x="25404" y="9474"/>
                  <a:pt x="25200" y="9504"/>
                  <a:pt x="25011" y="9533"/>
                </a:cubicBezTo>
                <a:cubicBezTo>
                  <a:pt x="24981" y="9474"/>
                  <a:pt x="24967" y="9416"/>
                  <a:pt x="24938" y="9358"/>
                </a:cubicBezTo>
                <a:cubicBezTo>
                  <a:pt x="24981" y="9110"/>
                  <a:pt x="25069" y="8877"/>
                  <a:pt x="25215" y="8571"/>
                </a:cubicBezTo>
                <a:close/>
                <a:moveTo>
                  <a:pt x="24398" y="9110"/>
                </a:moveTo>
                <a:lnTo>
                  <a:pt x="24398" y="9110"/>
                </a:lnTo>
                <a:cubicBezTo>
                  <a:pt x="24384" y="9299"/>
                  <a:pt x="24384" y="9474"/>
                  <a:pt x="24355" y="9635"/>
                </a:cubicBezTo>
                <a:lnTo>
                  <a:pt x="24194" y="9664"/>
                </a:lnTo>
                <a:cubicBezTo>
                  <a:pt x="24180" y="9635"/>
                  <a:pt x="24180" y="9620"/>
                  <a:pt x="24165" y="9591"/>
                </a:cubicBezTo>
                <a:cubicBezTo>
                  <a:pt x="24224" y="9445"/>
                  <a:pt x="24296" y="9285"/>
                  <a:pt x="24398" y="9110"/>
                </a:cubicBezTo>
                <a:close/>
                <a:moveTo>
                  <a:pt x="9591" y="9664"/>
                </a:moveTo>
                <a:cubicBezTo>
                  <a:pt x="9591" y="9664"/>
                  <a:pt x="9605" y="9678"/>
                  <a:pt x="9605" y="9678"/>
                </a:cubicBezTo>
                <a:cubicBezTo>
                  <a:pt x="9605" y="9664"/>
                  <a:pt x="9591" y="9664"/>
                  <a:pt x="9591" y="9664"/>
                </a:cubicBezTo>
                <a:close/>
                <a:moveTo>
                  <a:pt x="117982" y="8410"/>
                </a:moveTo>
                <a:cubicBezTo>
                  <a:pt x="118026" y="8600"/>
                  <a:pt x="118070" y="8760"/>
                  <a:pt x="118084" y="8906"/>
                </a:cubicBezTo>
                <a:cubicBezTo>
                  <a:pt x="117807" y="9168"/>
                  <a:pt x="117545" y="9474"/>
                  <a:pt x="117341" y="9824"/>
                </a:cubicBezTo>
                <a:cubicBezTo>
                  <a:pt x="117297" y="9810"/>
                  <a:pt x="117253" y="9810"/>
                  <a:pt x="117224" y="9795"/>
                </a:cubicBezTo>
                <a:cubicBezTo>
                  <a:pt x="117210" y="9737"/>
                  <a:pt x="117195" y="9664"/>
                  <a:pt x="117195" y="9591"/>
                </a:cubicBezTo>
                <a:cubicBezTo>
                  <a:pt x="117210" y="9387"/>
                  <a:pt x="117224" y="9168"/>
                  <a:pt x="117224" y="8979"/>
                </a:cubicBezTo>
                <a:cubicBezTo>
                  <a:pt x="117443" y="8804"/>
                  <a:pt x="117691" y="8629"/>
                  <a:pt x="117982" y="8410"/>
                </a:cubicBezTo>
                <a:close/>
                <a:moveTo>
                  <a:pt x="22416" y="9489"/>
                </a:moveTo>
                <a:lnTo>
                  <a:pt x="22416" y="9489"/>
                </a:lnTo>
                <a:cubicBezTo>
                  <a:pt x="22518" y="9620"/>
                  <a:pt x="22620" y="9751"/>
                  <a:pt x="22722" y="9897"/>
                </a:cubicBezTo>
                <a:cubicBezTo>
                  <a:pt x="22635" y="9912"/>
                  <a:pt x="22547" y="9926"/>
                  <a:pt x="22475" y="9941"/>
                </a:cubicBezTo>
                <a:cubicBezTo>
                  <a:pt x="22445" y="9795"/>
                  <a:pt x="22431" y="9649"/>
                  <a:pt x="22416" y="9489"/>
                </a:cubicBezTo>
                <a:close/>
                <a:moveTo>
                  <a:pt x="119571" y="8134"/>
                </a:moveTo>
                <a:cubicBezTo>
                  <a:pt x="119542" y="8512"/>
                  <a:pt x="119425" y="8891"/>
                  <a:pt x="119206" y="9460"/>
                </a:cubicBezTo>
                <a:cubicBezTo>
                  <a:pt x="119031" y="9081"/>
                  <a:pt x="118842" y="8833"/>
                  <a:pt x="118784" y="8789"/>
                </a:cubicBezTo>
                <a:lnTo>
                  <a:pt x="118784" y="8789"/>
                </a:lnTo>
                <a:cubicBezTo>
                  <a:pt x="118915" y="9197"/>
                  <a:pt x="119002" y="9518"/>
                  <a:pt x="119061" y="9795"/>
                </a:cubicBezTo>
                <a:cubicBezTo>
                  <a:pt x="119002" y="9897"/>
                  <a:pt x="118929" y="9999"/>
                  <a:pt x="118842" y="10087"/>
                </a:cubicBezTo>
                <a:cubicBezTo>
                  <a:pt x="118725" y="10072"/>
                  <a:pt x="118609" y="10043"/>
                  <a:pt x="118507" y="10028"/>
                </a:cubicBezTo>
                <a:cubicBezTo>
                  <a:pt x="118521" y="9810"/>
                  <a:pt x="118521" y="9606"/>
                  <a:pt x="118507" y="9416"/>
                </a:cubicBezTo>
                <a:cubicBezTo>
                  <a:pt x="118565" y="9241"/>
                  <a:pt x="118609" y="9081"/>
                  <a:pt x="118638" y="8935"/>
                </a:cubicBezTo>
                <a:cubicBezTo>
                  <a:pt x="118682" y="8891"/>
                  <a:pt x="118740" y="8833"/>
                  <a:pt x="118784" y="8789"/>
                </a:cubicBezTo>
                <a:cubicBezTo>
                  <a:pt x="119002" y="8585"/>
                  <a:pt x="119250" y="8367"/>
                  <a:pt x="119571" y="8134"/>
                </a:cubicBezTo>
                <a:close/>
                <a:moveTo>
                  <a:pt x="21134" y="8396"/>
                </a:moveTo>
                <a:cubicBezTo>
                  <a:pt x="21440" y="8600"/>
                  <a:pt x="21673" y="8775"/>
                  <a:pt x="21877" y="8935"/>
                </a:cubicBezTo>
                <a:cubicBezTo>
                  <a:pt x="21804" y="9299"/>
                  <a:pt x="21746" y="9678"/>
                  <a:pt x="21731" y="10072"/>
                </a:cubicBezTo>
                <a:cubicBezTo>
                  <a:pt x="21469" y="10116"/>
                  <a:pt x="21192" y="10159"/>
                  <a:pt x="20930" y="10218"/>
                </a:cubicBezTo>
                <a:cubicBezTo>
                  <a:pt x="20857" y="10057"/>
                  <a:pt x="20784" y="9912"/>
                  <a:pt x="20711" y="9751"/>
                </a:cubicBezTo>
                <a:cubicBezTo>
                  <a:pt x="20755" y="9343"/>
                  <a:pt x="20886" y="8950"/>
                  <a:pt x="21134" y="8396"/>
                </a:cubicBezTo>
                <a:close/>
                <a:moveTo>
                  <a:pt x="120256" y="9955"/>
                </a:moveTo>
                <a:cubicBezTo>
                  <a:pt x="120241" y="10072"/>
                  <a:pt x="120241" y="10189"/>
                  <a:pt x="120227" y="10305"/>
                </a:cubicBezTo>
                <a:cubicBezTo>
                  <a:pt x="120227" y="10320"/>
                  <a:pt x="120212" y="10334"/>
                  <a:pt x="120212" y="10349"/>
                </a:cubicBezTo>
                <a:cubicBezTo>
                  <a:pt x="120197" y="10334"/>
                  <a:pt x="120168" y="10334"/>
                  <a:pt x="120154" y="10334"/>
                </a:cubicBezTo>
                <a:cubicBezTo>
                  <a:pt x="120183" y="10203"/>
                  <a:pt x="120212" y="10087"/>
                  <a:pt x="120256" y="9955"/>
                </a:cubicBezTo>
                <a:close/>
                <a:moveTo>
                  <a:pt x="121946" y="9882"/>
                </a:moveTo>
                <a:cubicBezTo>
                  <a:pt x="121946" y="9999"/>
                  <a:pt x="121946" y="10101"/>
                  <a:pt x="121946" y="10218"/>
                </a:cubicBezTo>
                <a:cubicBezTo>
                  <a:pt x="121917" y="10261"/>
                  <a:pt x="121874" y="10320"/>
                  <a:pt x="121830" y="10363"/>
                </a:cubicBezTo>
                <a:cubicBezTo>
                  <a:pt x="121830" y="10203"/>
                  <a:pt x="121859" y="10057"/>
                  <a:pt x="121903" y="9912"/>
                </a:cubicBezTo>
                <a:cubicBezTo>
                  <a:pt x="121917" y="9897"/>
                  <a:pt x="121932" y="9897"/>
                  <a:pt x="121946" y="9882"/>
                </a:cubicBezTo>
                <a:close/>
                <a:moveTo>
                  <a:pt x="10582" y="10276"/>
                </a:moveTo>
                <a:lnTo>
                  <a:pt x="10582" y="10276"/>
                </a:lnTo>
                <a:cubicBezTo>
                  <a:pt x="10640" y="10305"/>
                  <a:pt x="10684" y="10334"/>
                  <a:pt x="10727" y="10363"/>
                </a:cubicBezTo>
                <a:cubicBezTo>
                  <a:pt x="10727" y="10378"/>
                  <a:pt x="10727" y="10393"/>
                  <a:pt x="10742" y="10407"/>
                </a:cubicBezTo>
                <a:cubicBezTo>
                  <a:pt x="10698" y="10393"/>
                  <a:pt x="10655" y="10363"/>
                  <a:pt x="10611" y="10349"/>
                </a:cubicBezTo>
                <a:cubicBezTo>
                  <a:pt x="10596" y="10320"/>
                  <a:pt x="10596" y="10291"/>
                  <a:pt x="10582" y="10276"/>
                </a:cubicBezTo>
                <a:close/>
                <a:moveTo>
                  <a:pt x="121232" y="10465"/>
                </a:moveTo>
                <a:cubicBezTo>
                  <a:pt x="121232" y="10495"/>
                  <a:pt x="121232" y="10524"/>
                  <a:pt x="121232" y="10538"/>
                </a:cubicBezTo>
                <a:lnTo>
                  <a:pt x="121174" y="10538"/>
                </a:lnTo>
                <a:lnTo>
                  <a:pt x="121232" y="10465"/>
                </a:lnTo>
                <a:close/>
                <a:moveTo>
                  <a:pt x="124526" y="9023"/>
                </a:moveTo>
                <a:cubicBezTo>
                  <a:pt x="124643" y="9299"/>
                  <a:pt x="124730" y="9533"/>
                  <a:pt x="124803" y="9751"/>
                </a:cubicBezTo>
                <a:cubicBezTo>
                  <a:pt x="124497" y="10028"/>
                  <a:pt x="124205" y="10334"/>
                  <a:pt x="123943" y="10655"/>
                </a:cubicBezTo>
                <a:cubicBezTo>
                  <a:pt x="123914" y="10465"/>
                  <a:pt x="123899" y="10276"/>
                  <a:pt x="123885" y="10072"/>
                </a:cubicBezTo>
                <a:cubicBezTo>
                  <a:pt x="124016" y="9737"/>
                  <a:pt x="124220" y="9416"/>
                  <a:pt x="124526" y="9023"/>
                </a:cubicBezTo>
                <a:close/>
                <a:moveTo>
                  <a:pt x="125687" y="10079"/>
                </a:moveTo>
                <a:cubicBezTo>
                  <a:pt x="125739" y="10201"/>
                  <a:pt x="125767" y="10313"/>
                  <a:pt x="125809" y="10451"/>
                </a:cubicBezTo>
                <a:cubicBezTo>
                  <a:pt x="125721" y="10538"/>
                  <a:pt x="125634" y="10611"/>
                  <a:pt x="125546" y="10699"/>
                </a:cubicBezTo>
                <a:cubicBezTo>
                  <a:pt x="125589" y="10501"/>
                  <a:pt x="125631" y="10303"/>
                  <a:pt x="125687" y="10079"/>
                </a:cubicBezTo>
                <a:close/>
                <a:moveTo>
                  <a:pt x="13803" y="7915"/>
                </a:moveTo>
                <a:cubicBezTo>
                  <a:pt x="13803" y="8279"/>
                  <a:pt x="13846" y="8717"/>
                  <a:pt x="13919" y="9212"/>
                </a:cubicBezTo>
                <a:cubicBezTo>
                  <a:pt x="13788" y="9678"/>
                  <a:pt x="13744" y="10189"/>
                  <a:pt x="13817" y="10728"/>
                </a:cubicBezTo>
                <a:cubicBezTo>
                  <a:pt x="13657" y="10597"/>
                  <a:pt x="13511" y="10451"/>
                  <a:pt x="13395" y="10291"/>
                </a:cubicBezTo>
                <a:cubicBezTo>
                  <a:pt x="13467" y="9533"/>
                  <a:pt x="13584" y="8717"/>
                  <a:pt x="13803" y="7915"/>
                </a:cubicBezTo>
                <a:close/>
                <a:moveTo>
                  <a:pt x="123448" y="9795"/>
                </a:moveTo>
                <a:lnTo>
                  <a:pt x="123418" y="9970"/>
                </a:lnTo>
                <a:cubicBezTo>
                  <a:pt x="123258" y="10232"/>
                  <a:pt x="123127" y="10524"/>
                  <a:pt x="123025" y="10815"/>
                </a:cubicBezTo>
                <a:cubicBezTo>
                  <a:pt x="123069" y="10567"/>
                  <a:pt x="123127" y="10305"/>
                  <a:pt x="123214" y="10028"/>
                </a:cubicBezTo>
                <a:cubicBezTo>
                  <a:pt x="123287" y="9955"/>
                  <a:pt x="123360" y="9868"/>
                  <a:pt x="123448" y="9795"/>
                </a:cubicBezTo>
                <a:close/>
                <a:moveTo>
                  <a:pt x="10786" y="10815"/>
                </a:moveTo>
                <a:cubicBezTo>
                  <a:pt x="10786" y="10815"/>
                  <a:pt x="10800" y="10830"/>
                  <a:pt x="10815" y="10844"/>
                </a:cubicBezTo>
                <a:cubicBezTo>
                  <a:pt x="10829" y="10874"/>
                  <a:pt x="10829" y="10917"/>
                  <a:pt x="10844" y="10961"/>
                </a:cubicBezTo>
                <a:cubicBezTo>
                  <a:pt x="10815" y="10917"/>
                  <a:pt x="10800" y="10859"/>
                  <a:pt x="10786" y="10815"/>
                </a:cubicBezTo>
                <a:close/>
                <a:moveTo>
                  <a:pt x="9664" y="10174"/>
                </a:moveTo>
                <a:lnTo>
                  <a:pt x="9664" y="10174"/>
                </a:lnTo>
                <a:cubicBezTo>
                  <a:pt x="9882" y="10261"/>
                  <a:pt x="10057" y="10349"/>
                  <a:pt x="10203" y="10436"/>
                </a:cubicBezTo>
                <a:cubicBezTo>
                  <a:pt x="10101" y="10597"/>
                  <a:pt x="9999" y="10786"/>
                  <a:pt x="9911" y="10976"/>
                </a:cubicBezTo>
                <a:cubicBezTo>
                  <a:pt x="9824" y="10713"/>
                  <a:pt x="9736" y="10451"/>
                  <a:pt x="9664" y="10174"/>
                </a:cubicBezTo>
                <a:close/>
                <a:moveTo>
                  <a:pt x="16616" y="8921"/>
                </a:moveTo>
                <a:lnTo>
                  <a:pt x="16616" y="8921"/>
                </a:lnTo>
                <a:cubicBezTo>
                  <a:pt x="16863" y="9227"/>
                  <a:pt x="17097" y="9591"/>
                  <a:pt x="17359" y="10057"/>
                </a:cubicBezTo>
                <a:cubicBezTo>
                  <a:pt x="17344" y="10349"/>
                  <a:pt x="17344" y="10626"/>
                  <a:pt x="17359" y="10917"/>
                </a:cubicBezTo>
                <a:cubicBezTo>
                  <a:pt x="17213" y="10946"/>
                  <a:pt x="17082" y="10976"/>
                  <a:pt x="16951" y="11005"/>
                </a:cubicBezTo>
                <a:cubicBezTo>
                  <a:pt x="16834" y="10495"/>
                  <a:pt x="16688" y="9751"/>
                  <a:pt x="16616" y="8921"/>
                </a:cubicBezTo>
                <a:close/>
                <a:moveTo>
                  <a:pt x="124759" y="10684"/>
                </a:moveTo>
                <a:cubicBezTo>
                  <a:pt x="124686" y="10874"/>
                  <a:pt x="124628" y="11063"/>
                  <a:pt x="124584" y="11267"/>
                </a:cubicBezTo>
                <a:cubicBezTo>
                  <a:pt x="124541" y="11252"/>
                  <a:pt x="124482" y="11238"/>
                  <a:pt x="124439" y="11223"/>
                </a:cubicBezTo>
                <a:cubicBezTo>
                  <a:pt x="124526" y="11048"/>
                  <a:pt x="124643" y="10874"/>
                  <a:pt x="124759" y="10684"/>
                </a:cubicBezTo>
                <a:close/>
                <a:moveTo>
                  <a:pt x="9591" y="10203"/>
                </a:moveTo>
                <a:cubicBezTo>
                  <a:pt x="9591" y="10465"/>
                  <a:pt x="9605" y="10844"/>
                  <a:pt x="9649" y="11296"/>
                </a:cubicBezTo>
                <a:cubicBezTo>
                  <a:pt x="9634" y="11282"/>
                  <a:pt x="9634" y="11267"/>
                  <a:pt x="9620" y="11252"/>
                </a:cubicBezTo>
                <a:cubicBezTo>
                  <a:pt x="9547" y="10946"/>
                  <a:pt x="9547" y="10640"/>
                  <a:pt x="9591" y="10203"/>
                </a:cubicBezTo>
                <a:close/>
                <a:moveTo>
                  <a:pt x="15012" y="7565"/>
                </a:moveTo>
                <a:cubicBezTo>
                  <a:pt x="15391" y="7813"/>
                  <a:pt x="15697" y="8032"/>
                  <a:pt x="15945" y="8236"/>
                </a:cubicBezTo>
                <a:cubicBezTo>
                  <a:pt x="15756" y="9168"/>
                  <a:pt x="15668" y="10232"/>
                  <a:pt x="15931" y="11238"/>
                </a:cubicBezTo>
                <a:cubicBezTo>
                  <a:pt x="15814" y="11252"/>
                  <a:pt x="15712" y="11282"/>
                  <a:pt x="15595" y="11311"/>
                </a:cubicBezTo>
                <a:cubicBezTo>
                  <a:pt x="15246" y="10728"/>
                  <a:pt x="14837" y="10014"/>
                  <a:pt x="14502" y="9241"/>
                </a:cubicBezTo>
                <a:cubicBezTo>
                  <a:pt x="14546" y="8746"/>
                  <a:pt x="14706" y="8265"/>
                  <a:pt x="15012" y="7565"/>
                </a:cubicBezTo>
                <a:close/>
                <a:moveTo>
                  <a:pt x="125867" y="11427"/>
                </a:moveTo>
                <a:lnTo>
                  <a:pt x="125867" y="11427"/>
                </a:lnTo>
                <a:cubicBezTo>
                  <a:pt x="125852" y="11471"/>
                  <a:pt x="125838" y="11515"/>
                  <a:pt x="125823" y="11559"/>
                </a:cubicBezTo>
                <a:cubicBezTo>
                  <a:pt x="125809" y="11544"/>
                  <a:pt x="125794" y="11544"/>
                  <a:pt x="125780" y="11544"/>
                </a:cubicBezTo>
                <a:cubicBezTo>
                  <a:pt x="125809" y="11500"/>
                  <a:pt x="125838" y="11457"/>
                  <a:pt x="125867" y="11427"/>
                </a:cubicBezTo>
                <a:close/>
                <a:moveTo>
                  <a:pt x="13335" y="11252"/>
                </a:moveTo>
                <a:lnTo>
                  <a:pt x="13335" y="11252"/>
                </a:lnTo>
                <a:cubicBezTo>
                  <a:pt x="13477" y="11393"/>
                  <a:pt x="13619" y="11534"/>
                  <a:pt x="13788" y="11675"/>
                </a:cubicBezTo>
                <a:cubicBezTo>
                  <a:pt x="13774" y="11704"/>
                  <a:pt x="13774" y="11719"/>
                  <a:pt x="13774" y="11748"/>
                </a:cubicBezTo>
                <a:cubicBezTo>
                  <a:pt x="13613" y="11777"/>
                  <a:pt x="13467" y="11821"/>
                  <a:pt x="13307" y="11865"/>
                </a:cubicBezTo>
                <a:cubicBezTo>
                  <a:pt x="13307" y="11665"/>
                  <a:pt x="13321" y="11465"/>
                  <a:pt x="13335" y="11252"/>
                </a:cubicBezTo>
                <a:close/>
                <a:moveTo>
                  <a:pt x="134116" y="11748"/>
                </a:moveTo>
                <a:cubicBezTo>
                  <a:pt x="134116" y="11763"/>
                  <a:pt x="134131" y="11777"/>
                  <a:pt x="134145" y="11806"/>
                </a:cubicBezTo>
                <a:cubicBezTo>
                  <a:pt x="134072" y="11835"/>
                  <a:pt x="134000" y="11865"/>
                  <a:pt x="133927" y="11908"/>
                </a:cubicBezTo>
                <a:cubicBezTo>
                  <a:pt x="133985" y="11850"/>
                  <a:pt x="134043" y="11792"/>
                  <a:pt x="134116" y="11748"/>
                </a:cubicBezTo>
                <a:close/>
                <a:moveTo>
                  <a:pt x="9270" y="11311"/>
                </a:moveTo>
                <a:cubicBezTo>
                  <a:pt x="9285" y="11617"/>
                  <a:pt x="9357" y="11937"/>
                  <a:pt x="9503" y="12258"/>
                </a:cubicBezTo>
                <a:cubicBezTo>
                  <a:pt x="9314" y="12142"/>
                  <a:pt x="9153" y="12025"/>
                  <a:pt x="9022" y="11894"/>
                </a:cubicBezTo>
                <a:cubicBezTo>
                  <a:pt x="9095" y="11719"/>
                  <a:pt x="9168" y="11529"/>
                  <a:pt x="9270" y="11311"/>
                </a:cubicBezTo>
                <a:close/>
                <a:moveTo>
                  <a:pt x="129583" y="11704"/>
                </a:moveTo>
                <a:cubicBezTo>
                  <a:pt x="129642" y="11879"/>
                  <a:pt x="129671" y="12040"/>
                  <a:pt x="129686" y="12185"/>
                </a:cubicBezTo>
                <a:cubicBezTo>
                  <a:pt x="129569" y="12273"/>
                  <a:pt x="129452" y="12375"/>
                  <a:pt x="129350" y="12477"/>
                </a:cubicBezTo>
                <a:cubicBezTo>
                  <a:pt x="129146" y="12418"/>
                  <a:pt x="128928" y="12360"/>
                  <a:pt x="128724" y="12302"/>
                </a:cubicBezTo>
                <a:cubicBezTo>
                  <a:pt x="128928" y="12112"/>
                  <a:pt x="129190" y="11923"/>
                  <a:pt x="129583" y="11704"/>
                </a:cubicBezTo>
                <a:close/>
                <a:moveTo>
                  <a:pt x="10319" y="10917"/>
                </a:moveTo>
                <a:cubicBezTo>
                  <a:pt x="10421" y="11442"/>
                  <a:pt x="10596" y="12010"/>
                  <a:pt x="10931" y="12506"/>
                </a:cubicBezTo>
                <a:cubicBezTo>
                  <a:pt x="10873" y="12520"/>
                  <a:pt x="10829" y="12535"/>
                  <a:pt x="10771" y="12550"/>
                </a:cubicBezTo>
                <a:cubicBezTo>
                  <a:pt x="10669" y="12448"/>
                  <a:pt x="10567" y="12331"/>
                  <a:pt x="10451" y="12214"/>
                </a:cubicBezTo>
                <a:cubicBezTo>
                  <a:pt x="10349" y="12025"/>
                  <a:pt x="10261" y="11821"/>
                  <a:pt x="10159" y="11617"/>
                </a:cubicBezTo>
                <a:cubicBezTo>
                  <a:pt x="10188" y="11398"/>
                  <a:pt x="10232" y="11165"/>
                  <a:pt x="10319" y="10917"/>
                </a:cubicBezTo>
                <a:close/>
                <a:moveTo>
                  <a:pt x="6472" y="11180"/>
                </a:moveTo>
                <a:lnTo>
                  <a:pt x="6472" y="11180"/>
                </a:lnTo>
                <a:cubicBezTo>
                  <a:pt x="6661" y="11340"/>
                  <a:pt x="6836" y="11500"/>
                  <a:pt x="7040" y="11719"/>
                </a:cubicBezTo>
                <a:cubicBezTo>
                  <a:pt x="7055" y="11981"/>
                  <a:pt x="7084" y="12316"/>
                  <a:pt x="7142" y="12652"/>
                </a:cubicBezTo>
                <a:cubicBezTo>
                  <a:pt x="6953" y="12273"/>
                  <a:pt x="6705" y="11763"/>
                  <a:pt x="6472" y="11180"/>
                </a:cubicBezTo>
                <a:close/>
                <a:moveTo>
                  <a:pt x="134349" y="12273"/>
                </a:moveTo>
                <a:cubicBezTo>
                  <a:pt x="134379" y="12346"/>
                  <a:pt x="134408" y="12433"/>
                  <a:pt x="134437" y="12506"/>
                </a:cubicBezTo>
                <a:cubicBezTo>
                  <a:pt x="134335" y="12550"/>
                  <a:pt x="134233" y="12608"/>
                  <a:pt x="134131" y="12666"/>
                </a:cubicBezTo>
                <a:cubicBezTo>
                  <a:pt x="134189" y="12535"/>
                  <a:pt x="134262" y="12404"/>
                  <a:pt x="134349" y="12273"/>
                </a:cubicBezTo>
                <a:close/>
                <a:moveTo>
                  <a:pt x="131260" y="12185"/>
                </a:moveTo>
                <a:lnTo>
                  <a:pt x="131260" y="12200"/>
                </a:lnTo>
                <a:cubicBezTo>
                  <a:pt x="131187" y="12360"/>
                  <a:pt x="131114" y="12550"/>
                  <a:pt x="131056" y="12739"/>
                </a:cubicBezTo>
                <a:cubicBezTo>
                  <a:pt x="130997" y="12797"/>
                  <a:pt x="130939" y="12870"/>
                  <a:pt x="130881" y="12914"/>
                </a:cubicBezTo>
                <a:cubicBezTo>
                  <a:pt x="130779" y="12885"/>
                  <a:pt x="130691" y="12856"/>
                  <a:pt x="130589" y="12827"/>
                </a:cubicBezTo>
                <a:cubicBezTo>
                  <a:pt x="130793" y="12622"/>
                  <a:pt x="131026" y="12404"/>
                  <a:pt x="131260" y="12185"/>
                </a:cubicBezTo>
                <a:close/>
                <a:moveTo>
                  <a:pt x="4213" y="10801"/>
                </a:moveTo>
                <a:lnTo>
                  <a:pt x="4213" y="10801"/>
                </a:lnTo>
                <a:cubicBezTo>
                  <a:pt x="4300" y="11078"/>
                  <a:pt x="4431" y="11413"/>
                  <a:pt x="4592" y="11777"/>
                </a:cubicBezTo>
                <a:cubicBezTo>
                  <a:pt x="4621" y="12156"/>
                  <a:pt x="4694" y="12564"/>
                  <a:pt x="4883" y="12972"/>
                </a:cubicBezTo>
                <a:cubicBezTo>
                  <a:pt x="4737" y="12885"/>
                  <a:pt x="4592" y="12797"/>
                  <a:pt x="4475" y="12695"/>
                </a:cubicBezTo>
                <a:cubicBezTo>
                  <a:pt x="4344" y="12098"/>
                  <a:pt x="4242" y="11442"/>
                  <a:pt x="4213" y="10801"/>
                </a:cubicBezTo>
                <a:close/>
                <a:moveTo>
                  <a:pt x="132076" y="12579"/>
                </a:moveTo>
                <a:lnTo>
                  <a:pt x="132076" y="12579"/>
                </a:lnTo>
                <a:cubicBezTo>
                  <a:pt x="131945" y="12754"/>
                  <a:pt x="131799" y="12958"/>
                  <a:pt x="131668" y="13162"/>
                </a:cubicBezTo>
                <a:cubicBezTo>
                  <a:pt x="131639" y="13162"/>
                  <a:pt x="131595" y="13147"/>
                  <a:pt x="131566" y="13133"/>
                </a:cubicBezTo>
                <a:cubicBezTo>
                  <a:pt x="131580" y="13060"/>
                  <a:pt x="131595" y="12972"/>
                  <a:pt x="131624" y="12899"/>
                </a:cubicBezTo>
                <a:cubicBezTo>
                  <a:pt x="131755" y="12797"/>
                  <a:pt x="131915" y="12695"/>
                  <a:pt x="132076" y="12579"/>
                </a:cubicBezTo>
                <a:close/>
                <a:moveTo>
                  <a:pt x="134495" y="12666"/>
                </a:moveTo>
                <a:cubicBezTo>
                  <a:pt x="134495" y="12695"/>
                  <a:pt x="134510" y="12725"/>
                  <a:pt x="134510" y="12754"/>
                </a:cubicBezTo>
                <a:cubicBezTo>
                  <a:pt x="134262" y="12987"/>
                  <a:pt x="134000" y="13249"/>
                  <a:pt x="133766" y="13526"/>
                </a:cubicBezTo>
                <a:cubicBezTo>
                  <a:pt x="133810" y="13380"/>
                  <a:pt x="133868" y="13235"/>
                  <a:pt x="133941" y="13074"/>
                </a:cubicBezTo>
                <a:cubicBezTo>
                  <a:pt x="134087" y="12929"/>
                  <a:pt x="134262" y="12812"/>
                  <a:pt x="134495" y="12666"/>
                </a:cubicBezTo>
                <a:close/>
                <a:moveTo>
                  <a:pt x="134218" y="11981"/>
                </a:moveTo>
                <a:cubicBezTo>
                  <a:pt x="134262" y="12054"/>
                  <a:pt x="134291" y="12127"/>
                  <a:pt x="134320" y="12200"/>
                </a:cubicBezTo>
                <a:cubicBezTo>
                  <a:pt x="134160" y="12375"/>
                  <a:pt x="133941" y="12622"/>
                  <a:pt x="133708" y="12943"/>
                </a:cubicBezTo>
                <a:cubicBezTo>
                  <a:pt x="133460" y="13118"/>
                  <a:pt x="133227" y="13337"/>
                  <a:pt x="133038" y="13584"/>
                </a:cubicBezTo>
                <a:cubicBezTo>
                  <a:pt x="133023" y="13380"/>
                  <a:pt x="133052" y="13176"/>
                  <a:pt x="133140" y="12972"/>
                </a:cubicBezTo>
                <a:cubicBezTo>
                  <a:pt x="133358" y="12841"/>
                  <a:pt x="133635" y="12681"/>
                  <a:pt x="133985" y="12477"/>
                </a:cubicBezTo>
                <a:lnTo>
                  <a:pt x="133985" y="12477"/>
                </a:lnTo>
                <a:cubicBezTo>
                  <a:pt x="133985" y="12477"/>
                  <a:pt x="133693" y="12550"/>
                  <a:pt x="133285" y="12739"/>
                </a:cubicBezTo>
                <a:cubicBezTo>
                  <a:pt x="133315" y="12681"/>
                  <a:pt x="133358" y="12637"/>
                  <a:pt x="133387" y="12579"/>
                </a:cubicBezTo>
                <a:cubicBezTo>
                  <a:pt x="133621" y="12404"/>
                  <a:pt x="133883" y="12200"/>
                  <a:pt x="134218" y="11981"/>
                </a:cubicBezTo>
                <a:close/>
                <a:moveTo>
                  <a:pt x="5000" y="10363"/>
                </a:moveTo>
                <a:lnTo>
                  <a:pt x="5000" y="10363"/>
                </a:lnTo>
                <a:cubicBezTo>
                  <a:pt x="5335" y="10495"/>
                  <a:pt x="5597" y="10626"/>
                  <a:pt x="5830" y="10757"/>
                </a:cubicBezTo>
                <a:cubicBezTo>
                  <a:pt x="5918" y="11690"/>
                  <a:pt x="6195" y="12783"/>
                  <a:pt x="6894" y="13614"/>
                </a:cubicBezTo>
                <a:lnTo>
                  <a:pt x="7317" y="13424"/>
                </a:lnTo>
                <a:cubicBezTo>
                  <a:pt x="7346" y="13497"/>
                  <a:pt x="7361" y="13555"/>
                  <a:pt x="7375" y="13628"/>
                </a:cubicBezTo>
                <a:cubicBezTo>
                  <a:pt x="7259" y="13672"/>
                  <a:pt x="7142" y="13716"/>
                  <a:pt x="7026" y="13759"/>
                </a:cubicBezTo>
                <a:cubicBezTo>
                  <a:pt x="6967" y="13745"/>
                  <a:pt x="6923" y="13730"/>
                  <a:pt x="6865" y="13716"/>
                </a:cubicBezTo>
                <a:cubicBezTo>
                  <a:pt x="6413" y="13307"/>
                  <a:pt x="5685" y="12579"/>
                  <a:pt x="5029" y="11733"/>
                </a:cubicBezTo>
                <a:cubicBezTo>
                  <a:pt x="4941" y="11340"/>
                  <a:pt x="4941" y="10932"/>
                  <a:pt x="5000" y="10363"/>
                </a:cubicBezTo>
                <a:close/>
                <a:moveTo>
                  <a:pt x="3630" y="13730"/>
                </a:moveTo>
                <a:cubicBezTo>
                  <a:pt x="3688" y="13788"/>
                  <a:pt x="3746" y="13832"/>
                  <a:pt x="3805" y="13890"/>
                </a:cubicBezTo>
                <a:cubicBezTo>
                  <a:pt x="3819" y="13963"/>
                  <a:pt x="3848" y="14022"/>
                  <a:pt x="3863" y="14095"/>
                </a:cubicBezTo>
                <a:cubicBezTo>
                  <a:pt x="3805" y="14036"/>
                  <a:pt x="3746" y="13978"/>
                  <a:pt x="3702" y="13905"/>
                </a:cubicBezTo>
                <a:cubicBezTo>
                  <a:pt x="3673" y="13847"/>
                  <a:pt x="3644" y="13788"/>
                  <a:pt x="3630" y="13730"/>
                </a:cubicBezTo>
                <a:close/>
                <a:moveTo>
                  <a:pt x="134612" y="13788"/>
                </a:moveTo>
                <a:cubicBezTo>
                  <a:pt x="134612" y="13905"/>
                  <a:pt x="134597" y="14036"/>
                  <a:pt x="134583" y="14167"/>
                </a:cubicBezTo>
                <a:cubicBezTo>
                  <a:pt x="134510" y="14138"/>
                  <a:pt x="134451" y="14124"/>
                  <a:pt x="134393" y="14095"/>
                </a:cubicBezTo>
                <a:cubicBezTo>
                  <a:pt x="134451" y="14007"/>
                  <a:pt x="134524" y="13890"/>
                  <a:pt x="134612" y="13788"/>
                </a:cubicBezTo>
                <a:close/>
                <a:moveTo>
                  <a:pt x="5422" y="13905"/>
                </a:moveTo>
                <a:lnTo>
                  <a:pt x="5422" y="13905"/>
                </a:lnTo>
                <a:cubicBezTo>
                  <a:pt x="5451" y="13920"/>
                  <a:pt x="5481" y="13934"/>
                  <a:pt x="5510" y="13949"/>
                </a:cubicBezTo>
                <a:cubicBezTo>
                  <a:pt x="5597" y="14051"/>
                  <a:pt x="5685" y="14138"/>
                  <a:pt x="5772" y="14226"/>
                </a:cubicBezTo>
                <a:cubicBezTo>
                  <a:pt x="5670" y="14269"/>
                  <a:pt x="5568" y="14313"/>
                  <a:pt x="5481" y="14357"/>
                </a:cubicBezTo>
                <a:cubicBezTo>
                  <a:pt x="5466" y="14197"/>
                  <a:pt x="5451" y="14051"/>
                  <a:pt x="5422" y="13905"/>
                </a:cubicBezTo>
                <a:close/>
                <a:moveTo>
                  <a:pt x="4650" y="13439"/>
                </a:moveTo>
                <a:lnTo>
                  <a:pt x="4650" y="13439"/>
                </a:lnTo>
                <a:cubicBezTo>
                  <a:pt x="4781" y="13526"/>
                  <a:pt x="4927" y="13628"/>
                  <a:pt x="5087" y="13716"/>
                </a:cubicBezTo>
                <a:cubicBezTo>
                  <a:pt x="5116" y="13993"/>
                  <a:pt x="5116" y="14240"/>
                  <a:pt x="5058" y="14517"/>
                </a:cubicBezTo>
                <a:lnTo>
                  <a:pt x="4985" y="14561"/>
                </a:lnTo>
                <a:cubicBezTo>
                  <a:pt x="4970" y="14546"/>
                  <a:pt x="4970" y="14532"/>
                  <a:pt x="4970" y="14532"/>
                </a:cubicBezTo>
                <a:cubicBezTo>
                  <a:pt x="4868" y="14226"/>
                  <a:pt x="4752" y="13861"/>
                  <a:pt x="4650" y="13439"/>
                </a:cubicBezTo>
                <a:close/>
                <a:moveTo>
                  <a:pt x="2449" y="13074"/>
                </a:moveTo>
                <a:cubicBezTo>
                  <a:pt x="2493" y="13089"/>
                  <a:pt x="2537" y="13103"/>
                  <a:pt x="2580" y="13118"/>
                </a:cubicBezTo>
                <a:cubicBezTo>
                  <a:pt x="2770" y="13541"/>
                  <a:pt x="3003" y="13993"/>
                  <a:pt x="3309" y="14415"/>
                </a:cubicBezTo>
                <a:cubicBezTo>
                  <a:pt x="3382" y="14678"/>
                  <a:pt x="3484" y="14925"/>
                  <a:pt x="3615" y="15173"/>
                </a:cubicBezTo>
                <a:cubicBezTo>
                  <a:pt x="3557" y="15202"/>
                  <a:pt x="3484" y="15231"/>
                  <a:pt x="3426" y="15275"/>
                </a:cubicBezTo>
                <a:cubicBezTo>
                  <a:pt x="3120" y="14969"/>
                  <a:pt x="2784" y="14590"/>
                  <a:pt x="2464" y="14167"/>
                </a:cubicBezTo>
                <a:cubicBezTo>
                  <a:pt x="2391" y="13861"/>
                  <a:pt x="2391" y="13541"/>
                  <a:pt x="2434" y="13074"/>
                </a:cubicBezTo>
                <a:close/>
                <a:moveTo>
                  <a:pt x="84198" y="1"/>
                </a:moveTo>
                <a:cubicBezTo>
                  <a:pt x="84198" y="1"/>
                  <a:pt x="81516" y="1663"/>
                  <a:pt x="81706" y="4184"/>
                </a:cubicBezTo>
                <a:cubicBezTo>
                  <a:pt x="81444" y="4490"/>
                  <a:pt x="81167" y="4811"/>
                  <a:pt x="80890" y="5146"/>
                </a:cubicBezTo>
                <a:cubicBezTo>
                  <a:pt x="80846" y="5087"/>
                  <a:pt x="80788" y="5029"/>
                  <a:pt x="80744" y="4971"/>
                </a:cubicBezTo>
                <a:cubicBezTo>
                  <a:pt x="80700" y="4563"/>
                  <a:pt x="80671" y="4126"/>
                  <a:pt x="80686" y="3688"/>
                </a:cubicBezTo>
                <a:cubicBezTo>
                  <a:pt x="80802" y="3499"/>
                  <a:pt x="80948" y="3309"/>
                  <a:pt x="81094" y="3120"/>
                </a:cubicBezTo>
                <a:lnTo>
                  <a:pt x="81094" y="3120"/>
                </a:lnTo>
                <a:cubicBezTo>
                  <a:pt x="81094" y="3120"/>
                  <a:pt x="80933" y="3251"/>
                  <a:pt x="80686" y="3484"/>
                </a:cubicBezTo>
                <a:cubicBezTo>
                  <a:pt x="80700" y="3236"/>
                  <a:pt x="80715" y="2974"/>
                  <a:pt x="80759" y="2712"/>
                </a:cubicBezTo>
                <a:lnTo>
                  <a:pt x="80759" y="2712"/>
                </a:lnTo>
                <a:cubicBezTo>
                  <a:pt x="80758" y="2712"/>
                  <a:pt x="80598" y="3120"/>
                  <a:pt x="80438" y="3747"/>
                </a:cubicBezTo>
                <a:cubicBezTo>
                  <a:pt x="80380" y="3805"/>
                  <a:pt x="80321" y="3863"/>
                  <a:pt x="80263" y="3921"/>
                </a:cubicBezTo>
                <a:cubicBezTo>
                  <a:pt x="79665" y="2916"/>
                  <a:pt x="78718" y="2260"/>
                  <a:pt x="78368" y="2041"/>
                </a:cubicBezTo>
                <a:cubicBezTo>
                  <a:pt x="78558" y="1866"/>
                  <a:pt x="78776" y="1677"/>
                  <a:pt x="79024" y="1458"/>
                </a:cubicBezTo>
                <a:lnTo>
                  <a:pt x="79024" y="1458"/>
                </a:lnTo>
                <a:cubicBezTo>
                  <a:pt x="79024" y="1458"/>
                  <a:pt x="78820" y="1546"/>
                  <a:pt x="78529" y="1706"/>
                </a:cubicBezTo>
                <a:lnTo>
                  <a:pt x="78631" y="1590"/>
                </a:lnTo>
                <a:lnTo>
                  <a:pt x="78631" y="1590"/>
                </a:lnTo>
                <a:cubicBezTo>
                  <a:pt x="78630" y="1590"/>
                  <a:pt x="78558" y="1663"/>
                  <a:pt x="78427" y="1779"/>
                </a:cubicBezTo>
                <a:cubicBezTo>
                  <a:pt x="77800" y="2143"/>
                  <a:pt x="76838" y="2843"/>
                  <a:pt x="76299" y="3863"/>
                </a:cubicBezTo>
                <a:cubicBezTo>
                  <a:pt x="76080" y="3601"/>
                  <a:pt x="75934" y="3441"/>
                  <a:pt x="75934" y="3441"/>
                </a:cubicBezTo>
                <a:lnTo>
                  <a:pt x="75934" y="3441"/>
                </a:lnTo>
                <a:cubicBezTo>
                  <a:pt x="76036" y="3615"/>
                  <a:pt x="76138" y="3805"/>
                  <a:pt x="76226" y="3994"/>
                </a:cubicBezTo>
                <a:cubicBezTo>
                  <a:pt x="76182" y="4096"/>
                  <a:pt x="76124" y="4198"/>
                  <a:pt x="76095" y="4315"/>
                </a:cubicBezTo>
                <a:cubicBezTo>
                  <a:pt x="76051" y="4359"/>
                  <a:pt x="76022" y="4402"/>
                  <a:pt x="75993" y="4446"/>
                </a:cubicBezTo>
                <a:cubicBezTo>
                  <a:pt x="75876" y="4330"/>
                  <a:pt x="75803" y="4257"/>
                  <a:pt x="75803" y="4257"/>
                </a:cubicBezTo>
                <a:lnTo>
                  <a:pt x="75803" y="4257"/>
                </a:lnTo>
                <a:cubicBezTo>
                  <a:pt x="75861" y="4330"/>
                  <a:pt x="75905" y="4402"/>
                  <a:pt x="75963" y="4475"/>
                </a:cubicBezTo>
                <a:cubicBezTo>
                  <a:pt x="75818" y="4665"/>
                  <a:pt x="75687" y="4854"/>
                  <a:pt x="75555" y="5044"/>
                </a:cubicBezTo>
                <a:cubicBezTo>
                  <a:pt x="75380" y="4767"/>
                  <a:pt x="75191" y="4504"/>
                  <a:pt x="75016" y="4257"/>
                </a:cubicBezTo>
                <a:cubicBezTo>
                  <a:pt x="75264" y="3703"/>
                  <a:pt x="75570" y="3134"/>
                  <a:pt x="75934" y="2610"/>
                </a:cubicBezTo>
                <a:lnTo>
                  <a:pt x="75934" y="2610"/>
                </a:lnTo>
                <a:cubicBezTo>
                  <a:pt x="75934" y="2610"/>
                  <a:pt x="75366" y="3135"/>
                  <a:pt x="74754" y="3907"/>
                </a:cubicBezTo>
                <a:cubicBezTo>
                  <a:pt x="74579" y="3688"/>
                  <a:pt x="74419" y="3484"/>
                  <a:pt x="74258" y="3295"/>
                </a:cubicBezTo>
                <a:cubicBezTo>
                  <a:pt x="74346" y="3207"/>
                  <a:pt x="74433" y="3134"/>
                  <a:pt x="74521" y="3047"/>
                </a:cubicBezTo>
                <a:lnTo>
                  <a:pt x="74521" y="3047"/>
                </a:lnTo>
                <a:cubicBezTo>
                  <a:pt x="74520" y="3047"/>
                  <a:pt x="74389" y="3105"/>
                  <a:pt x="74200" y="3222"/>
                </a:cubicBezTo>
                <a:cubicBezTo>
                  <a:pt x="73705" y="2624"/>
                  <a:pt x="73355" y="2275"/>
                  <a:pt x="73355" y="2275"/>
                </a:cubicBezTo>
                <a:lnTo>
                  <a:pt x="73355" y="2275"/>
                </a:lnTo>
                <a:cubicBezTo>
                  <a:pt x="73588" y="2610"/>
                  <a:pt x="73806" y="2960"/>
                  <a:pt x="74025" y="3324"/>
                </a:cubicBezTo>
                <a:cubicBezTo>
                  <a:pt x="73996" y="3338"/>
                  <a:pt x="73952" y="3368"/>
                  <a:pt x="73923" y="3382"/>
                </a:cubicBezTo>
                <a:cubicBezTo>
                  <a:pt x="73500" y="3003"/>
                  <a:pt x="73151" y="2799"/>
                  <a:pt x="73151" y="2799"/>
                </a:cubicBezTo>
                <a:lnTo>
                  <a:pt x="73151" y="2799"/>
                </a:lnTo>
                <a:cubicBezTo>
                  <a:pt x="73369" y="3076"/>
                  <a:pt x="73559" y="3309"/>
                  <a:pt x="73734" y="3513"/>
                </a:cubicBezTo>
                <a:cubicBezTo>
                  <a:pt x="73457" y="3703"/>
                  <a:pt x="73151" y="3951"/>
                  <a:pt x="72859" y="4242"/>
                </a:cubicBezTo>
                <a:cubicBezTo>
                  <a:pt x="72888" y="3834"/>
                  <a:pt x="72947" y="3426"/>
                  <a:pt x="73049" y="3018"/>
                </a:cubicBezTo>
                <a:lnTo>
                  <a:pt x="73049" y="3018"/>
                </a:lnTo>
                <a:cubicBezTo>
                  <a:pt x="73048" y="3018"/>
                  <a:pt x="72640" y="3776"/>
                  <a:pt x="72349" y="4811"/>
                </a:cubicBezTo>
                <a:cubicBezTo>
                  <a:pt x="72320" y="4854"/>
                  <a:pt x="72291" y="4898"/>
                  <a:pt x="72247" y="4942"/>
                </a:cubicBezTo>
                <a:cubicBezTo>
                  <a:pt x="72101" y="4840"/>
                  <a:pt x="71970" y="4752"/>
                  <a:pt x="71883" y="4694"/>
                </a:cubicBezTo>
                <a:cubicBezTo>
                  <a:pt x="71883" y="4650"/>
                  <a:pt x="71897" y="4592"/>
                  <a:pt x="71912" y="4548"/>
                </a:cubicBezTo>
                <a:cubicBezTo>
                  <a:pt x="72087" y="4373"/>
                  <a:pt x="72276" y="4184"/>
                  <a:pt x="72509" y="3980"/>
                </a:cubicBezTo>
                <a:lnTo>
                  <a:pt x="72509" y="3980"/>
                </a:lnTo>
                <a:cubicBezTo>
                  <a:pt x="72509" y="3980"/>
                  <a:pt x="72276" y="4082"/>
                  <a:pt x="71955" y="4286"/>
                </a:cubicBezTo>
                <a:cubicBezTo>
                  <a:pt x="72028" y="3718"/>
                  <a:pt x="71970" y="3324"/>
                  <a:pt x="71970" y="3324"/>
                </a:cubicBezTo>
                <a:lnTo>
                  <a:pt x="71970" y="3324"/>
                </a:lnTo>
                <a:cubicBezTo>
                  <a:pt x="71824" y="3819"/>
                  <a:pt x="71708" y="4213"/>
                  <a:pt x="71591" y="4534"/>
                </a:cubicBezTo>
                <a:cubicBezTo>
                  <a:pt x="71562" y="4548"/>
                  <a:pt x="71547" y="4577"/>
                  <a:pt x="71518" y="4592"/>
                </a:cubicBezTo>
                <a:cubicBezTo>
                  <a:pt x="71912" y="2916"/>
                  <a:pt x="72116" y="2595"/>
                  <a:pt x="73792" y="1007"/>
                </a:cubicBezTo>
                <a:lnTo>
                  <a:pt x="73792" y="1007"/>
                </a:lnTo>
                <a:cubicBezTo>
                  <a:pt x="73792" y="1007"/>
                  <a:pt x="72815" y="1473"/>
                  <a:pt x="71985" y="2333"/>
                </a:cubicBezTo>
                <a:cubicBezTo>
                  <a:pt x="72291" y="1735"/>
                  <a:pt x="72626" y="1123"/>
                  <a:pt x="73005" y="555"/>
                </a:cubicBezTo>
                <a:lnTo>
                  <a:pt x="73005" y="555"/>
                </a:lnTo>
                <a:cubicBezTo>
                  <a:pt x="73004" y="555"/>
                  <a:pt x="71270" y="2435"/>
                  <a:pt x="70192" y="4636"/>
                </a:cubicBezTo>
                <a:cubicBezTo>
                  <a:pt x="70104" y="4432"/>
                  <a:pt x="69988" y="4228"/>
                  <a:pt x="69857" y="4053"/>
                </a:cubicBezTo>
                <a:cubicBezTo>
                  <a:pt x="69886" y="3805"/>
                  <a:pt x="69930" y="3572"/>
                  <a:pt x="69988" y="3338"/>
                </a:cubicBezTo>
                <a:lnTo>
                  <a:pt x="69988" y="3338"/>
                </a:lnTo>
                <a:cubicBezTo>
                  <a:pt x="69988" y="3339"/>
                  <a:pt x="69886" y="3543"/>
                  <a:pt x="69740" y="3892"/>
                </a:cubicBezTo>
                <a:cubicBezTo>
                  <a:pt x="69726" y="3863"/>
                  <a:pt x="69711" y="3849"/>
                  <a:pt x="69682" y="3819"/>
                </a:cubicBezTo>
                <a:cubicBezTo>
                  <a:pt x="69886" y="3164"/>
                  <a:pt x="70148" y="2479"/>
                  <a:pt x="70498" y="1837"/>
                </a:cubicBezTo>
                <a:lnTo>
                  <a:pt x="70498" y="1837"/>
                </a:lnTo>
                <a:cubicBezTo>
                  <a:pt x="70498" y="1838"/>
                  <a:pt x="69915" y="2493"/>
                  <a:pt x="69361" y="3455"/>
                </a:cubicBezTo>
                <a:cubicBezTo>
                  <a:pt x="69157" y="3236"/>
                  <a:pt x="68953" y="3062"/>
                  <a:pt x="68764" y="2901"/>
                </a:cubicBezTo>
                <a:cubicBezTo>
                  <a:pt x="68880" y="2756"/>
                  <a:pt x="69026" y="2595"/>
                  <a:pt x="69172" y="2406"/>
                </a:cubicBezTo>
                <a:lnTo>
                  <a:pt x="69172" y="2406"/>
                </a:lnTo>
                <a:cubicBezTo>
                  <a:pt x="69172" y="2406"/>
                  <a:pt x="68938" y="2552"/>
                  <a:pt x="68632" y="2814"/>
                </a:cubicBezTo>
                <a:cubicBezTo>
                  <a:pt x="68181" y="2464"/>
                  <a:pt x="67816" y="2304"/>
                  <a:pt x="67816" y="2304"/>
                </a:cubicBezTo>
                <a:lnTo>
                  <a:pt x="67816" y="2304"/>
                </a:lnTo>
                <a:cubicBezTo>
                  <a:pt x="68064" y="2551"/>
                  <a:pt x="68268" y="2756"/>
                  <a:pt x="68458" y="2960"/>
                </a:cubicBezTo>
                <a:cubicBezTo>
                  <a:pt x="68210" y="3178"/>
                  <a:pt x="67933" y="3441"/>
                  <a:pt x="67670" y="3776"/>
                </a:cubicBezTo>
                <a:cubicBezTo>
                  <a:pt x="67670" y="3368"/>
                  <a:pt x="67685" y="2945"/>
                  <a:pt x="67743" y="2537"/>
                </a:cubicBezTo>
                <a:lnTo>
                  <a:pt x="67743" y="2537"/>
                </a:lnTo>
                <a:cubicBezTo>
                  <a:pt x="67743" y="2537"/>
                  <a:pt x="67423" y="3324"/>
                  <a:pt x="67248" y="4388"/>
                </a:cubicBezTo>
                <a:cubicBezTo>
                  <a:pt x="67117" y="4606"/>
                  <a:pt x="67000" y="4840"/>
                  <a:pt x="66898" y="5087"/>
                </a:cubicBezTo>
                <a:cubicBezTo>
                  <a:pt x="66840" y="5029"/>
                  <a:pt x="66767" y="4971"/>
                  <a:pt x="66709" y="4927"/>
                </a:cubicBezTo>
                <a:cubicBezTo>
                  <a:pt x="66781" y="4825"/>
                  <a:pt x="66869" y="4723"/>
                  <a:pt x="66971" y="4606"/>
                </a:cubicBezTo>
                <a:lnTo>
                  <a:pt x="66971" y="4606"/>
                </a:lnTo>
                <a:cubicBezTo>
                  <a:pt x="66971" y="4607"/>
                  <a:pt x="66825" y="4694"/>
                  <a:pt x="66636" y="4869"/>
                </a:cubicBezTo>
                <a:cubicBezTo>
                  <a:pt x="66548" y="4796"/>
                  <a:pt x="66461" y="4738"/>
                  <a:pt x="66388" y="4694"/>
                </a:cubicBezTo>
                <a:cubicBezTo>
                  <a:pt x="66621" y="4373"/>
                  <a:pt x="66927" y="4009"/>
                  <a:pt x="67306" y="3543"/>
                </a:cubicBezTo>
                <a:lnTo>
                  <a:pt x="67306" y="3543"/>
                </a:lnTo>
                <a:cubicBezTo>
                  <a:pt x="67306" y="3543"/>
                  <a:pt x="66913" y="3790"/>
                  <a:pt x="66417" y="4242"/>
                </a:cubicBezTo>
                <a:cubicBezTo>
                  <a:pt x="66650" y="2537"/>
                  <a:pt x="66811" y="2202"/>
                  <a:pt x="68268" y="438"/>
                </a:cubicBezTo>
                <a:lnTo>
                  <a:pt x="68268" y="438"/>
                </a:lnTo>
                <a:cubicBezTo>
                  <a:pt x="68268" y="438"/>
                  <a:pt x="66126" y="1779"/>
                  <a:pt x="65805" y="3863"/>
                </a:cubicBezTo>
                <a:cubicBezTo>
                  <a:pt x="65397" y="4257"/>
                  <a:pt x="64916" y="4883"/>
                  <a:pt x="64858" y="5670"/>
                </a:cubicBezTo>
                <a:cubicBezTo>
                  <a:pt x="64741" y="4883"/>
                  <a:pt x="64712" y="3994"/>
                  <a:pt x="64828" y="3149"/>
                </a:cubicBezTo>
                <a:lnTo>
                  <a:pt x="64828" y="3149"/>
                </a:lnTo>
                <a:cubicBezTo>
                  <a:pt x="64828" y="3149"/>
                  <a:pt x="64289" y="4490"/>
                  <a:pt x="64216" y="6006"/>
                </a:cubicBezTo>
                <a:cubicBezTo>
                  <a:pt x="64202" y="5700"/>
                  <a:pt x="64216" y="5379"/>
                  <a:pt x="64260" y="5073"/>
                </a:cubicBezTo>
                <a:lnTo>
                  <a:pt x="64260" y="5073"/>
                </a:lnTo>
                <a:cubicBezTo>
                  <a:pt x="64260" y="5073"/>
                  <a:pt x="63954" y="5802"/>
                  <a:pt x="63881" y="6676"/>
                </a:cubicBezTo>
                <a:cubicBezTo>
                  <a:pt x="63750" y="6691"/>
                  <a:pt x="63619" y="6691"/>
                  <a:pt x="63488" y="6691"/>
                </a:cubicBezTo>
                <a:cubicBezTo>
                  <a:pt x="64187" y="5277"/>
                  <a:pt x="63808" y="3936"/>
                  <a:pt x="63808" y="3936"/>
                </a:cubicBezTo>
                <a:lnTo>
                  <a:pt x="63808" y="3936"/>
                </a:lnTo>
                <a:cubicBezTo>
                  <a:pt x="63560" y="5394"/>
                  <a:pt x="63400" y="5962"/>
                  <a:pt x="62817" y="6705"/>
                </a:cubicBezTo>
                <a:lnTo>
                  <a:pt x="62671" y="6705"/>
                </a:lnTo>
                <a:lnTo>
                  <a:pt x="62671" y="6691"/>
                </a:lnTo>
                <a:cubicBezTo>
                  <a:pt x="62919" y="5379"/>
                  <a:pt x="63444" y="3105"/>
                  <a:pt x="64493" y="1167"/>
                </a:cubicBezTo>
                <a:lnTo>
                  <a:pt x="64493" y="1167"/>
                </a:lnTo>
                <a:cubicBezTo>
                  <a:pt x="64493" y="1167"/>
                  <a:pt x="63546" y="2348"/>
                  <a:pt x="62744" y="3936"/>
                </a:cubicBezTo>
                <a:cubicBezTo>
                  <a:pt x="62788" y="3441"/>
                  <a:pt x="62744" y="3120"/>
                  <a:pt x="62744" y="3120"/>
                </a:cubicBezTo>
                <a:cubicBezTo>
                  <a:pt x="62467" y="4053"/>
                  <a:pt x="62278" y="4621"/>
                  <a:pt x="62016" y="5087"/>
                </a:cubicBezTo>
                <a:cubicBezTo>
                  <a:pt x="61914" y="4942"/>
                  <a:pt x="61797" y="4811"/>
                  <a:pt x="61680" y="4679"/>
                </a:cubicBezTo>
                <a:cubicBezTo>
                  <a:pt x="62147" y="3397"/>
                  <a:pt x="62832" y="1779"/>
                  <a:pt x="63764" y="351"/>
                </a:cubicBezTo>
                <a:lnTo>
                  <a:pt x="63764" y="351"/>
                </a:lnTo>
                <a:cubicBezTo>
                  <a:pt x="63764" y="351"/>
                  <a:pt x="62919" y="1269"/>
                  <a:pt x="62045" y="2581"/>
                </a:cubicBezTo>
                <a:cubicBezTo>
                  <a:pt x="62059" y="2551"/>
                  <a:pt x="62059" y="2537"/>
                  <a:pt x="62074" y="2508"/>
                </a:cubicBezTo>
                <a:lnTo>
                  <a:pt x="62074" y="2508"/>
                </a:lnTo>
                <a:cubicBezTo>
                  <a:pt x="62074" y="2508"/>
                  <a:pt x="61622" y="3120"/>
                  <a:pt x="61199" y="3994"/>
                </a:cubicBezTo>
                <a:cubicBezTo>
                  <a:pt x="61170" y="4038"/>
                  <a:pt x="61141" y="4082"/>
                  <a:pt x="61112" y="4140"/>
                </a:cubicBezTo>
                <a:cubicBezTo>
                  <a:pt x="60908" y="3965"/>
                  <a:pt x="60704" y="3805"/>
                  <a:pt x="60500" y="3674"/>
                </a:cubicBezTo>
                <a:cubicBezTo>
                  <a:pt x="60485" y="3659"/>
                  <a:pt x="60471" y="3645"/>
                  <a:pt x="60456" y="3615"/>
                </a:cubicBezTo>
                <a:cubicBezTo>
                  <a:pt x="60471" y="3601"/>
                  <a:pt x="60471" y="3572"/>
                  <a:pt x="60485" y="3543"/>
                </a:cubicBezTo>
                <a:cubicBezTo>
                  <a:pt x="60573" y="3411"/>
                  <a:pt x="60675" y="3280"/>
                  <a:pt x="60791" y="3120"/>
                </a:cubicBezTo>
                <a:lnTo>
                  <a:pt x="60791" y="3120"/>
                </a:lnTo>
                <a:cubicBezTo>
                  <a:pt x="60791" y="3120"/>
                  <a:pt x="60704" y="3178"/>
                  <a:pt x="60573" y="3295"/>
                </a:cubicBezTo>
                <a:cubicBezTo>
                  <a:pt x="60748" y="2741"/>
                  <a:pt x="60981" y="2173"/>
                  <a:pt x="61272" y="1633"/>
                </a:cubicBezTo>
                <a:lnTo>
                  <a:pt x="61272" y="1633"/>
                </a:lnTo>
                <a:cubicBezTo>
                  <a:pt x="61272" y="1634"/>
                  <a:pt x="60689" y="2304"/>
                  <a:pt x="60135" y="3251"/>
                </a:cubicBezTo>
                <a:cubicBezTo>
                  <a:pt x="59931" y="3032"/>
                  <a:pt x="59727" y="2858"/>
                  <a:pt x="59538" y="2712"/>
                </a:cubicBezTo>
                <a:cubicBezTo>
                  <a:pt x="59654" y="2551"/>
                  <a:pt x="59800" y="2391"/>
                  <a:pt x="59946" y="2202"/>
                </a:cubicBezTo>
                <a:lnTo>
                  <a:pt x="59946" y="2202"/>
                </a:lnTo>
                <a:cubicBezTo>
                  <a:pt x="59946" y="2202"/>
                  <a:pt x="59713" y="2347"/>
                  <a:pt x="59407" y="2610"/>
                </a:cubicBezTo>
                <a:cubicBezTo>
                  <a:pt x="59203" y="2449"/>
                  <a:pt x="59013" y="2333"/>
                  <a:pt x="58882" y="2245"/>
                </a:cubicBezTo>
                <a:cubicBezTo>
                  <a:pt x="59057" y="1954"/>
                  <a:pt x="59290" y="1619"/>
                  <a:pt x="59582" y="1211"/>
                </a:cubicBezTo>
                <a:lnTo>
                  <a:pt x="59582" y="1211"/>
                </a:lnTo>
                <a:cubicBezTo>
                  <a:pt x="59581" y="1211"/>
                  <a:pt x="59115" y="1531"/>
                  <a:pt x="58620" y="2100"/>
                </a:cubicBezTo>
                <a:lnTo>
                  <a:pt x="58591" y="2100"/>
                </a:lnTo>
                <a:lnTo>
                  <a:pt x="58605" y="2114"/>
                </a:lnTo>
                <a:cubicBezTo>
                  <a:pt x="58270" y="2508"/>
                  <a:pt x="57920" y="3003"/>
                  <a:pt x="57701" y="3601"/>
                </a:cubicBezTo>
                <a:cubicBezTo>
                  <a:pt x="57556" y="3717"/>
                  <a:pt x="57381" y="3863"/>
                  <a:pt x="57191" y="4053"/>
                </a:cubicBezTo>
                <a:cubicBezTo>
                  <a:pt x="57425" y="2333"/>
                  <a:pt x="57585" y="1998"/>
                  <a:pt x="59042" y="234"/>
                </a:cubicBezTo>
                <a:lnTo>
                  <a:pt x="59042" y="234"/>
                </a:lnTo>
                <a:cubicBezTo>
                  <a:pt x="59042" y="234"/>
                  <a:pt x="56375" y="1896"/>
                  <a:pt x="56550" y="4402"/>
                </a:cubicBezTo>
                <a:cubicBezTo>
                  <a:pt x="56506" y="4461"/>
                  <a:pt x="56463" y="4519"/>
                  <a:pt x="56419" y="4592"/>
                </a:cubicBezTo>
                <a:cubicBezTo>
                  <a:pt x="56404" y="4402"/>
                  <a:pt x="56390" y="4198"/>
                  <a:pt x="56404" y="4009"/>
                </a:cubicBezTo>
                <a:lnTo>
                  <a:pt x="56404" y="4009"/>
                </a:lnTo>
                <a:cubicBezTo>
                  <a:pt x="56404" y="4009"/>
                  <a:pt x="56302" y="4359"/>
                  <a:pt x="56215" y="4883"/>
                </a:cubicBezTo>
                <a:cubicBezTo>
                  <a:pt x="56186" y="4956"/>
                  <a:pt x="56142" y="5015"/>
                  <a:pt x="56098" y="5087"/>
                </a:cubicBezTo>
                <a:cubicBezTo>
                  <a:pt x="55982" y="4956"/>
                  <a:pt x="55850" y="4840"/>
                  <a:pt x="55719" y="4752"/>
                </a:cubicBezTo>
                <a:cubicBezTo>
                  <a:pt x="55807" y="4650"/>
                  <a:pt x="55880" y="4548"/>
                  <a:pt x="55982" y="4432"/>
                </a:cubicBezTo>
                <a:lnTo>
                  <a:pt x="55982" y="4432"/>
                </a:lnTo>
                <a:cubicBezTo>
                  <a:pt x="55982" y="4432"/>
                  <a:pt x="55836" y="4519"/>
                  <a:pt x="55646" y="4679"/>
                </a:cubicBezTo>
                <a:cubicBezTo>
                  <a:pt x="55603" y="4665"/>
                  <a:pt x="55574" y="4636"/>
                  <a:pt x="55544" y="4606"/>
                </a:cubicBezTo>
                <a:cubicBezTo>
                  <a:pt x="55515" y="4067"/>
                  <a:pt x="55530" y="3499"/>
                  <a:pt x="55603" y="2945"/>
                </a:cubicBezTo>
                <a:lnTo>
                  <a:pt x="55603" y="2945"/>
                </a:lnTo>
                <a:cubicBezTo>
                  <a:pt x="55603" y="2945"/>
                  <a:pt x="55369" y="3543"/>
                  <a:pt x="55180" y="4388"/>
                </a:cubicBezTo>
                <a:cubicBezTo>
                  <a:pt x="55151" y="4373"/>
                  <a:pt x="55137" y="4359"/>
                  <a:pt x="55136" y="4359"/>
                </a:cubicBezTo>
                <a:lnTo>
                  <a:pt x="55136" y="4359"/>
                </a:lnTo>
                <a:cubicBezTo>
                  <a:pt x="55151" y="4373"/>
                  <a:pt x="55165" y="4388"/>
                  <a:pt x="55180" y="4402"/>
                </a:cubicBezTo>
                <a:cubicBezTo>
                  <a:pt x="55122" y="4636"/>
                  <a:pt x="55078" y="4883"/>
                  <a:pt x="55049" y="5146"/>
                </a:cubicBezTo>
                <a:cubicBezTo>
                  <a:pt x="55049" y="4942"/>
                  <a:pt x="55063" y="4723"/>
                  <a:pt x="55093" y="4519"/>
                </a:cubicBezTo>
                <a:lnTo>
                  <a:pt x="55093" y="4519"/>
                </a:lnTo>
                <a:cubicBezTo>
                  <a:pt x="55093" y="4519"/>
                  <a:pt x="54889" y="5015"/>
                  <a:pt x="54772" y="5670"/>
                </a:cubicBezTo>
                <a:cubicBezTo>
                  <a:pt x="54626" y="5918"/>
                  <a:pt x="54510" y="6181"/>
                  <a:pt x="54466" y="6487"/>
                </a:cubicBezTo>
                <a:cubicBezTo>
                  <a:pt x="54335" y="6297"/>
                  <a:pt x="54262" y="6079"/>
                  <a:pt x="54247" y="5860"/>
                </a:cubicBezTo>
                <a:cubicBezTo>
                  <a:pt x="54393" y="5656"/>
                  <a:pt x="54582" y="5437"/>
                  <a:pt x="54816" y="5146"/>
                </a:cubicBezTo>
                <a:lnTo>
                  <a:pt x="54816" y="5146"/>
                </a:lnTo>
                <a:cubicBezTo>
                  <a:pt x="54816" y="5146"/>
                  <a:pt x="54568" y="5292"/>
                  <a:pt x="54262" y="5583"/>
                </a:cubicBezTo>
                <a:cubicBezTo>
                  <a:pt x="54408" y="4519"/>
                  <a:pt x="54510" y="4300"/>
                  <a:pt x="55428" y="3207"/>
                </a:cubicBezTo>
                <a:lnTo>
                  <a:pt x="55428" y="3207"/>
                </a:lnTo>
                <a:cubicBezTo>
                  <a:pt x="55427" y="3208"/>
                  <a:pt x="53621" y="4315"/>
                  <a:pt x="53883" y="5991"/>
                </a:cubicBezTo>
                <a:cubicBezTo>
                  <a:pt x="53679" y="6253"/>
                  <a:pt x="53475" y="6574"/>
                  <a:pt x="53358" y="6953"/>
                </a:cubicBezTo>
                <a:cubicBezTo>
                  <a:pt x="53242" y="6355"/>
                  <a:pt x="53169" y="5612"/>
                  <a:pt x="53271" y="4898"/>
                </a:cubicBezTo>
                <a:lnTo>
                  <a:pt x="53271" y="4898"/>
                </a:lnTo>
                <a:cubicBezTo>
                  <a:pt x="53271" y="4898"/>
                  <a:pt x="52848" y="5918"/>
                  <a:pt x="52877" y="6997"/>
                </a:cubicBezTo>
                <a:cubicBezTo>
                  <a:pt x="52644" y="7011"/>
                  <a:pt x="52411" y="7026"/>
                  <a:pt x="52192" y="7026"/>
                </a:cubicBezTo>
                <a:cubicBezTo>
                  <a:pt x="53314" y="5437"/>
                  <a:pt x="52819" y="3761"/>
                  <a:pt x="52819" y="3761"/>
                </a:cubicBezTo>
                <a:lnTo>
                  <a:pt x="52819" y="3761"/>
                </a:lnTo>
                <a:cubicBezTo>
                  <a:pt x="52557" y="5321"/>
                  <a:pt x="52396" y="5860"/>
                  <a:pt x="51711" y="6676"/>
                </a:cubicBezTo>
                <a:cubicBezTo>
                  <a:pt x="51711" y="6632"/>
                  <a:pt x="51697" y="6574"/>
                  <a:pt x="51697" y="6516"/>
                </a:cubicBezTo>
                <a:cubicBezTo>
                  <a:pt x="51930" y="5204"/>
                  <a:pt x="52455" y="2930"/>
                  <a:pt x="53504" y="992"/>
                </a:cubicBezTo>
                <a:lnTo>
                  <a:pt x="53504" y="992"/>
                </a:lnTo>
                <a:cubicBezTo>
                  <a:pt x="53504" y="992"/>
                  <a:pt x="51974" y="2902"/>
                  <a:pt x="51157" y="5117"/>
                </a:cubicBezTo>
                <a:cubicBezTo>
                  <a:pt x="50968" y="4825"/>
                  <a:pt x="50749" y="4563"/>
                  <a:pt x="50516" y="4330"/>
                </a:cubicBezTo>
                <a:cubicBezTo>
                  <a:pt x="50633" y="3674"/>
                  <a:pt x="50808" y="2989"/>
                  <a:pt x="51085" y="2347"/>
                </a:cubicBezTo>
                <a:lnTo>
                  <a:pt x="51085" y="2347"/>
                </a:lnTo>
                <a:cubicBezTo>
                  <a:pt x="51084" y="2348"/>
                  <a:pt x="50589" y="3018"/>
                  <a:pt x="50137" y="3965"/>
                </a:cubicBezTo>
                <a:cubicBezTo>
                  <a:pt x="49904" y="3776"/>
                  <a:pt x="49656" y="3601"/>
                  <a:pt x="49438" y="3455"/>
                </a:cubicBezTo>
                <a:cubicBezTo>
                  <a:pt x="49540" y="3295"/>
                  <a:pt x="49656" y="3134"/>
                  <a:pt x="49787" y="2945"/>
                </a:cubicBezTo>
                <a:lnTo>
                  <a:pt x="49787" y="2945"/>
                </a:lnTo>
                <a:cubicBezTo>
                  <a:pt x="49787" y="2945"/>
                  <a:pt x="49583" y="3091"/>
                  <a:pt x="49292" y="3353"/>
                </a:cubicBezTo>
                <a:cubicBezTo>
                  <a:pt x="48782" y="3047"/>
                  <a:pt x="48388" y="2887"/>
                  <a:pt x="48388" y="2887"/>
                </a:cubicBezTo>
                <a:lnTo>
                  <a:pt x="48388" y="2887"/>
                </a:lnTo>
                <a:cubicBezTo>
                  <a:pt x="48665" y="3120"/>
                  <a:pt x="48913" y="3324"/>
                  <a:pt x="49132" y="3513"/>
                </a:cubicBezTo>
                <a:cubicBezTo>
                  <a:pt x="48913" y="3732"/>
                  <a:pt x="48665" y="4009"/>
                  <a:pt x="48432" y="4344"/>
                </a:cubicBezTo>
                <a:cubicBezTo>
                  <a:pt x="48374" y="3936"/>
                  <a:pt x="48345" y="3528"/>
                  <a:pt x="48345" y="3120"/>
                </a:cubicBezTo>
                <a:cubicBezTo>
                  <a:pt x="48345" y="3120"/>
                  <a:pt x="48126" y="3907"/>
                  <a:pt x="48068" y="4956"/>
                </a:cubicBezTo>
                <a:cubicBezTo>
                  <a:pt x="47980" y="5160"/>
                  <a:pt x="47893" y="5379"/>
                  <a:pt x="47834" y="5612"/>
                </a:cubicBezTo>
                <a:cubicBezTo>
                  <a:pt x="47878" y="5146"/>
                  <a:pt x="47849" y="4723"/>
                  <a:pt x="47805" y="4446"/>
                </a:cubicBezTo>
                <a:cubicBezTo>
                  <a:pt x="47878" y="4344"/>
                  <a:pt x="47951" y="4228"/>
                  <a:pt x="48024" y="4126"/>
                </a:cubicBezTo>
                <a:lnTo>
                  <a:pt x="48024" y="4126"/>
                </a:lnTo>
                <a:cubicBezTo>
                  <a:pt x="48024" y="4126"/>
                  <a:pt x="47936" y="4184"/>
                  <a:pt x="47776" y="4315"/>
                </a:cubicBezTo>
                <a:cubicBezTo>
                  <a:pt x="47732" y="4126"/>
                  <a:pt x="47703" y="4009"/>
                  <a:pt x="47703" y="4009"/>
                </a:cubicBezTo>
                <a:cubicBezTo>
                  <a:pt x="47689" y="4155"/>
                  <a:pt x="47674" y="4286"/>
                  <a:pt x="47645" y="4417"/>
                </a:cubicBezTo>
                <a:cubicBezTo>
                  <a:pt x="47514" y="4534"/>
                  <a:pt x="47368" y="4679"/>
                  <a:pt x="47208" y="4854"/>
                </a:cubicBezTo>
                <a:cubicBezTo>
                  <a:pt x="47208" y="4592"/>
                  <a:pt x="47208" y="4359"/>
                  <a:pt x="47222" y="4155"/>
                </a:cubicBezTo>
                <a:cubicBezTo>
                  <a:pt x="47383" y="3484"/>
                  <a:pt x="47601" y="2785"/>
                  <a:pt x="47878" y="2100"/>
                </a:cubicBezTo>
                <a:cubicBezTo>
                  <a:pt x="48053" y="1794"/>
                  <a:pt x="48301" y="1458"/>
                  <a:pt x="48607" y="1036"/>
                </a:cubicBezTo>
                <a:lnTo>
                  <a:pt x="48607" y="1036"/>
                </a:lnTo>
                <a:cubicBezTo>
                  <a:pt x="48607" y="1036"/>
                  <a:pt x="48432" y="1152"/>
                  <a:pt x="48199" y="1356"/>
                </a:cubicBezTo>
                <a:cubicBezTo>
                  <a:pt x="48213" y="1313"/>
                  <a:pt x="48228" y="1269"/>
                  <a:pt x="48257" y="1225"/>
                </a:cubicBezTo>
                <a:lnTo>
                  <a:pt x="48257" y="1225"/>
                </a:lnTo>
                <a:cubicBezTo>
                  <a:pt x="48257" y="1225"/>
                  <a:pt x="48199" y="1298"/>
                  <a:pt x="48111" y="1444"/>
                </a:cubicBezTo>
                <a:cubicBezTo>
                  <a:pt x="47528" y="1968"/>
                  <a:pt x="46639" y="2974"/>
                  <a:pt x="46537" y="4286"/>
                </a:cubicBezTo>
                <a:cubicBezTo>
                  <a:pt x="46377" y="4650"/>
                  <a:pt x="46231" y="5029"/>
                  <a:pt x="46115" y="5408"/>
                </a:cubicBezTo>
                <a:cubicBezTo>
                  <a:pt x="45911" y="5131"/>
                  <a:pt x="45692" y="4883"/>
                  <a:pt x="45459" y="4650"/>
                </a:cubicBezTo>
                <a:cubicBezTo>
                  <a:pt x="45444" y="4636"/>
                  <a:pt x="45444" y="4606"/>
                  <a:pt x="45444" y="4592"/>
                </a:cubicBezTo>
                <a:cubicBezTo>
                  <a:pt x="45532" y="3951"/>
                  <a:pt x="45663" y="3280"/>
                  <a:pt x="45911" y="2639"/>
                </a:cubicBezTo>
                <a:lnTo>
                  <a:pt x="45911" y="2639"/>
                </a:lnTo>
                <a:cubicBezTo>
                  <a:pt x="45910" y="2639"/>
                  <a:pt x="45444" y="3324"/>
                  <a:pt x="45036" y="4300"/>
                </a:cubicBezTo>
                <a:cubicBezTo>
                  <a:pt x="44788" y="4096"/>
                  <a:pt x="44541" y="3936"/>
                  <a:pt x="44307" y="3805"/>
                </a:cubicBezTo>
                <a:cubicBezTo>
                  <a:pt x="44409" y="3645"/>
                  <a:pt x="44526" y="3470"/>
                  <a:pt x="44643" y="3280"/>
                </a:cubicBezTo>
                <a:lnTo>
                  <a:pt x="44643" y="3280"/>
                </a:lnTo>
                <a:cubicBezTo>
                  <a:pt x="44642" y="3280"/>
                  <a:pt x="44438" y="3441"/>
                  <a:pt x="44162" y="3717"/>
                </a:cubicBezTo>
                <a:cubicBezTo>
                  <a:pt x="43637" y="3411"/>
                  <a:pt x="43229" y="3266"/>
                  <a:pt x="43229" y="3266"/>
                </a:cubicBezTo>
                <a:lnTo>
                  <a:pt x="43229" y="3266"/>
                </a:lnTo>
                <a:cubicBezTo>
                  <a:pt x="43535" y="3484"/>
                  <a:pt x="43783" y="3688"/>
                  <a:pt x="44016" y="3863"/>
                </a:cubicBezTo>
                <a:cubicBezTo>
                  <a:pt x="43797" y="4096"/>
                  <a:pt x="43564" y="4373"/>
                  <a:pt x="43345" y="4723"/>
                </a:cubicBezTo>
                <a:cubicBezTo>
                  <a:pt x="43273" y="4315"/>
                  <a:pt x="43214" y="3907"/>
                  <a:pt x="43200" y="3499"/>
                </a:cubicBezTo>
                <a:cubicBezTo>
                  <a:pt x="43200" y="3499"/>
                  <a:pt x="43010" y="4300"/>
                  <a:pt x="43025" y="5350"/>
                </a:cubicBezTo>
                <a:cubicBezTo>
                  <a:pt x="42850" y="5743"/>
                  <a:pt x="42733" y="6181"/>
                  <a:pt x="42733" y="6661"/>
                </a:cubicBezTo>
                <a:cubicBezTo>
                  <a:pt x="42471" y="6355"/>
                  <a:pt x="42282" y="6049"/>
                  <a:pt x="42194" y="5700"/>
                </a:cubicBezTo>
                <a:cubicBezTo>
                  <a:pt x="42384" y="5379"/>
                  <a:pt x="42617" y="5000"/>
                  <a:pt x="42937" y="4504"/>
                </a:cubicBezTo>
                <a:lnTo>
                  <a:pt x="42937" y="4504"/>
                </a:lnTo>
                <a:cubicBezTo>
                  <a:pt x="42937" y="4505"/>
                  <a:pt x="42558" y="4781"/>
                  <a:pt x="42150" y="5262"/>
                </a:cubicBezTo>
                <a:cubicBezTo>
                  <a:pt x="42063" y="3572"/>
                  <a:pt x="42165" y="3222"/>
                  <a:pt x="43360" y="1415"/>
                </a:cubicBezTo>
                <a:lnTo>
                  <a:pt x="43360" y="1415"/>
                </a:lnTo>
                <a:cubicBezTo>
                  <a:pt x="43360" y="1415"/>
                  <a:pt x="40722" y="3339"/>
                  <a:pt x="41640" y="5933"/>
                </a:cubicBezTo>
                <a:cubicBezTo>
                  <a:pt x="41363" y="6385"/>
                  <a:pt x="41130" y="6909"/>
                  <a:pt x="41057" y="7492"/>
                </a:cubicBezTo>
                <a:cubicBezTo>
                  <a:pt x="40693" y="6559"/>
                  <a:pt x="40343" y="5408"/>
                  <a:pt x="40299" y="4286"/>
                </a:cubicBezTo>
                <a:cubicBezTo>
                  <a:pt x="40299" y="4286"/>
                  <a:pt x="40095" y="5160"/>
                  <a:pt x="40124" y="6297"/>
                </a:cubicBezTo>
                <a:cubicBezTo>
                  <a:pt x="40095" y="6224"/>
                  <a:pt x="40081" y="6195"/>
                  <a:pt x="40081" y="6195"/>
                </a:cubicBezTo>
                <a:lnTo>
                  <a:pt x="40081" y="6195"/>
                </a:lnTo>
                <a:cubicBezTo>
                  <a:pt x="40154" y="6720"/>
                  <a:pt x="40139" y="7274"/>
                  <a:pt x="40066" y="7798"/>
                </a:cubicBezTo>
                <a:cubicBezTo>
                  <a:pt x="40037" y="7813"/>
                  <a:pt x="39993" y="7813"/>
                  <a:pt x="39950" y="7813"/>
                </a:cubicBezTo>
                <a:cubicBezTo>
                  <a:pt x="40081" y="7041"/>
                  <a:pt x="40037" y="6414"/>
                  <a:pt x="40037" y="6414"/>
                </a:cubicBezTo>
                <a:lnTo>
                  <a:pt x="40037" y="6414"/>
                </a:lnTo>
                <a:cubicBezTo>
                  <a:pt x="39950" y="6909"/>
                  <a:pt x="39789" y="7405"/>
                  <a:pt x="39585" y="7842"/>
                </a:cubicBezTo>
                <a:cubicBezTo>
                  <a:pt x="39527" y="7842"/>
                  <a:pt x="39483" y="7857"/>
                  <a:pt x="39425" y="7857"/>
                </a:cubicBezTo>
                <a:cubicBezTo>
                  <a:pt x="39367" y="7769"/>
                  <a:pt x="39294" y="7682"/>
                  <a:pt x="39235" y="7609"/>
                </a:cubicBezTo>
                <a:cubicBezTo>
                  <a:pt x="39279" y="7361"/>
                  <a:pt x="39279" y="7128"/>
                  <a:pt x="39265" y="6909"/>
                </a:cubicBezTo>
                <a:cubicBezTo>
                  <a:pt x="39600" y="5525"/>
                  <a:pt x="38463" y="4403"/>
                  <a:pt x="38463" y="4402"/>
                </a:cubicBezTo>
                <a:lnTo>
                  <a:pt x="38463" y="4402"/>
                </a:lnTo>
                <a:cubicBezTo>
                  <a:pt x="38769" y="5073"/>
                  <a:pt x="38915" y="5452"/>
                  <a:pt x="38944" y="5831"/>
                </a:cubicBezTo>
                <a:cubicBezTo>
                  <a:pt x="38390" y="4738"/>
                  <a:pt x="37283" y="4097"/>
                  <a:pt x="37282" y="4096"/>
                </a:cubicBezTo>
                <a:lnTo>
                  <a:pt x="37282" y="4096"/>
                </a:lnTo>
                <a:cubicBezTo>
                  <a:pt x="38332" y="5321"/>
                  <a:pt x="38550" y="5656"/>
                  <a:pt x="38682" y="6661"/>
                </a:cubicBezTo>
                <a:cubicBezTo>
                  <a:pt x="38550" y="6487"/>
                  <a:pt x="38448" y="6385"/>
                  <a:pt x="38448" y="6385"/>
                </a:cubicBezTo>
                <a:lnTo>
                  <a:pt x="38448" y="6385"/>
                </a:lnTo>
                <a:cubicBezTo>
                  <a:pt x="38565" y="6647"/>
                  <a:pt x="38652" y="6851"/>
                  <a:pt x="38740" y="7040"/>
                </a:cubicBezTo>
                <a:cubicBezTo>
                  <a:pt x="38740" y="7055"/>
                  <a:pt x="38740" y="7084"/>
                  <a:pt x="38740" y="7099"/>
                </a:cubicBezTo>
                <a:cubicBezTo>
                  <a:pt x="38594" y="6968"/>
                  <a:pt x="38463" y="6866"/>
                  <a:pt x="38346" y="6778"/>
                </a:cubicBezTo>
                <a:cubicBezTo>
                  <a:pt x="38419" y="6181"/>
                  <a:pt x="38376" y="5729"/>
                  <a:pt x="38376" y="5729"/>
                </a:cubicBezTo>
                <a:lnTo>
                  <a:pt x="38376" y="5729"/>
                </a:lnTo>
                <a:cubicBezTo>
                  <a:pt x="38332" y="5991"/>
                  <a:pt x="38259" y="6239"/>
                  <a:pt x="38186" y="6501"/>
                </a:cubicBezTo>
                <a:cubicBezTo>
                  <a:pt x="38084" y="6268"/>
                  <a:pt x="37967" y="6079"/>
                  <a:pt x="37865" y="5918"/>
                </a:cubicBezTo>
                <a:cubicBezTo>
                  <a:pt x="38011" y="5816"/>
                  <a:pt x="38186" y="5714"/>
                  <a:pt x="38376" y="5583"/>
                </a:cubicBezTo>
                <a:lnTo>
                  <a:pt x="38376" y="5583"/>
                </a:lnTo>
                <a:cubicBezTo>
                  <a:pt x="38375" y="5583"/>
                  <a:pt x="38128" y="5656"/>
                  <a:pt x="37778" y="5802"/>
                </a:cubicBezTo>
                <a:cubicBezTo>
                  <a:pt x="37720" y="5714"/>
                  <a:pt x="37647" y="5641"/>
                  <a:pt x="37603" y="5583"/>
                </a:cubicBezTo>
                <a:cubicBezTo>
                  <a:pt x="37559" y="5539"/>
                  <a:pt x="37530" y="5510"/>
                  <a:pt x="37530" y="5510"/>
                </a:cubicBezTo>
                <a:lnTo>
                  <a:pt x="37530" y="5510"/>
                </a:lnTo>
                <a:cubicBezTo>
                  <a:pt x="37545" y="5539"/>
                  <a:pt x="37559" y="5568"/>
                  <a:pt x="37574" y="5598"/>
                </a:cubicBezTo>
                <a:lnTo>
                  <a:pt x="37574" y="5598"/>
                </a:lnTo>
                <a:cubicBezTo>
                  <a:pt x="37579" y="5593"/>
                  <a:pt x="37584" y="5588"/>
                  <a:pt x="37588" y="5583"/>
                </a:cubicBezTo>
                <a:cubicBezTo>
                  <a:pt x="37618" y="5656"/>
                  <a:pt x="37661" y="5729"/>
                  <a:pt x="37691" y="5802"/>
                </a:cubicBezTo>
                <a:cubicBezTo>
                  <a:pt x="37691" y="5802"/>
                  <a:pt x="37691" y="5816"/>
                  <a:pt x="37691" y="5831"/>
                </a:cubicBezTo>
                <a:cubicBezTo>
                  <a:pt x="37559" y="5889"/>
                  <a:pt x="37414" y="5976"/>
                  <a:pt x="37268" y="6064"/>
                </a:cubicBezTo>
                <a:cubicBezTo>
                  <a:pt x="37239" y="5991"/>
                  <a:pt x="37224" y="5947"/>
                  <a:pt x="37224" y="5947"/>
                </a:cubicBezTo>
                <a:cubicBezTo>
                  <a:pt x="37224" y="5991"/>
                  <a:pt x="37224" y="6035"/>
                  <a:pt x="37224" y="6079"/>
                </a:cubicBezTo>
                <a:cubicBezTo>
                  <a:pt x="37210" y="6049"/>
                  <a:pt x="37210" y="6006"/>
                  <a:pt x="37195" y="5976"/>
                </a:cubicBezTo>
                <a:cubicBezTo>
                  <a:pt x="37308" y="5850"/>
                  <a:pt x="37434" y="5737"/>
                  <a:pt x="37574" y="5598"/>
                </a:cubicBezTo>
                <a:lnTo>
                  <a:pt x="37574" y="5598"/>
                </a:lnTo>
                <a:cubicBezTo>
                  <a:pt x="37501" y="5641"/>
                  <a:pt x="37341" y="5714"/>
                  <a:pt x="37137" y="5860"/>
                </a:cubicBezTo>
                <a:cubicBezTo>
                  <a:pt x="37078" y="5627"/>
                  <a:pt x="37005" y="5423"/>
                  <a:pt x="36947" y="5291"/>
                </a:cubicBezTo>
                <a:cubicBezTo>
                  <a:pt x="37035" y="4767"/>
                  <a:pt x="37151" y="4228"/>
                  <a:pt x="37312" y="3717"/>
                </a:cubicBezTo>
                <a:lnTo>
                  <a:pt x="37312" y="3717"/>
                </a:lnTo>
                <a:cubicBezTo>
                  <a:pt x="37311" y="3718"/>
                  <a:pt x="36962" y="4359"/>
                  <a:pt x="36627" y="5291"/>
                </a:cubicBezTo>
                <a:cubicBezTo>
                  <a:pt x="36495" y="4840"/>
                  <a:pt x="36379" y="4548"/>
                  <a:pt x="36379" y="4548"/>
                </a:cubicBezTo>
                <a:lnTo>
                  <a:pt x="36379" y="4548"/>
                </a:lnTo>
                <a:cubicBezTo>
                  <a:pt x="36437" y="4985"/>
                  <a:pt x="36452" y="5437"/>
                  <a:pt x="36423" y="5874"/>
                </a:cubicBezTo>
                <a:cubicBezTo>
                  <a:pt x="36393" y="5947"/>
                  <a:pt x="36379" y="6035"/>
                  <a:pt x="36350" y="6122"/>
                </a:cubicBezTo>
                <a:cubicBezTo>
                  <a:pt x="36058" y="4942"/>
                  <a:pt x="35563" y="3966"/>
                  <a:pt x="35563" y="3965"/>
                </a:cubicBezTo>
                <a:lnTo>
                  <a:pt x="35563" y="3965"/>
                </a:lnTo>
                <a:cubicBezTo>
                  <a:pt x="35752" y="4621"/>
                  <a:pt x="35869" y="5321"/>
                  <a:pt x="35942" y="5962"/>
                </a:cubicBezTo>
                <a:cubicBezTo>
                  <a:pt x="35781" y="5729"/>
                  <a:pt x="35635" y="5554"/>
                  <a:pt x="35533" y="5437"/>
                </a:cubicBezTo>
                <a:cubicBezTo>
                  <a:pt x="35548" y="5291"/>
                  <a:pt x="35577" y="5146"/>
                  <a:pt x="35606" y="5015"/>
                </a:cubicBezTo>
                <a:lnTo>
                  <a:pt x="35606" y="5015"/>
                </a:lnTo>
                <a:cubicBezTo>
                  <a:pt x="35606" y="5015"/>
                  <a:pt x="35548" y="5131"/>
                  <a:pt x="35461" y="5335"/>
                </a:cubicBezTo>
                <a:cubicBezTo>
                  <a:pt x="35417" y="5292"/>
                  <a:pt x="35402" y="5277"/>
                  <a:pt x="35402" y="5277"/>
                </a:cubicBezTo>
                <a:lnTo>
                  <a:pt x="35402" y="5277"/>
                </a:lnTo>
                <a:lnTo>
                  <a:pt x="35446" y="5364"/>
                </a:lnTo>
                <a:cubicBezTo>
                  <a:pt x="35417" y="5423"/>
                  <a:pt x="35402" y="5481"/>
                  <a:pt x="35373" y="5554"/>
                </a:cubicBezTo>
                <a:cubicBezTo>
                  <a:pt x="35271" y="3339"/>
                  <a:pt x="32896" y="1969"/>
                  <a:pt x="32895" y="1968"/>
                </a:cubicBezTo>
                <a:lnTo>
                  <a:pt x="32895" y="1968"/>
                </a:lnTo>
                <a:cubicBezTo>
                  <a:pt x="34367" y="3659"/>
                  <a:pt x="34528" y="3994"/>
                  <a:pt x="34703" y="5685"/>
                </a:cubicBezTo>
                <a:lnTo>
                  <a:pt x="34659" y="5641"/>
                </a:lnTo>
                <a:cubicBezTo>
                  <a:pt x="34659" y="5627"/>
                  <a:pt x="34674" y="5612"/>
                  <a:pt x="34674" y="5612"/>
                </a:cubicBezTo>
                <a:lnTo>
                  <a:pt x="34674" y="5612"/>
                </a:lnTo>
                <a:cubicBezTo>
                  <a:pt x="34674" y="5612"/>
                  <a:pt x="34659" y="5612"/>
                  <a:pt x="34644" y="5627"/>
                </a:cubicBezTo>
                <a:cubicBezTo>
                  <a:pt x="34572" y="5554"/>
                  <a:pt x="34499" y="5496"/>
                  <a:pt x="34426" y="5437"/>
                </a:cubicBezTo>
                <a:cubicBezTo>
                  <a:pt x="34426" y="5394"/>
                  <a:pt x="34440" y="5364"/>
                  <a:pt x="34455" y="5321"/>
                </a:cubicBezTo>
                <a:lnTo>
                  <a:pt x="34455" y="5321"/>
                </a:lnTo>
                <a:cubicBezTo>
                  <a:pt x="34455" y="5321"/>
                  <a:pt x="34440" y="5365"/>
                  <a:pt x="34397" y="5423"/>
                </a:cubicBezTo>
                <a:cubicBezTo>
                  <a:pt x="34280" y="5335"/>
                  <a:pt x="34178" y="5262"/>
                  <a:pt x="34091" y="5189"/>
                </a:cubicBezTo>
                <a:cubicBezTo>
                  <a:pt x="33887" y="4927"/>
                  <a:pt x="33697" y="4709"/>
                  <a:pt x="33566" y="4548"/>
                </a:cubicBezTo>
                <a:cubicBezTo>
                  <a:pt x="33464" y="4228"/>
                  <a:pt x="33376" y="4024"/>
                  <a:pt x="33376" y="4023"/>
                </a:cubicBezTo>
                <a:lnTo>
                  <a:pt x="33376" y="4023"/>
                </a:lnTo>
                <a:cubicBezTo>
                  <a:pt x="33390" y="4079"/>
                  <a:pt x="33391" y="4134"/>
                  <a:pt x="33404" y="4190"/>
                </a:cubicBezTo>
                <a:lnTo>
                  <a:pt x="33404" y="4190"/>
                </a:lnTo>
                <a:cubicBezTo>
                  <a:pt x="33404" y="4188"/>
                  <a:pt x="33405" y="4186"/>
                  <a:pt x="33406" y="4184"/>
                </a:cubicBezTo>
                <a:cubicBezTo>
                  <a:pt x="33420" y="4242"/>
                  <a:pt x="33420" y="4300"/>
                  <a:pt x="33420" y="4359"/>
                </a:cubicBezTo>
                <a:cubicBezTo>
                  <a:pt x="33391" y="4330"/>
                  <a:pt x="33376" y="4300"/>
                  <a:pt x="33362" y="4300"/>
                </a:cubicBezTo>
                <a:cubicBezTo>
                  <a:pt x="33391" y="4330"/>
                  <a:pt x="33406" y="4373"/>
                  <a:pt x="33435" y="4402"/>
                </a:cubicBezTo>
                <a:cubicBezTo>
                  <a:pt x="33449" y="4679"/>
                  <a:pt x="33449" y="4942"/>
                  <a:pt x="33435" y="5219"/>
                </a:cubicBezTo>
                <a:cubicBezTo>
                  <a:pt x="33333" y="5087"/>
                  <a:pt x="33216" y="4971"/>
                  <a:pt x="33099" y="4854"/>
                </a:cubicBezTo>
                <a:cubicBezTo>
                  <a:pt x="33172" y="4694"/>
                  <a:pt x="33260" y="4504"/>
                  <a:pt x="33362" y="4300"/>
                </a:cubicBezTo>
                <a:cubicBezTo>
                  <a:pt x="33374" y="4265"/>
                  <a:pt x="33386" y="4239"/>
                  <a:pt x="33398" y="4206"/>
                </a:cubicBezTo>
                <a:lnTo>
                  <a:pt x="33398" y="4206"/>
                </a:lnTo>
                <a:cubicBezTo>
                  <a:pt x="33332" y="4273"/>
                  <a:pt x="33149" y="4458"/>
                  <a:pt x="32954" y="4738"/>
                </a:cubicBezTo>
                <a:cubicBezTo>
                  <a:pt x="32837" y="4636"/>
                  <a:pt x="32735" y="4548"/>
                  <a:pt x="32633" y="4461"/>
                </a:cubicBezTo>
                <a:cubicBezTo>
                  <a:pt x="32837" y="4257"/>
                  <a:pt x="33056" y="4038"/>
                  <a:pt x="33318" y="3790"/>
                </a:cubicBezTo>
                <a:lnTo>
                  <a:pt x="33318" y="3790"/>
                </a:lnTo>
                <a:cubicBezTo>
                  <a:pt x="33318" y="3790"/>
                  <a:pt x="32939" y="3980"/>
                  <a:pt x="32458" y="4315"/>
                </a:cubicBezTo>
                <a:cubicBezTo>
                  <a:pt x="32152" y="4067"/>
                  <a:pt x="31919" y="3936"/>
                  <a:pt x="31919" y="3936"/>
                </a:cubicBezTo>
                <a:lnTo>
                  <a:pt x="31919" y="3936"/>
                </a:lnTo>
                <a:cubicBezTo>
                  <a:pt x="32065" y="4111"/>
                  <a:pt x="32196" y="4271"/>
                  <a:pt x="32327" y="4417"/>
                </a:cubicBezTo>
                <a:cubicBezTo>
                  <a:pt x="32123" y="4577"/>
                  <a:pt x="31904" y="4767"/>
                  <a:pt x="31686" y="4985"/>
                </a:cubicBezTo>
                <a:cubicBezTo>
                  <a:pt x="31132" y="4053"/>
                  <a:pt x="30564" y="3412"/>
                  <a:pt x="30564" y="3411"/>
                </a:cubicBezTo>
                <a:lnTo>
                  <a:pt x="30564" y="3411"/>
                </a:lnTo>
                <a:cubicBezTo>
                  <a:pt x="30913" y="4038"/>
                  <a:pt x="31161" y="4709"/>
                  <a:pt x="31351" y="5350"/>
                </a:cubicBezTo>
                <a:cubicBezTo>
                  <a:pt x="31132" y="5598"/>
                  <a:pt x="30957" y="5874"/>
                  <a:pt x="30797" y="6181"/>
                </a:cubicBezTo>
                <a:cubicBezTo>
                  <a:pt x="29747" y="4024"/>
                  <a:pt x="28013" y="2217"/>
                  <a:pt x="28013" y="2216"/>
                </a:cubicBezTo>
                <a:lnTo>
                  <a:pt x="28013" y="2216"/>
                </a:lnTo>
                <a:cubicBezTo>
                  <a:pt x="29266" y="4082"/>
                  <a:pt x="30039" y="6312"/>
                  <a:pt x="30418" y="7609"/>
                </a:cubicBezTo>
                <a:cubicBezTo>
                  <a:pt x="30418" y="7667"/>
                  <a:pt x="30418" y="7725"/>
                  <a:pt x="30418" y="7769"/>
                </a:cubicBezTo>
                <a:cubicBezTo>
                  <a:pt x="30199" y="7551"/>
                  <a:pt x="30024" y="7347"/>
                  <a:pt x="29879" y="7142"/>
                </a:cubicBezTo>
                <a:cubicBezTo>
                  <a:pt x="29908" y="6283"/>
                  <a:pt x="29485" y="5568"/>
                  <a:pt x="29033" y="5044"/>
                </a:cubicBezTo>
                <a:cubicBezTo>
                  <a:pt x="29019" y="5000"/>
                  <a:pt x="29004" y="4971"/>
                  <a:pt x="29004" y="4927"/>
                </a:cubicBezTo>
                <a:cubicBezTo>
                  <a:pt x="29004" y="4927"/>
                  <a:pt x="28989" y="4956"/>
                  <a:pt x="28989" y="5000"/>
                </a:cubicBezTo>
                <a:cubicBezTo>
                  <a:pt x="28465" y="4403"/>
                  <a:pt x="27897" y="4082"/>
                  <a:pt x="27896" y="4082"/>
                </a:cubicBezTo>
                <a:lnTo>
                  <a:pt x="27896" y="4082"/>
                </a:lnTo>
                <a:cubicBezTo>
                  <a:pt x="28450" y="4723"/>
                  <a:pt x="28771" y="5131"/>
                  <a:pt x="28975" y="5510"/>
                </a:cubicBezTo>
                <a:cubicBezTo>
                  <a:pt x="28975" y="5904"/>
                  <a:pt x="29048" y="6443"/>
                  <a:pt x="29296" y="7026"/>
                </a:cubicBezTo>
                <a:cubicBezTo>
                  <a:pt x="28931" y="6705"/>
                  <a:pt x="28625" y="6530"/>
                  <a:pt x="28625" y="6530"/>
                </a:cubicBezTo>
                <a:lnTo>
                  <a:pt x="28625" y="6530"/>
                </a:lnTo>
                <a:cubicBezTo>
                  <a:pt x="28931" y="6895"/>
                  <a:pt x="29179" y="7186"/>
                  <a:pt x="29368" y="7434"/>
                </a:cubicBezTo>
                <a:cubicBezTo>
                  <a:pt x="29339" y="7711"/>
                  <a:pt x="29223" y="7973"/>
                  <a:pt x="29062" y="8236"/>
                </a:cubicBezTo>
                <a:cubicBezTo>
                  <a:pt x="28989" y="7857"/>
                  <a:pt x="28844" y="7507"/>
                  <a:pt x="28654" y="7201"/>
                </a:cubicBezTo>
                <a:cubicBezTo>
                  <a:pt x="28538" y="6370"/>
                  <a:pt x="28275" y="5744"/>
                  <a:pt x="28275" y="5743"/>
                </a:cubicBezTo>
                <a:lnTo>
                  <a:pt x="28275" y="5743"/>
                </a:lnTo>
                <a:cubicBezTo>
                  <a:pt x="28319" y="6064"/>
                  <a:pt x="28334" y="6399"/>
                  <a:pt x="28319" y="6720"/>
                </a:cubicBezTo>
                <a:cubicBezTo>
                  <a:pt x="28100" y="6472"/>
                  <a:pt x="27882" y="6268"/>
                  <a:pt x="27678" y="6093"/>
                </a:cubicBezTo>
                <a:cubicBezTo>
                  <a:pt x="27838" y="5933"/>
                  <a:pt x="28013" y="5758"/>
                  <a:pt x="28232" y="5554"/>
                </a:cubicBezTo>
                <a:lnTo>
                  <a:pt x="28232" y="5554"/>
                </a:lnTo>
                <a:cubicBezTo>
                  <a:pt x="28231" y="5554"/>
                  <a:pt x="27925" y="5700"/>
                  <a:pt x="27547" y="5976"/>
                </a:cubicBezTo>
                <a:cubicBezTo>
                  <a:pt x="27284" y="5787"/>
                  <a:pt x="27095" y="5670"/>
                  <a:pt x="27095" y="5670"/>
                </a:cubicBezTo>
                <a:lnTo>
                  <a:pt x="27095" y="5670"/>
                </a:lnTo>
                <a:cubicBezTo>
                  <a:pt x="27226" y="5816"/>
                  <a:pt x="27328" y="5947"/>
                  <a:pt x="27430" y="6064"/>
                </a:cubicBezTo>
                <a:cubicBezTo>
                  <a:pt x="27270" y="6195"/>
                  <a:pt x="27095" y="6341"/>
                  <a:pt x="26920" y="6516"/>
                </a:cubicBezTo>
                <a:cubicBezTo>
                  <a:pt x="26468" y="5773"/>
                  <a:pt x="26002" y="5248"/>
                  <a:pt x="26002" y="5248"/>
                </a:cubicBezTo>
                <a:lnTo>
                  <a:pt x="26002" y="5248"/>
                </a:lnTo>
                <a:cubicBezTo>
                  <a:pt x="26293" y="5758"/>
                  <a:pt x="26497" y="6297"/>
                  <a:pt x="26643" y="6822"/>
                </a:cubicBezTo>
                <a:cubicBezTo>
                  <a:pt x="26468" y="7011"/>
                  <a:pt x="26322" y="7230"/>
                  <a:pt x="26191" y="7478"/>
                </a:cubicBezTo>
                <a:cubicBezTo>
                  <a:pt x="25346" y="5744"/>
                  <a:pt x="23947" y="4286"/>
                  <a:pt x="23947" y="4286"/>
                </a:cubicBezTo>
                <a:lnTo>
                  <a:pt x="23947" y="4286"/>
                </a:lnTo>
                <a:cubicBezTo>
                  <a:pt x="24909" y="5714"/>
                  <a:pt x="25521" y="7405"/>
                  <a:pt x="25841" y="8454"/>
                </a:cubicBezTo>
                <a:cubicBezTo>
                  <a:pt x="25827" y="8498"/>
                  <a:pt x="25812" y="8556"/>
                  <a:pt x="25798" y="8600"/>
                </a:cubicBezTo>
                <a:cubicBezTo>
                  <a:pt x="25754" y="8571"/>
                  <a:pt x="25696" y="8527"/>
                  <a:pt x="25652" y="8498"/>
                </a:cubicBezTo>
                <a:cubicBezTo>
                  <a:pt x="25564" y="8396"/>
                  <a:pt x="25477" y="8294"/>
                  <a:pt x="25404" y="8177"/>
                </a:cubicBezTo>
                <a:cubicBezTo>
                  <a:pt x="25448" y="8119"/>
                  <a:pt x="25477" y="8046"/>
                  <a:pt x="25521" y="7973"/>
                </a:cubicBezTo>
                <a:lnTo>
                  <a:pt x="25521" y="7973"/>
                </a:lnTo>
                <a:cubicBezTo>
                  <a:pt x="25521" y="7973"/>
                  <a:pt x="25462" y="8032"/>
                  <a:pt x="25375" y="8119"/>
                </a:cubicBezTo>
                <a:cubicBezTo>
                  <a:pt x="25127" y="7725"/>
                  <a:pt x="24967" y="7274"/>
                  <a:pt x="24748" y="6472"/>
                </a:cubicBezTo>
                <a:lnTo>
                  <a:pt x="24748" y="6472"/>
                </a:lnTo>
                <a:cubicBezTo>
                  <a:pt x="24748" y="6472"/>
                  <a:pt x="24603" y="7245"/>
                  <a:pt x="24967" y="8134"/>
                </a:cubicBezTo>
                <a:cubicBezTo>
                  <a:pt x="24792" y="8061"/>
                  <a:pt x="24661" y="8017"/>
                  <a:pt x="24661" y="8017"/>
                </a:cubicBezTo>
                <a:lnTo>
                  <a:pt x="24661" y="8017"/>
                </a:lnTo>
                <a:cubicBezTo>
                  <a:pt x="24807" y="8119"/>
                  <a:pt x="24923" y="8206"/>
                  <a:pt x="25040" y="8279"/>
                </a:cubicBezTo>
                <a:cubicBezTo>
                  <a:pt x="25054" y="8338"/>
                  <a:pt x="25083" y="8381"/>
                  <a:pt x="25113" y="8440"/>
                </a:cubicBezTo>
                <a:cubicBezTo>
                  <a:pt x="25011" y="8571"/>
                  <a:pt x="24909" y="8746"/>
                  <a:pt x="24807" y="8935"/>
                </a:cubicBezTo>
                <a:cubicBezTo>
                  <a:pt x="24734" y="8687"/>
                  <a:pt x="24690" y="8425"/>
                  <a:pt x="24661" y="8177"/>
                </a:cubicBezTo>
                <a:cubicBezTo>
                  <a:pt x="24661" y="8177"/>
                  <a:pt x="24617" y="8440"/>
                  <a:pt x="24617" y="8848"/>
                </a:cubicBezTo>
                <a:cubicBezTo>
                  <a:pt x="24515" y="8411"/>
                  <a:pt x="24384" y="8148"/>
                  <a:pt x="24384" y="8148"/>
                </a:cubicBezTo>
                <a:lnTo>
                  <a:pt x="24384" y="8148"/>
                </a:lnTo>
                <a:cubicBezTo>
                  <a:pt x="24398" y="8469"/>
                  <a:pt x="24398" y="8746"/>
                  <a:pt x="24398" y="8979"/>
                </a:cubicBezTo>
                <a:cubicBezTo>
                  <a:pt x="24311" y="9066"/>
                  <a:pt x="24209" y="9197"/>
                  <a:pt x="24107" y="9343"/>
                </a:cubicBezTo>
                <a:cubicBezTo>
                  <a:pt x="23990" y="8265"/>
                  <a:pt x="24034" y="8046"/>
                  <a:pt x="24661" y="6836"/>
                </a:cubicBezTo>
                <a:lnTo>
                  <a:pt x="24661" y="6836"/>
                </a:lnTo>
                <a:cubicBezTo>
                  <a:pt x="24661" y="6837"/>
                  <a:pt x="24311" y="7157"/>
                  <a:pt x="24034" y="7653"/>
                </a:cubicBezTo>
                <a:cubicBezTo>
                  <a:pt x="24136" y="6953"/>
                  <a:pt x="24282" y="6224"/>
                  <a:pt x="24500" y="5525"/>
                </a:cubicBezTo>
                <a:lnTo>
                  <a:pt x="24500" y="5525"/>
                </a:lnTo>
                <a:cubicBezTo>
                  <a:pt x="24500" y="5525"/>
                  <a:pt x="23451" y="7449"/>
                  <a:pt x="23101" y="9562"/>
                </a:cubicBezTo>
                <a:cubicBezTo>
                  <a:pt x="23043" y="9314"/>
                  <a:pt x="22985" y="9052"/>
                  <a:pt x="22970" y="8804"/>
                </a:cubicBezTo>
                <a:cubicBezTo>
                  <a:pt x="22970" y="8804"/>
                  <a:pt x="22926" y="9023"/>
                  <a:pt x="22926" y="9372"/>
                </a:cubicBezTo>
                <a:cubicBezTo>
                  <a:pt x="22752" y="9197"/>
                  <a:pt x="22562" y="9037"/>
                  <a:pt x="22373" y="8906"/>
                </a:cubicBezTo>
                <a:cubicBezTo>
                  <a:pt x="22358" y="8294"/>
                  <a:pt x="22402" y="7638"/>
                  <a:pt x="22533" y="7026"/>
                </a:cubicBezTo>
                <a:lnTo>
                  <a:pt x="22533" y="7026"/>
                </a:lnTo>
                <a:cubicBezTo>
                  <a:pt x="22533" y="7026"/>
                  <a:pt x="22198" y="7696"/>
                  <a:pt x="21950" y="8614"/>
                </a:cubicBezTo>
                <a:cubicBezTo>
                  <a:pt x="21702" y="8454"/>
                  <a:pt x="21454" y="8323"/>
                  <a:pt x="21221" y="8206"/>
                </a:cubicBezTo>
                <a:cubicBezTo>
                  <a:pt x="21294" y="8061"/>
                  <a:pt x="21367" y="7900"/>
                  <a:pt x="21454" y="7711"/>
                </a:cubicBezTo>
                <a:lnTo>
                  <a:pt x="21454" y="7711"/>
                </a:lnTo>
                <a:cubicBezTo>
                  <a:pt x="21454" y="7711"/>
                  <a:pt x="21279" y="7871"/>
                  <a:pt x="21075" y="8148"/>
                </a:cubicBezTo>
                <a:cubicBezTo>
                  <a:pt x="20536" y="7900"/>
                  <a:pt x="20143" y="7798"/>
                  <a:pt x="20143" y="7798"/>
                </a:cubicBezTo>
                <a:lnTo>
                  <a:pt x="20143" y="7798"/>
                </a:lnTo>
                <a:cubicBezTo>
                  <a:pt x="20449" y="7988"/>
                  <a:pt x="20711" y="8148"/>
                  <a:pt x="20944" y="8294"/>
                </a:cubicBezTo>
                <a:cubicBezTo>
                  <a:pt x="20784" y="8527"/>
                  <a:pt x="20609" y="8804"/>
                  <a:pt x="20463" y="9139"/>
                </a:cubicBezTo>
                <a:cubicBezTo>
                  <a:pt x="20332" y="8760"/>
                  <a:pt x="20216" y="8396"/>
                  <a:pt x="20157" y="8017"/>
                </a:cubicBezTo>
                <a:lnTo>
                  <a:pt x="20157" y="8017"/>
                </a:lnTo>
                <a:cubicBezTo>
                  <a:pt x="20157" y="8017"/>
                  <a:pt x="20084" y="8775"/>
                  <a:pt x="20245" y="9737"/>
                </a:cubicBezTo>
                <a:cubicBezTo>
                  <a:pt x="20186" y="9941"/>
                  <a:pt x="20157" y="10159"/>
                  <a:pt x="20143" y="10378"/>
                </a:cubicBezTo>
                <a:cubicBezTo>
                  <a:pt x="19997" y="10407"/>
                  <a:pt x="19851" y="10436"/>
                  <a:pt x="19720" y="10465"/>
                </a:cubicBezTo>
                <a:cubicBezTo>
                  <a:pt x="19647" y="10349"/>
                  <a:pt x="19589" y="10247"/>
                  <a:pt x="19531" y="10130"/>
                </a:cubicBezTo>
                <a:cubicBezTo>
                  <a:pt x="19662" y="9810"/>
                  <a:pt x="19822" y="9445"/>
                  <a:pt x="20055" y="8964"/>
                </a:cubicBezTo>
                <a:lnTo>
                  <a:pt x="20055" y="8964"/>
                </a:lnTo>
                <a:cubicBezTo>
                  <a:pt x="20055" y="8964"/>
                  <a:pt x="19764" y="9227"/>
                  <a:pt x="19472" y="9664"/>
                </a:cubicBezTo>
                <a:cubicBezTo>
                  <a:pt x="19531" y="8964"/>
                  <a:pt x="19414" y="8338"/>
                  <a:pt x="19297" y="7900"/>
                </a:cubicBezTo>
                <a:cubicBezTo>
                  <a:pt x="19385" y="7419"/>
                  <a:pt x="19603" y="6909"/>
                  <a:pt x="19997" y="6079"/>
                </a:cubicBezTo>
                <a:lnTo>
                  <a:pt x="19997" y="6079"/>
                </a:lnTo>
                <a:cubicBezTo>
                  <a:pt x="19997" y="6079"/>
                  <a:pt x="19487" y="6560"/>
                  <a:pt x="19093" y="7317"/>
                </a:cubicBezTo>
                <a:cubicBezTo>
                  <a:pt x="19064" y="7274"/>
                  <a:pt x="19064" y="7244"/>
                  <a:pt x="19064" y="7244"/>
                </a:cubicBezTo>
                <a:cubicBezTo>
                  <a:pt x="19064" y="7303"/>
                  <a:pt x="19064" y="7347"/>
                  <a:pt x="19064" y="7390"/>
                </a:cubicBezTo>
                <a:cubicBezTo>
                  <a:pt x="18729" y="8061"/>
                  <a:pt x="18525" y="8950"/>
                  <a:pt x="18846" y="9912"/>
                </a:cubicBezTo>
                <a:cubicBezTo>
                  <a:pt x="18758" y="10174"/>
                  <a:pt x="18641" y="10422"/>
                  <a:pt x="18481" y="10713"/>
                </a:cubicBezTo>
                <a:lnTo>
                  <a:pt x="18467" y="10713"/>
                </a:lnTo>
                <a:cubicBezTo>
                  <a:pt x="18437" y="10655"/>
                  <a:pt x="18423" y="10597"/>
                  <a:pt x="18408" y="10538"/>
                </a:cubicBezTo>
                <a:cubicBezTo>
                  <a:pt x="18379" y="9008"/>
                  <a:pt x="18452" y="6355"/>
                  <a:pt x="19195" y="4009"/>
                </a:cubicBezTo>
                <a:lnTo>
                  <a:pt x="19195" y="4009"/>
                </a:lnTo>
                <a:cubicBezTo>
                  <a:pt x="19195" y="4009"/>
                  <a:pt x="17898" y="6385"/>
                  <a:pt x="17476" y="9008"/>
                </a:cubicBezTo>
                <a:cubicBezTo>
                  <a:pt x="17199" y="8702"/>
                  <a:pt x="16893" y="8425"/>
                  <a:pt x="16572" y="8192"/>
                </a:cubicBezTo>
                <a:cubicBezTo>
                  <a:pt x="16543" y="7434"/>
                  <a:pt x="16586" y="6632"/>
                  <a:pt x="16761" y="5860"/>
                </a:cubicBezTo>
                <a:lnTo>
                  <a:pt x="16761" y="5860"/>
                </a:lnTo>
                <a:cubicBezTo>
                  <a:pt x="16761" y="5860"/>
                  <a:pt x="16339" y="6691"/>
                  <a:pt x="16047" y="7827"/>
                </a:cubicBezTo>
                <a:cubicBezTo>
                  <a:pt x="15727" y="7638"/>
                  <a:pt x="15420" y="7478"/>
                  <a:pt x="15129" y="7332"/>
                </a:cubicBezTo>
                <a:cubicBezTo>
                  <a:pt x="15216" y="7142"/>
                  <a:pt x="15318" y="6938"/>
                  <a:pt x="15420" y="6720"/>
                </a:cubicBezTo>
                <a:lnTo>
                  <a:pt x="15420" y="6720"/>
                </a:lnTo>
                <a:cubicBezTo>
                  <a:pt x="15420" y="6720"/>
                  <a:pt x="15216" y="6909"/>
                  <a:pt x="14940" y="7244"/>
                </a:cubicBezTo>
                <a:cubicBezTo>
                  <a:pt x="14284" y="6953"/>
                  <a:pt x="13788" y="6822"/>
                  <a:pt x="13788" y="6822"/>
                </a:cubicBezTo>
                <a:lnTo>
                  <a:pt x="13788" y="6822"/>
                </a:lnTo>
                <a:cubicBezTo>
                  <a:pt x="14182" y="7055"/>
                  <a:pt x="14502" y="7259"/>
                  <a:pt x="14794" y="7449"/>
                </a:cubicBezTo>
                <a:cubicBezTo>
                  <a:pt x="14590" y="7725"/>
                  <a:pt x="14371" y="8075"/>
                  <a:pt x="14182" y="8469"/>
                </a:cubicBezTo>
                <a:cubicBezTo>
                  <a:pt x="14080" y="8177"/>
                  <a:pt x="13978" y="7857"/>
                  <a:pt x="13905" y="7551"/>
                </a:cubicBezTo>
                <a:cubicBezTo>
                  <a:pt x="13919" y="7507"/>
                  <a:pt x="13934" y="7449"/>
                  <a:pt x="13948" y="7405"/>
                </a:cubicBezTo>
                <a:lnTo>
                  <a:pt x="13948" y="7405"/>
                </a:lnTo>
                <a:cubicBezTo>
                  <a:pt x="13948" y="7406"/>
                  <a:pt x="13933" y="7449"/>
                  <a:pt x="13890" y="7507"/>
                </a:cubicBezTo>
                <a:cubicBezTo>
                  <a:pt x="13861" y="7376"/>
                  <a:pt x="13832" y="7230"/>
                  <a:pt x="13803" y="7099"/>
                </a:cubicBezTo>
                <a:cubicBezTo>
                  <a:pt x="13803" y="7099"/>
                  <a:pt x="13774" y="7332"/>
                  <a:pt x="13788" y="7725"/>
                </a:cubicBezTo>
                <a:cubicBezTo>
                  <a:pt x="13686" y="7915"/>
                  <a:pt x="13555" y="8206"/>
                  <a:pt x="13409" y="8556"/>
                </a:cubicBezTo>
                <a:cubicBezTo>
                  <a:pt x="13263" y="8717"/>
                  <a:pt x="13089" y="8935"/>
                  <a:pt x="12899" y="9212"/>
                </a:cubicBezTo>
                <a:cubicBezTo>
                  <a:pt x="12506" y="7288"/>
                  <a:pt x="12564" y="6880"/>
                  <a:pt x="13613" y="4679"/>
                </a:cubicBezTo>
                <a:lnTo>
                  <a:pt x="13613" y="4679"/>
                </a:lnTo>
                <a:cubicBezTo>
                  <a:pt x="13613" y="4680"/>
                  <a:pt x="10932" y="7157"/>
                  <a:pt x="12433" y="10043"/>
                </a:cubicBezTo>
                <a:cubicBezTo>
                  <a:pt x="12404" y="10116"/>
                  <a:pt x="12374" y="10203"/>
                  <a:pt x="12331" y="10276"/>
                </a:cubicBezTo>
                <a:cubicBezTo>
                  <a:pt x="12154" y="9869"/>
                  <a:pt x="11940" y="9588"/>
                  <a:pt x="11888" y="9516"/>
                </a:cubicBezTo>
                <a:lnTo>
                  <a:pt x="11888" y="9516"/>
                </a:lnTo>
                <a:cubicBezTo>
                  <a:pt x="12043" y="9997"/>
                  <a:pt x="12157" y="10340"/>
                  <a:pt x="12214" y="10640"/>
                </a:cubicBezTo>
                <a:cubicBezTo>
                  <a:pt x="12170" y="10757"/>
                  <a:pt x="12141" y="10874"/>
                  <a:pt x="12127" y="10990"/>
                </a:cubicBezTo>
                <a:cubicBezTo>
                  <a:pt x="12039" y="10917"/>
                  <a:pt x="11952" y="10844"/>
                  <a:pt x="11879" y="10786"/>
                </a:cubicBezTo>
                <a:cubicBezTo>
                  <a:pt x="11864" y="10728"/>
                  <a:pt x="11850" y="10670"/>
                  <a:pt x="11821" y="10611"/>
                </a:cubicBezTo>
                <a:cubicBezTo>
                  <a:pt x="11821" y="10247"/>
                  <a:pt x="11835" y="9868"/>
                  <a:pt x="11879" y="9489"/>
                </a:cubicBezTo>
                <a:cubicBezTo>
                  <a:pt x="11879" y="9490"/>
                  <a:pt x="11880" y="9492"/>
                  <a:pt x="11880" y="9493"/>
                </a:cubicBezTo>
                <a:lnTo>
                  <a:pt x="11880" y="9493"/>
                </a:lnTo>
                <a:cubicBezTo>
                  <a:pt x="11909" y="9293"/>
                  <a:pt x="11938" y="9092"/>
                  <a:pt x="11981" y="8891"/>
                </a:cubicBezTo>
                <a:lnTo>
                  <a:pt x="11981" y="8891"/>
                </a:lnTo>
                <a:cubicBezTo>
                  <a:pt x="11981" y="8892"/>
                  <a:pt x="11806" y="9241"/>
                  <a:pt x="11617" y="9780"/>
                </a:cubicBezTo>
                <a:cubicBezTo>
                  <a:pt x="11456" y="9037"/>
                  <a:pt x="11340" y="8236"/>
                  <a:pt x="11340" y="7463"/>
                </a:cubicBezTo>
                <a:cubicBezTo>
                  <a:pt x="11340" y="7463"/>
                  <a:pt x="11092" y="8760"/>
                  <a:pt x="11223" y="10232"/>
                </a:cubicBezTo>
                <a:cubicBezTo>
                  <a:pt x="10961" y="9606"/>
                  <a:pt x="10742" y="8935"/>
                  <a:pt x="10611" y="8279"/>
                </a:cubicBezTo>
                <a:lnTo>
                  <a:pt x="10611" y="8279"/>
                </a:lnTo>
                <a:cubicBezTo>
                  <a:pt x="10611" y="8279"/>
                  <a:pt x="10567" y="8921"/>
                  <a:pt x="10655" y="9839"/>
                </a:cubicBezTo>
                <a:cubicBezTo>
                  <a:pt x="10611" y="9897"/>
                  <a:pt x="10567" y="9955"/>
                  <a:pt x="10509" y="10014"/>
                </a:cubicBezTo>
                <a:cubicBezTo>
                  <a:pt x="10509" y="10014"/>
                  <a:pt x="10494" y="9999"/>
                  <a:pt x="10494" y="9999"/>
                </a:cubicBezTo>
                <a:cubicBezTo>
                  <a:pt x="10392" y="9635"/>
                  <a:pt x="10305" y="9270"/>
                  <a:pt x="10276" y="8891"/>
                </a:cubicBezTo>
                <a:cubicBezTo>
                  <a:pt x="10276" y="8891"/>
                  <a:pt x="10217" y="9299"/>
                  <a:pt x="10217" y="9882"/>
                </a:cubicBezTo>
                <a:cubicBezTo>
                  <a:pt x="9955" y="9780"/>
                  <a:pt x="9736" y="9708"/>
                  <a:pt x="9649" y="9678"/>
                </a:cubicBezTo>
                <a:lnTo>
                  <a:pt x="9649" y="9678"/>
                </a:lnTo>
                <a:cubicBezTo>
                  <a:pt x="9868" y="9810"/>
                  <a:pt x="10057" y="9926"/>
                  <a:pt x="10232" y="10043"/>
                </a:cubicBezTo>
                <a:cubicBezTo>
                  <a:pt x="10232" y="10087"/>
                  <a:pt x="10232" y="10130"/>
                  <a:pt x="10232" y="10189"/>
                </a:cubicBezTo>
                <a:cubicBezTo>
                  <a:pt x="10028" y="10101"/>
                  <a:pt x="9809" y="10028"/>
                  <a:pt x="9620" y="9984"/>
                </a:cubicBezTo>
                <a:cubicBezTo>
                  <a:pt x="9620" y="9970"/>
                  <a:pt x="9620" y="9955"/>
                  <a:pt x="9620" y="9941"/>
                </a:cubicBezTo>
                <a:cubicBezTo>
                  <a:pt x="9620" y="9868"/>
                  <a:pt x="9634" y="9780"/>
                  <a:pt x="9649" y="9678"/>
                </a:cubicBezTo>
                <a:cubicBezTo>
                  <a:pt x="9649" y="9649"/>
                  <a:pt x="9664" y="9620"/>
                  <a:pt x="9664" y="9576"/>
                </a:cubicBezTo>
                <a:lnTo>
                  <a:pt x="9664" y="9576"/>
                </a:lnTo>
                <a:cubicBezTo>
                  <a:pt x="9663" y="9576"/>
                  <a:pt x="9634" y="9606"/>
                  <a:pt x="9605" y="9678"/>
                </a:cubicBezTo>
                <a:cubicBezTo>
                  <a:pt x="9576" y="9737"/>
                  <a:pt x="9532" y="9839"/>
                  <a:pt x="9489" y="9955"/>
                </a:cubicBezTo>
                <a:cubicBezTo>
                  <a:pt x="9051" y="9853"/>
                  <a:pt x="8745" y="9824"/>
                  <a:pt x="8745" y="9824"/>
                </a:cubicBezTo>
                <a:lnTo>
                  <a:pt x="8745" y="9824"/>
                </a:lnTo>
                <a:cubicBezTo>
                  <a:pt x="9008" y="9926"/>
                  <a:pt x="9241" y="10014"/>
                  <a:pt x="9430" y="10101"/>
                </a:cubicBezTo>
                <a:cubicBezTo>
                  <a:pt x="9372" y="10291"/>
                  <a:pt x="9314" y="10538"/>
                  <a:pt x="9285" y="10815"/>
                </a:cubicBezTo>
                <a:cubicBezTo>
                  <a:pt x="9095" y="10553"/>
                  <a:pt x="8935" y="10276"/>
                  <a:pt x="8804" y="9984"/>
                </a:cubicBezTo>
                <a:lnTo>
                  <a:pt x="8804" y="9984"/>
                </a:lnTo>
                <a:cubicBezTo>
                  <a:pt x="8804" y="9985"/>
                  <a:pt x="8906" y="10495"/>
                  <a:pt x="9197" y="11165"/>
                </a:cubicBezTo>
                <a:cubicBezTo>
                  <a:pt x="9095" y="11282"/>
                  <a:pt x="8993" y="11427"/>
                  <a:pt x="8876" y="11602"/>
                </a:cubicBezTo>
                <a:cubicBezTo>
                  <a:pt x="8862" y="11573"/>
                  <a:pt x="8862" y="11559"/>
                  <a:pt x="8862" y="11529"/>
                </a:cubicBezTo>
                <a:cubicBezTo>
                  <a:pt x="8876" y="11311"/>
                  <a:pt x="8906" y="11048"/>
                  <a:pt x="8949" y="10742"/>
                </a:cubicBezTo>
                <a:lnTo>
                  <a:pt x="8949" y="10742"/>
                </a:lnTo>
                <a:cubicBezTo>
                  <a:pt x="8949" y="10742"/>
                  <a:pt x="8862" y="10874"/>
                  <a:pt x="8774" y="11107"/>
                </a:cubicBezTo>
                <a:cubicBezTo>
                  <a:pt x="8585" y="9941"/>
                  <a:pt x="8702" y="9518"/>
                  <a:pt x="9445" y="7944"/>
                </a:cubicBezTo>
                <a:lnTo>
                  <a:pt x="9445" y="7944"/>
                </a:lnTo>
                <a:cubicBezTo>
                  <a:pt x="9445" y="7944"/>
                  <a:pt x="8483" y="8833"/>
                  <a:pt x="8206" y="10101"/>
                </a:cubicBezTo>
                <a:cubicBezTo>
                  <a:pt x="8191" y="10072"/>
                  <a:pt x="8162" y="10043"/>
                  <a:pt x="8148" y="10014"/>
                </a:cubicBezTo>
                <a:cubicBezTo>
                  <a:pt x="8104" y="9635"/>
                  <a:pt x="8148" y="9212"/>
                  <a:pt x="8235" y="8512"/>
                </a:cubicBezTo>
                <a:lnTo>
                  <a:pt x="8235" y="8512"/>
                </a:lnTo>
                <a:cubicBezTo>
                  <a:pt x="8235" y="8513"/>
                  <a:pt x="7973" y="8950"/>
                  <a:pt x="7871" y="9606"/>
                </a:cubicBezTo>
                <a:cubicBezTo>
                  <a:pt x="7842" y="9562"/>
                  <a:pt x="7827" y="9547"/>
                  <a:pt x="7827" y="9547"/>
                </a:cubicBezTo>
                <a:lnTo>
                  <a:pt x="7827" y="9547"/>
                </a:lnTo>
                <a:cubicBezTo>
                  <a:pt x="7842" y="9591"/>
                  <a:pt x="7856" y="9620"/>
                  <a:pt x="7871" y="9649"/>
                </a:cubicBezTo>
                <a:cubicBezTo>
                  <a:pt x="7798" y="10189"/>
                  <a:pt x="7827" y="10830"/>
                  <a:pt x="8206" y="11486"/>
                </a:cubicBezTo>
                <a:cubicBezTo>
                  <a:pt x="8235" y="11588"/>
                  <a:pt x="8264" y="11690"/>
                  <a:pt x="8293" y="11792"/>
                </a:cubicBezTo>
                <a:cubicBezTo>
                  <a:pt x="8279" y="11952"/>
                  <a:pt x="8264" y="12127"/>
                  <a:pt x="8221" y="12316"/>
                </a:cubicBezTo>
                <a:cubicBezTo>
                  <a:pt x="8191" y="12273"/>
                  <a:pt x="8162" y="12229"/>
                  <a:pt x="8133" y="12185"/>
                </a:cubicBezTo>
                <a:cubicBezTo>
                  <a:pt x="7754" y="11005"/>
                  <a:pt x="7186" y="8935"/>
                  <a:pt x="7171" y="7011"/>
                </a:cubicBezTo>
                <a:cubicBezTo>
                  <a:pt x="7171" y="7011"/>
                  <a:pt x="6795" y="9020"/>
                  <a:pt x="7095" y="11110"/>
                </a:cubicBezTo>
                <a:lnTo>
                  <a:pt x="7095" y="11110"/>
                </a:lnTo>
                <a:cubicBezTo>
                  <a:pt x="7068" y="11025"/>
                  <a:pt x="7054" y="10928"/>
                  <a:pt x="7040" y="10844"/>
                </a:cubicBezTo>
                <a:cubicBezTo>
                  <a:pt x="7040" y="10844"/>
                  <a:pt x="7026" y="10932"/>
                  <a:pt x="7026" y="11078"/>
                </a:cubicBezTo>
                <a:cubicBezTo>
                  <a:pt x="6778" y="10903"/>
                  <a:pt x="6515" y="10757"/>
                  <a:pt x="6268" y="10626"/>
                </a:cubicBezTo>
                <a:cubicBezTo>
                  <a:pt x="6064" y="10043"/>
                  <a:pt x="5903" y="9416"/>
                  <a:pt x="5845" y="8789"/>
                </a:cubicBezTo>
                <a:cubicBezTo>
                  <a:pt x="5845" y="8789"/>
                  <a:pt x="5743" y="9489"/>
                  <a:pt x="5801" y="10422"/>
                </a:cubicBezTo>
                <a:cubicBezTo>
                  <a:pt x="5524" y="10320"/>
                  <a:pt x="5262" y="10232"/>
                  <a:pt x="5029" y="10159"/>
                </a:cubicBezTo>
                <a:cubicBezTo>
                  <a:pt x="5043" y="9999"/>
                  <a:pt x="5058" y="9839"/>
                  <a:pt x="5087" y="9649"/>
                </a:cubicBezTo>
                <a:lnTo>
                  <a:pt x="5087" y="9649"/>
                </a:lnTo>
                <a:cubicBezTo>
                  <a:pt x="5087" y="9649"/>
                  <a:pt x="4985" y="9824"/>
                  <a:pt x="4868" y="10116"/>
                </a:cubicBezTo>
                <a:cubicBezTo>
                  <a:pt x="4329" y="9985"/>
                  <a:pt x="3950" y="9955"/>
                  <a:pt x="3950" y="9955"/>
                </a:cubicBezTo>
                <a:lnTo>
                  <a:pt x="3950" y="9955"/>
                </a:lnTo>
                <a:cubicBezTo>
                  <a:pt x="4271" y="10072"/>
                  <a:pt x="4562" y="10189"/>
                  <a:pt x="4810" y="10291"/>
                </a:cubicBezTo>
                <a:cubicBezTo>
                  <a:pt x="4723" y="10538"/>
                  <a:pt x="4650" y="10844"/>
                  <a:pt x="4621" y="11180"/>
                </a:cubicBezTo>
                <a:cubicBezTo>
                  <a:pt x="4460" y="10961"/>
                  <a:pt x="4329" y="10728"/>
                  <a:pt x="4198" y="10509"/>
                </a:cubicBezTo>
                <a:cubicBezTo>
                  <a:pt x="4198" y="10465"/>
                  <a:pt x="4198" y="10422"/>
                  <a:pt x="4198" y="10378"/>
                </a:cubicBezTo>
                <a:cubicBezTo>
                  <a:pt x="4198" y="10378"/>
                  <a:pt x="4183" y="10422"/>
                  <a:pt x="4183" y="10465"/>
                </a:cubicBezTo>
                <a:cubicBezTo>
                  <a:pt x="4125" y="10363"/>
                  <a:pt x="4067" y="10261"/>
                  <a:pt x="4023" y="10159"/>
                </a:cubicBezTo>
                <a:lnTo>
                  <a:pt x="4023" y="10159"/>
                </a:lnTo>
                <a:cubicBezTo>
                  <a:pt x="4023" y="10160"/>
                  <a:pt x="4052" y="10349"/>
                  <a:pt x="4154" y="10655"/>
                </a:cubicBezTo>
                <a:cubicBezTo>
                  <a:pt x="4125" y="10815"/>
                  <a:pt x="4096" y="11048"/>
                  <a:pt x="4081" y="11340"/>
                </a:cubicBezTo>
                <a:cubicBezTo>
                  <a:pt x="4009" y="11486"/>
                  <a:pt x="3936" y="11690"/>
                  <a:pt x="3863" y="11937"/>
                </a:cubicBezTo>
                <a:cubicBezTo>
                  <a:pt x="3134" y="10495"/>
                  <a:pt x="3076" y="10174"/>
                  <a:pt x="3324" y="8323"/>
                </a:cubicBezTo>
                <a:lnTo>
                  <a:pt x="3324" y="8323"/>
                </a:lnTo>
                <a:cubicBezTo>
                  <a:pt x="3323" y="8323"/>
                  <a:pt x="1968" y="10611"/>
                  <a:pt x="3732" y="12637"/>
                </a:cubicBezTo>
                <a:cubicBezTo>
                  <a:pt x="3702" y="12885"/>
                  <a:pt x="3702" y="13147"/>
                  <a:pt x="3732" y="13424"/>
                </a:cubicBezTo>
                <a:cubicBezTo>
                  <a:pt x="3644" y="13380"/>
                  <a:pt x="3557" y="13337"/>
                  <a:pt x="3455" y="13293"/>
                </a:cubicBezTo>
                <a:cubicBezTo>
                  <a:pt x="3309" y="12812"/>
                  <a:pt x="3178" y="12316"/>
                  <a:pt x="3134" y="11821"/>
                </a:cubicBezTo>
                <a:cubicBezTo>
                  <a:pt x="3134" y="11821"/>
                  <a:pt x="3047" y="12375"/>
                  <a:pt x="3090" y="13133"/>
                </a:cubicBezTo>
                <a:cubicBezTo>
                  <a:pt x="3061" y="13118"/>
                  <a:pt x="3032" y="13103"/>
                  <a:pt x="3003" y="13089"/>
                </a:cubicBezTo>
                <a:cubicBezTo>
                  <a:pt x="2624" y="12608"/>
                  <a:pt x="2274" y="12069"/>
                  <a:pt x="1997" y="11529"/>
                </a:cubicBezTo>
                <a:lnTo>
                  <a:pt x="1997" y="11529"/>
                </a:lnTo>
                <a:cubicBezTo>
                  <a:pt x="1997" y="11530"/>
                  <a:pt x="2114" y="12040"/>
                  <a:pt x="2405" y="12739"/>
                </a:cubicBezTo>
                <a:cubicBezTo>
                  <a:pt x="2376" y="12783"/>
                  <a:pt x="2362" y="12827"/>
                  <a:pt x="2347" y="12885"/>
                </a:cubicBezTo>
                <a:cubicBezTo>
                  <a:pt x="1895" y="12768"/>
                  <a:pt x="1589" y="12754"/>
                  <a:pt x="1589" y="12754"/>
                </a:cubicBezTo>
                <a:lnTo>
                  <a:pt x="1589" y="12754"/>
                </a:lnTo>
                <a:cubicBezTo>
                  <a:pt x="1866" y="12856"/>
                  <a:pt x="2085" y="12943"/>
                  <a:pt x="2289" y="13031"/>
                </a:cubicBezTo>
                <a:cubicBezTo>
                  <a:pt x="2230" y="13220"/>
                  <a:pt x="2158" y="13468"/>
                  <a:pt x="2128" y="13730"/>
                </a:cubicBezTo>
                <a:cubicBezTo>
                  <a:pt x="1954" y="13468"/>
                  <a:pt x="1793" y="13191"/>
                  <a:pt x="1647" y="12914"/>
                </a:cubicBezTo>
                <a:lnTo>
                  <a:pt x="1647" y="12914"/>
                </a:lnTo>
                <a:cubicBezTo>
                  <a:pt x="1648" y="12914"/>
                  <a:pt x="1779" y="13512"/>
                  <a:pt x="2128" y="14240"/>
                </a:cubicBezTo>
                <a:cubicBezTo>
                  <a:pt x="2143" y="14546"/>
                  <a:pt x="2201" y="14867"/>
                  <a:pt x="2347" y="15202"/>
                </a:cubicBezTo>
                <a:cubicBezTo>
                  <a:pt x="2099" y="15042"/>
                  <a:pt x="1866" y="14852"/>
                  <a:pt x="1706" y="14634"/>
                </a:cubicBezTo>
                <a:cubicBezTo>
                  <a:pt x="1720" y="14371"/>
                  <a:pt x="1749" y="14065"/>
                  <a:pt x="1808" y="13672"/>
                </a:cubicBezTo>
                <a:lnTo>
                  <a:pt x="1808" y="13672"/>
                </a:lnTo>
                <a:cubicBezTo>
                  <a:pt x="1808" y="13672"/>
                  <a:pt x="1647" y="13934"/>
                  <a:pt x="1531" y="14342"/>
                </a:cubicBezTo>
                <a:cubicBezTo>
                  <a:pt x="933" y="13176"/>
                  <a:pt x="904" y="12929"/>
                  <a:pt x="1094" y="11442"/>
                </a:cubicBezTo>
                <a:lnTo>
                  <a:pt x="1094" y="11442"/>
                </a:lnTo>
                <a:cubicBezTo>
                  <a:pt x="1093" y="11442"/>
                  <a:pt x="1" y="13278"/>
                  <a:pt x="1414" y="14911"/>
                </a:cubicBezTo>
                <a:cubicBezTo>
                  <a:pt x="1385" y="15202"/>
                  <a:pt x="1400" y="15523"/>
                  <a:pt x="1473" y="15873"/>
                </a:cubicBezTo>
                <a:lnTo>
                  <a:pt x="1473" y="15843"/>
                </a:lnTo>
                <a:lnTo>
                  <a:pt x="1910" y="15843"/>
                </a:lnTo>
                <a:cubicBezTo>
                  <a:pt x="1822" y="15610"/>
                  <a:pt x="1764" y="15406"/>
                  <a:pt x="1735" y="15202"/>
                </a:cubicBezTo>
                <a:lnTo>
                  <a:pt x="1735" y="15202"/>
                </a:lnTo>
                <a:cubicBezTo>
                  <a:pt x="1939" y="15392"/>
                  <a:pt x="2201" y="15581"/>
                  <a:pt x="2493" y="15756"/>
                </a:cubicBezTo>
                <a:cubicBezTo>
                  <a:pt x="2434" y="15785"/>
                  <a:pt x="2391" y="15814"/>
                  <a:pt x="2347" y="15843"/>
                </a:cubicBezTo>
                <a:lnTo>
                  <a:pt x="138416" y="15843"/>
                </a:lnTo>
                <a:cubicBezTo>
                  <a:pt x="138357" y="15814"/>
                  <a:pt x="138299" y="15785"/>
                  <a:pt x="138226" y="15741"/>
                </a:cubicBezTo>
                <a:cubicBezTo>
                  <a:pt x="138285" y="15610"/>
                  <a:pt x="138343" y="15465"/>
                  <a:pt x="138401" y="15319"/>
                </a:cubicBezTo>
                <a:cubicBezTo>
                  <a:pt x="138620" y="15115"/>
                  <a:pt x="138882" y="14925"/>
                  <a:pt x="139290" y="14692"/>
                </a:cubicBezTo>
                <a:cubicBezTo>
                  <a:pt x="139348" y="14867"/>
                  <a:pt x="139392" y="15027"/>
                  <a:pt x="139407" y="15173"/>
                </a:cubicBezTo>
                <a:cubicBezTo>
                  <a:pt x="139159" y="15377"/>
                  <a:pt x="138897" y="15596"/>
                  <a:pt x="138663" y="15843"/>
                </a:cubicBezTo>
                <a:lnTo>
                  <a:pt x="139217" y="15843"/>
                </a:lnTo>
                <a:cubicBezTo>
                  <a:pt x="139276" y="15771"/>
                  <a:pt x="139334" y="15683"/>
                  <a:pt x="139407" y="15596"/>
                </a:cubicBezTo>
                <a:lnTo>
                  <a:pt x="139407" y="15596"/>
                </a:lnTo>
                <a:cubicBezTo>
                  <a:pt x="139407" y="15683"/>
                  <a:pt x="139378" y="15756"/>
                  <a:pt x="139363" y="15843"/>
                </a:cubicBezTo>
                <a:lnTo>
                  <a:pt x="140281" y="15843"/>
                </a:lnTo>
                <a:cubicBezTo>
                  <a:pt x="140879" y="15246"/>
                  <a:pt x="141651" y="14561"/>
                  <a:pt x="142497" y="13978"/>
                </a:cubicBezTo>
                <a:lnTo>
                  <a:pt x="142497" y="13978"/>
                </a:lnTo>
                <a:cubicBezTo>
                  <a:pt x="142496" y="13978"/>
                  <a:pt x="140981" y="14751"/>
                  <a:pt x="139742" y="15800"/>
                </a:cubicBezTo>
                <a:cubicBezTo>
                  <a:pt x="139757" y="15610"/>
                  <a:pt x="139727" y="15435"/>
                  <a:pt x="139698" y="15275"/>
                </a:cubicBezTo>
                <a:cubicBezTo>
                  <a:pt x="139990" y="14940"/>
                  <a:pt x="140340" y="14590"/>
                  <a:pt x="140718" y="14299"/>
                </a:cubicBezTo>
                <a:lnTo>
                  <a:pt x="140718" y="14299"/>
                </a:lnTo>
                <a:cubicBezTo>
                  <a:pt x="140718" y="14299"/>
                  <a:pt x="140208" y="14576"/>
                  <a:pt x="139625" y="15013"/>
                </a:cubicBezTo>
                <a:cubicBezTo>
                  <a:pt x="139567" y="14852"/>
                  <a:pt x="139509" y="14721"/>
                  <a:pt x="139451" y="14605"/>
                </a:cubicBezTo>
                <a:cubicBezTo>
                  <a:pt x="139567" y="14546"/>
                  <a:pt x="139684" y="14473"/>
                  <a:pt x="139815" y="14401"/>
                </a:cubicBezTo>
                <a:lnTo>
                  <a:pt x="139815" y="14401"/>
                </a:lnTo>
                <a:cubicBezTo>
                  <a:pt x="139815" y="14401"/>
                  <a:pt x="139654" y="14444"/>
                  <a:pt x="139407" y="14532"/>
                </a:cubicBezTo>
                <a:cubicBezTo>
                  <a:pt x="139247" y="14270"/>
                  <a:pt x="139101" y="14109"/>
                  <a:pt x="139101" y="14109"/>
                </a:cubicBezTo>
                <a:lnTo>
                  <a:pt x="139101" y="14109"/>
                </a:lnTo>
                <a:cubicBezTo>
                  <a:pt x="139174" y="14299"/>
                  <a:pt x="139217" y="14444"/>
                  <a:pt x="139261" y="14590"/>
                </a:cubicBezTo>
                <a:cubicBezTo>
                  <a:pt x="139072" y="14663"/>
                  <a:pt x="138838" y="14780"/>
                  <a:pt x="138591" y="14911"/>
                </a:cubicBezTo>
                <a:cubicBezTo>
                  <a:pt x="138707" y="14678"/>
                  <a:pt x="138838" y="14459"/>
                  <a:pt x="138999" y="14240"/>
                </a:cubicBezTo>
                <a:lnTo>
                  <a:pt x="138999" y="14240"/>
                </a:lnTo>
                <a:cubicBezTo>
                  <a:pt x="138998" y="14240"/>
                  <a:pt x="138590" y="14619"/>
                  <a:pt x="138168" y="15188"/>
                </a:cubicBezTo>
                <a:cubicBezTo>
                  <a:pt x="138037" y="15290"/>
                  <a:pt x="137906" y="15392"/>
                  <a:pt x="137774" y="15523"/>
                </a:cubicBezTo>
                <a:cubicBezTo>
                  <a:pt x="137702" y="15479"/>
                  <a:pt x="137629" y="15450"/>
                  <a:pt x="137541" y="15406"/>
                </a:cubicBezTo>
                <a:cubicBezTo>
                  <a:pt x="137556" y="15348"/>
                  <a:pt x="137585" y="15275"/>
                  <a:pt x="137614" y="15217"/>
                </a:cubicBezTo>
                <a:cubicBezTo>
                  <a:pt x="137833" y="15071"/>
                  <a:pt x="138110" y="14925"/>
                  <a:pt x="138459" y="14721"/>
                </a:cubicBezTo>
                <a:lnTo>
                  <a:pt x="138459" y="14721"/>
                </a:lnTo>
                <a:cubicBezTo>
                  <a:pt x="138459" y="14721"/>
                  <a:pt x="138153" y="14794"/>
                  <a:pt x="137760" y="14969"/>
                </a:cubicBezTo>
                <a:cubicBezTo>
                  <a:pt x="138372" y="14051"/>
                  <a:pt x="138561" y="13890"/>
                  <a:pt x="139888" y="13147"/>
                </a:cubicBezTo>
                <a:lnTo>
                  <a:pt x="139888" y="13147"/>
                </a:lnTo>
                <a:cubicBezTo>
                  <a:pt x="139887" y="13147"/>
                  <a:pt x="137774" y="13687"/>
                  <a:pt x="137235" y="15246"/>
                </a:cubicBezTo>
                <a:lnTo>
                  <a:pt x="137206" y="15246"/>
                </a:lnTo>
                <a:cubicBezTo>
                  <a:pt x="137046" y="15173"/>
                  <a:pt x="136871" y="15100"/>
                  <a:pt x="136681" y="15013"/>
                </a:cubicBezTo>
                <a:cubicBezTo>
                  <a:pt x="136812" y="14707"/>
                  <a:pt x="136987" y="14401"/>
                  <a:pt x="137191" y="14109"/>
                </a:cubicBezTo>
                <a:lnTo>
                  <a:pt x="137191" y="14109"/>
                </a:lnTo>
                <a:cubicBezTo>
                  <a:pt x="137191" y="14109"/>
                  <a:pt x="136842" y="14430"/>
                  <a:pt x="136463" y="14925"/>
                </a:cubicBezTo>
                <a:cubicBezTo>
                  <a:pt x="136404" y="14896"/>
                  <a:pt x="136346" y="14867"/>
                  <a:pt x="136273" y="14838"/>
                </a:cubicBezTo>
                <a:cubicBezTo>
                  <a:pt x="137118" y="13891"/>
                  <a:pt x="137323" y="12973"/>
                  <a:pt x="137323" y="12972"/>
                </a:cubicBezTo>
                <a:lnTo>
                  <a:pt x="137323" y="12972"/>
                </a:lnTo>
                <a:cubicBezTo>
                  <a:pt x="136710" y="13803"/>
                  <a:pt x="136332" y="14284"/>
                  <a:pt x="135880" y="14678"/>
                </a:cubicBezTo>
                <a:cubicBezTo>
                  <a:pt x="135763" y="14619"/>
                  <a:pt x="135632" y="14575"/>
                  <a:pt x="135501" y="14517"/>
                </a:cubicBezTo>
                <a:cubicBezTo>
                  <a:pt x="136244" y="13978"/>
                  <a:pt x="136550" y="13337"/>
                  <a:pt x="136638" y="13162"/>
                </a:cubicBezTo>
                <a:cubicBezTo>
                  <a:pt x="137031" y="12710"/>
                  <a:pt x="137468" y="12244"/>
                  <a:pt x="137949" y="11792"/>
                </a:cubicBezTo>
                <a:cubicBezTo>
                  <a:pt x="137978" y="11777"/>
                  <a:pt x="138008" y="11748"/>
                  <a:pt x="138037" y="11733"/>
                </a:cubicBezTo>
                <a:lnTo>
                  <a:pt x="138037" y="11733"/>
                </a:lnTo>
                <a:cubicBezTo>
                  <a:pt x="138035" y="11734"/>
                  <a:pt x="138007" y="11748"/>
                  <a:pt x="137978" y="11763"/>
                </a:cubicBezTo>
                <a:cubicBezTo>
                  <a:pt x="138372" y="11384"/>
                  <a:pt x="138780" y="11019"/>
                  <a:pt x="139217" y="10684"/>
                </a:cubicBezTo>
                <a:lnTo>
                  <a:pt x="139217" y="10684"/>
                </a:lnTo>
                <a:cubicBezTo>
                  <a:pt x="139217" y="10684"/>
                  <a:pt x="137643" y="11602"/>
                  <a:pt x="136098" y="12929"/>
                </a:cubicBezTo>
                <a:cubicBezTo>
                  <a:pt x="135821" y="13118"/>
                  <a:pt x="135545" y="13337"/>
                  <a:pt x="135282" y="13555"/>
                </a:cubicBezTo>
                <a:cubicBezTo>
                  <a:pt x="135282" y="13366"/>
                  <a:pt x="135268" y="13191"/>
                  <a:pt x="135238" y="13031"/>
                </a:cubicBezTo>
                <a:cubicBezTo>
                  <a:pt x="135530" y="12695"/>
                  <a:pt x="135880" y="12346"/>
                  <a:pt x="136259" y="12054"/>
                </a:cubicBezTo>
                <a:lnTo>
                  <a:pt x="136259" y="12054"/>
                </a:lnTo>
                <a:cubicBezTo>
                  <a:pt x="136258" y="12054"/>
                  <a:pt x="135748" y="12331"/>
                  <a:pt x="135166" y="12768"/>
                </a:cubicBezTo>
                <a:cubicBezTo>
                  <a:pt x="135151" y="12739"/>
                  <a:pt x="135151" y="12725"/>
                  <a:pt x="135136" y="12710"/>
                </a:cubicBezTo>
                <a:cubicBezTo>
                  <a:pt x="135515" y="12214"/>
                  <a:pt x="135953" y="11719"/>
                  <a:pt x="136434" y="11267"/>
                </a:cubicBezTo>
                <a:lnTo>
                  <a:pt x="136434" y="11267"/>
                </a:lnTo>
                <a:cubicBezTo>
                  <a:pt x="136433" y="11267"/>
                  <a:pt x="135836" y="11632"/>
                  <a:pt x="135107" y="12229"/>
                </a:cubicBezTo>
                <a:cubicBezTo>
                  <a:pt x="135064" y="12244"/>
                  <a:pt x="135005" y="12273"/>
                  <a:pt x="134947" y="12287"/>
                </a:cubicBezTo>
                <a:cubicBezTo>
                  <a:pt x="134787" y="12025"/>
                  <a:pt x="134641" y="11879"/>
                  <a:pt x="134641" y="11879"/>
                </a:cubicBezTo>
                <a:lnTo>
                  <a:pt x="134641" y="11879"/>
                </a:lnTo>
                <a:cubicBezTo>
                  <a:pt x="134699" y="12054"/>
                  <a:pt x="134757" y="12200"/>
                  <a:pt x="134801" y="12346"/>
                </a:cubicBezTo>
                <a:cubicBezTo>
                  <a:pt x="134787" y="12346"/>
                  <a:pt x="134787" y="12346"/>
                  <a:pt x="134772" y="12360"/>
                </a:cubicBezTo>
                <a:cubicBezTo>
                  <a:pt x="134670" y="12171"/>
                  <a:pt x="134553" y="11981"/>
                  <a:pt x="134451" y="11835"/>
                </a:cubicBezTo>
                <a:cubicBezTo>
                  <a:pt x="134612" y="11719"/>
                  <a:pt x="134801" y="11602"/>
                  <a:pt x="134991" y="11471"/>
                </a:cubicBezTo>
                <a:lnTo>
                  <a:pt x="134991" y="11471"/>
                </a:lnTo>
                <a:cubicBezTo>
                  <a:pt x="134991" y="11471"/>
                  <a:pt x="134743" y="11544"/>
                  <a:pt x="134364" y="11704"/>
                </a:cubicBezTo>
                <a:cubicBezTo>
                  <a:pt x="134335" y="11675"/>
                  <a:pt x="134306" y="11646"/>
                  <a:pt x="134277" y="11617"/>
                </a:cubicBezTo>
                <a:cubicBezTo>
                  <a:pt x="134553" y="11413"/>
                  <a:pt x="134903" y="11209"/>
                  <a:pt x="135428" y="10917"/>
                </a:cubicBezTo>
                <a:lnTo>
                  <a:pt x="135428" y="10917"/>
                </a:lnTo>
                <a:cubicBezTo>
                  <a:pt x="135428" y="10917"/>
                  <a:pt x="134816" y="11063"/>
                  <a:pt x="134160" y="11457"/>
                </a:cubicBezTo>
                <a:cubicBezTo>
                  <a:pt x="133941" y="11194"/>
                  <a:pt x="133767" y="11049"/>
                  <a:pt x="133766" y="11048"/>
                </a:cubicBezTo>
                <a:lnTo>
                  <a:pt x="133766" y="11048"/>
                </a:lnTo>
                <a:cubicBezTo>
                  <a:pt x="133868" y="11223"/>
                  <a:pt x="133941" y="11384"/>
                  <a:pt x="134014" y="11544"/>
                </a:cubicBezTo>
                <a:cubicBezTo>
                  <a:pt x="133708" y="11733"/>
                  <a:pt x="133402" y="11981"/>
                  <a:pt x="133169" y="12287"/>
                </a:cubicBezTo>
                <a:cubicBezTo>
                  <a:pt x="133285" y="11937"/>
                  <a:pt x="133446" y="11588"/>
                  <a:pt x="133621" y="11252"/>
                </a:cubicBezTo>
                <a:lnTo>
                  <a:pt x="133621" y="11252"/>
                </a:lnTo>
                <a:cubicBezTo>
                  <a:pt x="133620" y="11253"/>
                  <a:pt x="133052" y="11894"/>
                  <a:pt x="132528" y="12827"/>
                </a:cubicBezTo>
                <a:cubicBezTo>
                  <a:pt x="132367" y="12972"/>
                  <a:pt x="132207" y="13118"/>
                  <a:pt x="132061" y="13293"/>
                </a:cubicBezTo>
                <a:lnTo>
                  <a:pt x="132003" y="13278"/>
                </a:lnTo>
                <a:cubicBezTo>
                  <a:pt x="132119" y="12972"/>
                  <a:pt x="132251" y="12666"/>
                  <a:pt x="132426" y="12360"/>
                </a:cubicBezTo>
                <a:cubicBezTo>
                  <a:pt x="132557" y="12273"/>
                  <a:pt x="132717" y="12171"/>
                  <a:pt x="132877" y="12069"/>
                </a:cubicBezTo>
                <a:lnTo>
                  <a:pt x="132877" y="12069"/>
                </a:lnTo>
                <a:cubicBezTo>
                  <a:pt x="132877" y="12069"/>
                  <a:pt x="132746" y="12098"/>
                  <a:pt x="132528" y="12185"/>
                </a:cubicBezTo>
                <a:cubicBezTo>
                  <a:pt x="132586" y="12083"/>
                  <a:pt x="132659" y="11967"/>
                  <a:pt x="132732" y="11865"/>
                </a:cubicBezTo>
                <a:lnTo>
                  <a:pt x="132732" y="11865"/>
                </a:lnTo>
                <a:cubicBezTo>
                  <a:pt x="132731" y="11865"/>
                  <a:pt x="132571" y="12010"/>
                  <a:pt x="132367" y="12244"/>
                </a:cubicBezTo>
                <a:cubicBezTo>
                  <a:pt x="132207" y="12316"/>
                  <a:pt x="132017" y="12404"/>
                  <a:pt x="131799" y="12506"/>
                </a:cubicBezTo>
                <a:cubicBezTo>
                  <a:pt x="132163" y="11821"/>
                  <a:pt x="132411" y="11384"/>
                  <a:pt x="132761" y="11005"/>
                </a:cubicBezTo>
                <a:cubicBezTo>
                  <a:pt x="132775" y="10990"/>
                  <a:pt x="132775" y="10990"/>
                  <a:pt x="132775" y="10990"/>
                </a:cubicBezTo>
                <a:cubicBezTo>
                  <a:pt x="133198" y="10538"/>
                  <a:pt x="133752" y="10145"/>
                  <a:pt x="134830" y="9460"/>
                </a:cubicBezTo>
                <a:lnTo>
                  <a:pt x="134830" y="9460"/>
                </a:lnTo>
                <a:cubicBezTo>
                  <a:pt x="134830" y="9460"/>
                  <a:pt x="132629" y="10101"/>
                  <a:pt x="131551" y="11704"/>
                </a:cubicBezTo>
                <a:cubicBezTo>
                  <a:pt x="131114" y="11981"/>
                  <a:pt x="130618" y="12331"/>
                  <a:pt x="130166" y="12710"/>
                </a:cubicBezTo>
                <a:cubicBezTo>
                  <a:pt x="130123" y="12695"/>
                  <a:pt x="130094" y="12681"/>
                  <a:pt x="130050" y="12666"/>
                </a:cubicBezTo>
                <a:cubicBezTo>
                  <a:pt x="130123" y="12418"/>
                  <a:pt x="130210" y="12171"/>
                  <a:pt x="130312" y="11923"/>
                </a:cubicBezTo>
                <a:cubicBezTo>
                  <a:pt x="130531" y="11704"/>
                  <a:pt x="130764" y="11500"/>
                  <a:pt x="131012" y="11296"/>
                </a:cubicBezTo>
                <a:lnTo>
                  <a:pt x="131012" y="11296"/>
                </a:lnTo>
                <a:cubicBezTo>
                  <a:pt x="131012" y="11296"/>
                  <a:pt x="130764" y="11427"/>
                  <a:pt x="130429" y="11661"/>
                </a:cubicBezTo>
                <a:cubicBezTo>
                  <a:pt x="130502" y="11471"/>
                  <a:pt x="130589" y="11296"/>
                  <a:pt x="130691" y="11121"/>
                </a:cubicBezTo>
                <a:lnTo>
                  <a:pt x="130691" y="11121"/>
                </a:lnTo>
                <a:cubicBezTo>
                  <a:pt x="130691" y="11121"/>
                  <a:pt x="130429" y="11413"/>
                  <a:pt x="130108" y="11865"/>
                </a:cubicBezTo>
                <a:cubicBezTo>
                  <a:pt x="130050" y="11908"/>
                  <a:pt x="129977" y="11967"/>
                  <a:pt x="129919" y="12010"/>
                </a:cubicBezTo>
                <a:cubicBezTo>
                  <a:pt x="129860" y="11865"/>
                  <a:pt x="129802" y="11733"/>
                  <a:pt x="129744" y="11617"/>
                </a:cubicBezTo>
                <a:cubicBezTo>
                  <a:pt x="129846" y="11544"/>
                  <a:pt x="129977" y="11471"/>
                  <a:pt x="130108" y="11398"/>
                </a:cubicBezTo>
                <a:lnTo>
                  <a:pt x="130108" y="11398"/>
                </a:lnTo>
                <a:cubicBezTo>
                  <a:pt x="130108" y="11398"/>
                  <a:pt x="129948" y="11442"/>
                  <a:pt x="129700" y="11529"/>
                </a:cubicBezTo>
                <a:cubicBezTo>
                  <a:pt x="129540" y="11267"/>
                  <a:pt x="129394" y="11121"/>
                  <a:pt x="129394" y="11121"/>
                </a:cubicBezTo>
                <a:lnTo>
                  <a:pt x="129394" y="11121"/>
                </a:lnTo>
                <a:cubicBezTo>
                  <a:pt x="129452" y="11296"/>
                  <a:pt x="129511" y="11457"/>
                  <a:pt x="129554" y="11588"/>
                </a:cubicBezTo>
                <a:cubicBezTo>
                  <a:pt x="129350" y="11675"/>
                  <a:pt x="129117" y="11777"/>
                  <a:pt x="128884" y="11923"/>
                </a:cubicBezTo>
                <a:cubicBezTo>
                  <a:pt x="129001" y="11690"/>
                  <a:pt x="129132" y="11457"/>
                  <a:pt x="129277" y="11238"/>
                </a:cubicBezTo>
                <a:lnTo>
                  <a:pt x="129277" y="11238"/>
                </a:lnTo>
                <a:cubicBezTo>
                  <a:pt x="129277" y="11238"/>
                  <a:pt x="128869" y="11632"/>
                  <a:pt x="128461" y="12185"/>
                </a:cubicBezTo>
                <a:cubicBezTo>
                  <a:pt x="128447" y="12200"/>
                  <a:pt x="128447" y="12200"/>
                  <a:pt x="128432" y="12214"/>
                </a:cubicBezTo>
                <a:cubicBezTo>
                  <a:pt x="128315" y="12185"/>
                  <a:pt x="128199" y="12156"/>
                  <a:pt x="128068" y="12112"/>
                </a:cubicBezTo>
                <a:cubicBezTo>
                  <a:pt x="128257" y="12010"/>
                  <a:pt x="128476" y="11879"/>
                  <a:pt x="128753" y="11733"/>
                </a:cubicBezTo>
                <a:lnTo>
                  <a:pt x="128753" y="11733"/>
                </a:lnTo>
                <a:cubicBezTo>
                  <a:pt x="128753" y="11733"/>
                  <a:pt x="128447" y="11806"/>
                  <a:pt x="128039" y="11981"/>
                </a:cubicBezTo>
                <a:cubicBezTo>
                  <a:pt x="128665" y="11063"/>
                  <a:pt x="128855" y="10903"/>
                  <a:pt x="130181" y="10159"/>
                </a:cubicBezTo>
                <a:lnTo>
                  <a:pt x="130181" y="10159"/>
                </a:lnTo>
                <a:cubicBezTo>
                  <a:pt x="130181" y="10159"/>
                  <a:pt x="128286" y="10640"/>
                  <a:pt x="127616" y="11996"/>
                </a:cubicBezTo>
                <a:cubicBezTo>
                  <a:pt x="127514" y="11967"/>
                  <a:pt x="127426" y="11952"/>
                  <a:pt x="127324" y="11923"/>
                </a:cubicBezTo>
                <a:cubicBezTo>
                  <a:pt x="128374" y="10436"/>
                  <a:pt x="128155" y="8906"/>
                  <a:pt x="128155" y="8906"/>
                </a:cubicBezTo>
                <a:lnTo>
                  <a:pt x="128155" y="8906"/>
                </a:lnTo>
                <a:cubicBezTo>
                  <a:pt x="127689" y="10451"/>
                  <a:pt x="127470" y="11005"/>
                  <a:pt x="126741" y="11777"/>
                </a:cubicBezTo>
                <a:cubicBezTo>
                  <a:pt x="126727" y="11777"/>
                  <a:pt x="126712" y="11763"/>
                  <a:pt x="126698" y="11763"/>
                </a:cubicBezTo>
                <a:lnTo>
                  <a:pt x="126698" y="11690"/>
                </a:lnTo>
                <a:cubicBezTo>
                  <a:pt x="127426" y="10801"/>
                  <a:pt x="127601" y="9985"/>
                  <a:pt x="127601" y="9984"/>
                </a:cubicBezTo>
                <a:lnTo>
                  <a:pt x="127601" y="9984"/>
                </a:lnTo>
                <a:cubicBezTo>
                  <a:pt x="127368" y="10305"/>
                  <a:pt x="127164" y="10582"/>
                  <a:pt x="126975" y="10830"/>
                </a:cubicBezTo>
                <a:cubicBezTo>
                  <a:pt x="127091" y="10465"/>
                  <a:pt x="127237" y="10057"/>
                  <a:pt x="127397" y="9649"/>
                </a:cubicBezTo>
                <a:cubicBezTo>
                  <a:pt x="128024" y="8979"/>
                  <a:pt x="128738" y="8294"/>
                  <a:pt x="129496" y="7682"/>
                </a:cubicBezTo>
                <a:lnTo>
                  <a:pt x="129496" y="7682"/>
                </a:lnTo>
                <a:cubicBezTo>
                  <a:pt x="129496" y="7682"/>
                  <a:pt x="128723" y="8148"/>
                  <a:pt x="127718" y="8877"/>
                </a:cubicBezTo>
                <a:cubicBezTo>
                  <a:pt x="128111" y="7973"/>
                  <a:pt x="128592" y="7026"/>
                  <a:pt x="129175" y="6137"/>
                </a:cubicBezTo>
                <a:lnTo>
                  <a:pt x="129175" y="6137"/>
                </a:lnTo>
                <a:cubicBezTo>
                  <a:pt x="129175" y="6137"/>
                  <a:pt x="127703" y="7755"/>
                  <a:pt x="126625" y="9737"/>
                </a:cubicBezTo>
                <a:cubicBezTo>
                  <a:pt x="126508" y="9824"/>
                  <a:pt x="126392" y="9926"/>
                  <a:pt x="126275" y="10028"/>
                </a:cubicBezTo>
                <a:cubicBezTo>
                  <a:pt x="126158" y="9810"/>
                  <a:pt x="126013" y="9606"/>
                  <a:pt x="125867" y="9416"/>
                </a:cubicBezTo>
                <a:cubicBezTo>
                  <a:pt x="125896" y="9285"/>
                  <a:pt x="125940" y="9154"/>
                  <a:pt x="125984" y="9037"/>
                </a:cubicBezTo>
                <a:cubicBezTo>
                  <a:pt x="126217" y="8775"/>
                  <a:pt x="126465" y="8512"/>
                  <a:pt x="126727" y="8279"/>
                </a:cubicBezTo>
                <a:lnTo>
                  <a:pt x="126727" y="8279"/>
                </a:lnTo>
                <a:cubicBezTo>
                  <a:pt x="126727" y="8279"/>
                  <a:pt x="126464" y="8425"/>
                  <a:pt x="126100" y="8702"/>
                </a:cubicBezTo>
                <a:cubicBezTo>
                  <a:pt x="126260" y="8265"/>
                  <a:pt x="126450" y="7842"/>
                  <a:pt x="126669" y="7434"/>
                </a:cubicBezTo>
                <a:lnTo>
                  <a:pt x="126669" y="7434"/>
                </a:lnTo>
                <a:cubicBezTo>
                  <a:pt x="126668" y="7434"/>
                  <a:pt x="126100" y="8090"/>
                  <a:pt x="125532" y="9037"/>
                </a:cubicBezTo>
                <a:cubicBezTo>
                  <a:pt x="125386" y="8877"/>
                  <a:pt x="125226" y="8746"/>
                  <a:pt x="125080" y="8614"/>
                </a:cubicBezTo>
                <a:cubicBezTo>
                  <a:pt x="125138" y="8571"/>
                  <a:pt x="125211" y="8527"/>
                  <a:pt x="125284" y="8483"/>
                </a:cubicBezTo>
                <a:lnTo>
                  <a:pt x="125284" y="8483"/>
                </a:lnTo>
                <a:cubicBezTo>
                  <a:pt x="125284" y="8483"/>
                  <a:pt x="125182" y="8512"/>
                  <a:pt x="125022" y="8571"/>
                </a:cubicBezTo>
                <a:cubicBezTo>
                  <a:pt x="124992" y="8542"/>
                  <a:pt x="124963" y="8512"/>
                  <a:pt x="124934" y="8498"/>
                </a:cubicBezTo>
                <a:cubicBezTo>
                  <a:pt x="125051" y="8338"/>
                  <a:pt x="125197" y="8177"/>
                  <a:pt x="125342" y="8002"/>
                </a:cubicBezTo>
                <a:lnTo>
                  <a:pt x="125342" y="8002"/>
                </a:lnTo>
                <a:cubicBezTo>
                  <a:pt x="125342" y="8002"/>
                  <a:pt x="125124" y="8134"/>
                  <a:pt x="124803" y="8396"/>
                </a:cubicBezTo>
                <a:cubicBezTo>
                  <a:pt x="124351" y="8061"/>
                  <a:pt x="123987" y="7886"/>
                  <a:pt x="123987" y="7886"/>
                </a:cubicBezTo>
                <a:lnTo>
                  <a:pt x="123987" y="7886"/>
                </a:lnTo>
                <a:cubicBezTo>
                  <a:pt x="124235" y="8134"/>
                  <a:pt x="124453" y="8352"/>
                  <a:pt x="124628" y="8542"/>
                </a:cubicBezTo>
                <a:cubicBezTo>
                  <a:pt x="124599" y="8571"/>
                  <a:pt x="124584" y="8585"/>
                  <a:pt x="124555" y="8614"/>
                </a:cubicBezTo>
                <a:cubicBezTo>
                  <a:pt x="124278" y="8265"/>
                  <a:pt x="124060" y="8061"/>
                  <a:pt x="124060" y="8061"/>
                </a:cubicBezTo>
                <a:lnTo>
                  <a:pt x="124060" y="8061"/>
                </a:lnTo>
                <a:cubicBezTo>
                  <a:pt x="124191" y="8323"/>
                  <a:pt x="124307" y="8542"/>
                  <a:pt x="124395" y="8760"/>
                </a:cubicBezTo>
                <a:cubicBezTo>
                  <a:pt x="124351" y="8804"/>
                  <a:pt x="124307" y="8848"/>
                  <a:pt x="124264" y="8891"/>
                </a:cubicBezTo>
                <a:cubicBezTo>
                  <a:pt x="124133" y="8950"/>
                  <a:pt x="123987" y="9023"/>
                  <a:pt x="123841" y="9110"/>
                </a:cubicBezTo>
                <a:cubicBezTo>
                  <a:pt x="123856" y="8833"/>
                  <a:pt x="123870" y="8556"/>
                  <a:pt x="123899" y="8279"/>
                </a:cubicBezTo>
                <a:cubicBezTo>
                  <a:pt x="123899" y="8265"/>
                  <a:pt x="123914" y="8265"/>
                  <a:pt x="123914" y="8265"/>
                </a:cubicBezTo>
                <a:lnTo>
                  <a:pt x="123899" y="8265"/>
                </a:lnTo>
                <a:cubicBezTo>
                  <a:pt x="123914" y="8221"/>
                  <a:pt x="123914" y="8163"/>
                  <a:pt x="123914" y="8119"/>
                </a:cubicBezTo>
                <a:lnTo>
                  <a:pt x="123914" y="8119"/>
                </a:lnTo>
                <a:cubicBezTo>
                  <a:pt x="123914" y="8119"/>
                  <a:pt x="123885" y="8206"/>
                  <a:pt x="123841" y="8338"/>
                </a:cubicBezTo>
                <a:cubicBezTo>
                  <a:pt x="123695" y="8512"/>
                  <a:pt x="123389" y="8906"/>
                  <a:pt x="123039" y="9445"/>
                </a:cubicBezTo>
                <a:cubicBezTo>
                  <a:pt x="122908" y="9547"/>
                  <a:pt x="122763" y="9678"/>
                  <a:pt x="122588" y="9839"/>
                </a:cubicBezTo>
                <a:cubicBezTo>
                  <a:pt x="122588" y="9824"/>
                  <a:pt x="122588" y="9824"/>
                  <a:pt x="122588" y="9810"/>
                </a:cubicBezTo>
                <a:cubicBezTo>
                  <a:pt x="122690" y="9620"/>
                  <a:pt x="122763" y="9445"/>
                  <a:pt x="122806" y="9299"/>
                </a:cubicBezTo>
                <a:cubicBezTo>
                  <a:pt x="122923" y="9227"/>
                  <a:pt x="123039" y="9154"/>
                  <a:pt x="123156" y="9066"/>
                </a:cubicBezTo>
                <a:lnTo>
                  <a:pt x="123156" y="9066"/>
                </a:lnTo>
                <a:cubicBezTo>
                  <a:pt x="123156" y="9066"/>
                  <a:pt x="123039" y="9110"/>
                  <a:pt x="122850" y="9183"/>
                </a:cubicBezTo>
                <a:cubicBezTo>
                  <a:pt x="122908" y="9008"/>
                  <a:pt x="122923" y="8891"/>
                  <a:pt x="122923" y="8891"/>
                </a:cubicBezTo>
                <a:lnTo>
                  <a:pt x="122923" y="8891"/>
                </a:lnTo>
                <a:cubicBezTo>
                  <a:pt x="122835" y="9023"/>
                  <a:pt x="122763" y="9139"/>
                  <a:pt x="122690" y="9241"/>
                </a:cubicBezTo>
                <a:lnTo>
                  <a:pt x="122675" y="9241"/>
                </a:lnTo>
                <a:cubicBezTo>
                  <a:pt x="122733" y="8906"/>
                  <a:pt x="122792" y="8614"/>
                  <a:pt x="122894" y="8352"/>
                </a:cubicBezTo>
                <a:cubicBezTo>
                  <a:pt x="123229" y="7973"/>
                  <a:pt x="123579" y="7594"/>
                  <a:pt x="123972" y="7230"/>
                </a:cubicBezTo>
                <a:cubicBezTo>
                  <a:pt x="124264" y="7011"/>
                  <a:pt x="124643" y="6764"/>
                  <a:pt x="125109" y="6472"/>
                </a:cubicBezTo>
                <a:lnTo>
                  <a:pt x="125109" y="6472"/>
                </a:lnTo>
                <a:cubicBezTo>
                  <a:pt x="125109" y="6472"/>
                  <a:pt x="124905" y="6530"/>
                  <a:pt x="124584" y="6661"/>
                </a:cubicBezTo>
                <a:cubicBezTo>
                  <a:pt x="124628" y="6618"/>
                  <a:pt x="124672" y="6589"/>
                  <a:pt x="124701" y="6559"/>
                </a:cubicBezTo>
                <a:lnTo>
                  <a:pt x="124701" y="6559"/>
                </a:lnTo>
                <a:cubicBezTo>
                  <a:pt x="124701" y="6560"/>
                  <a:pt x="124628" y="6603"/>
                  <a:pt x="124482" y="6705"/>
                </a:cubicBezTo>
                <a:cubicBezTo>
                  <a:pt x="124205" y="6822"/>
                  <a:pt x="123870" y="6982"/>
                  <a:pt x="123520" y="7186"/>
                </a:cubicBezTo>
                <a:cubicBezTo>
                  <a:pt x="123754" y="6866"/>
                  <a:pt x="124045" y="6501"/>
                  <a:pt x="124439" y="6020"/>
                </a:cubicBezTo>
                <a:lnTo>
                  <a:pt x="124439" y="6020"/>
                </a:lnTo>
                <a:cubicBezTo>
                  <a:pt x="124438" y="6020"/>
                  <a:pt x="123375" y="6691"/>
                  <a:pt x="122631" y="7827"/>
                </a:cubicBezTo>
                <a:cubicBezTo>
                  <a:pt x="122296" y="8104"/>
                  <a:pt x="121990" y="8440"/>
                  <a:pt x="121757" y="8833"/>
                </a:cubicBezTo>
                <a:cubicBezTo>
                  <a:pt x="121465" y="9081"/>
                  <a:pt x="121189" y="9358"/>
                  <a:pt x="120926" y="9635"/>
                </a:cubicBezTo>
                <a:cubicBezTo>
                  <a:pt x="120941" y="9343"/>
                  <a:pt x="120955" y="9037"/>
                  <a:pt x="120999" y="8746"/>
                </a:cubicBezTo>
                <a:lnTo>
                  <a:pt x="120999" y="8746"/>
                </a:lnTo>
                <a:cubicBezTo>
                  <a:pt x="120999" y="8746"/>
                  <a:pt x="120941" y="8877"/>
                  <a:pt x="120868" y="9110"/>
                </a:cubicBezTo>
                <a:cubicBezTo>
                  <a:pt x="120882" y="9008"/>
                  <a:pt x="120882" y="8964"/>
                  <a:pt x="120882" y="8964"/>
                </a:cubicBezTo>
                <a:lnTo>
                  <a:pt x="120882" y="8964"/>
                </a:lnTo>
                <a:cubicBezTo>
                  <a:pt x="120839" y="9066"/>
                  <a:pt x="120795" y="9183"/>
                  <a:pt x="120751" y="9299"/>
                </a:cubicBezTo>
                <a:cubicBezTo>
                  <a:pt x="120708" y="9154"/>
                  <a:pt x="120664" y="9023"/>
                  <a:pt x="120606" y="8891"/>
                </a:cubicBezTo>
                <a:cubicBezTo>
                  <a:pt x="120620" y="8862"/>
                  <a:pt x="120635" y="8848"/>
                  <a:pt x="120635" y="8819"/>
                </a:cubicBezTo>
                <a:cubicBezTo>
                  <a:pt x="121014" y="8279"/>
                  <a:pt x="121451" y="7711"/>
                  <a:pt x="121946" y="7215"/>
                </a:cubicBezTo>
                <a:lnTo>
                  <a:pt x="121946" y="7215"/>
                </a:lnTo>
                <a:cubicBezTo>
                  <a:pt x="121946" y="7216"/>
                  <a:pt x="121218" y="7696"/>
                  <a:pt x="120401" y="8454"/>
                </a:cubicBezTo>
                <a:cubicBezTo>
                  <a:pt x="120270" y="8221"/>
                  <a:pt x="120139" y="8017"/>
                  <a:pt x="119993" y="7827"/>
                </a:cubicBezTo>
                <a:cubicBezTo>
                  <a:pt x="120154" y="7711"/>
                  <a:pt x="120329" y="7594"/>
                  <a:pt x="120533" y="7463"/>
                </a:cubicBezTo>
                <a:lnTo>
                  <a:pt x="120533" y="7463"/>
                </a:lnTo>
                <a:cubicBezTo>
                  <a:pt x="120533" y="7463"/>
                  <a:pt x="120270" y="7536"/>
                  <a:pt x="119906" y="7711"/>
                </a:cubicBezTo>
                <a:cubicBezTo>
                  <a:pt x="119702" y="6880"/>
                  <a:pt x="119221" y="6297"/>
                  <a:pt x="119221" y="6297"/>
                </a:cubicBezTo>
                <a:lnTo>
                  <a:pt x="119221" y="6297"/>
                </a:lnTo>
                <a:cubicBezTo>
                  <a:pt x="119338" y="6676"/>
                  <a:pt x="119425" y="6982"/>
                  <a:pt x="119483" y="7244"/>
                </a:cubicBezTo>
                <a:cubicBezTo>
                  <a:pt x="119352" y="7128"/>
                  <a:pt x="119279" y="7070"/>
                  <a:pt x="119279" y="7070"/>
                </a:cubicBezTo>
                <a:lnTo>
                  <a:pt x="119279" y="7070"/>
                </a:lnTo>
                <a:cubicBezTo>
                  <a:pt x="119367" y="7230"/>
                  <a:pt x="119454" y="7376"/>
                  <a:pt x="119527" y="7521"/>
                </a:cubicBezTo>
                <a:cubicBezTo>
                  <a:pt x="119556" y="7638"/>
                  <a:pt x="119571" y="7755"/>
                  <a:pt x="119571" y="7871"/>
                </a:cubicBezTo>
                <a:cubicBezTo>
                  <a:pt x="119323" y="8002"/>
                  <a:pt x="119046" y="8163"/>
                  <a:pt x="118769" y="8352"/>
                </a:cubicBezTo>
                <a:cubicBezTo>
                  <a:pt x="118784" y="8250"/>
                  <a:pt x="118798" y="8163"/>
                  <a:pt x="118798" y="8104"/>
                </a:cubicBezTo>
                <a:cubicBezTo>
                  <a:pt x="118900" y="7813"/>
                  <a:pt x="119017" y="7536"/>
                  <a:pt x="119148" y="7274"/>
                </a:cubicBezTo>
                <a:lnTo>
                  <a:pt x="119148" y="7274"/>
                </a:lnTo>
                <a:cubicBezTo>
                  <a:pt x="119148" y="7274"/>
                  <a:pt x="118988" y="7463"/>
                  <a:pt x="118769" y="7784"/>
                </a:cubicBezTo>
                <a:cubicBezTo>
                  <a:pt x="118638" y="7798"/>
                  <a:pt x="118361" y="7871"/>
                  <a:pt x="118011" y="7988"/>
                </a:cubicBezTo>
                <a:cubicBezTo>
                  <a:pt x="117938" y="7857"/>
                  <a:pt x="117865" y="7755"/>
                  <a:pt x="117822" y="7696"/>
                </a:cubicBezTo>
                <a:cubicBezTo>
                  <a:pt x="118303" y="6866"/>
                  <a:pt x="118784" y="6457"/>
                  <a:pt x="120256" y="5452"/>
                </a:cubicBezTo>
                <a:lnTo>
                  <a:pt x="120256" y="5452"/>
                </a:lnTo>
                <a:cubicBezTo>
                  <a:pt x="120255" y="5452"/>
                  <a:pt x="118142" y="6137"/>
                  <a:pt x="117108" y="7740"/>
                </a:cubicBezTo>
                <a:cubicBezTo>
                  <a:pt x="117064" y="7449"/>
                  <a:pt x="117006" y="7215"/>
                  <a:pt x="116962" y="7084"/>
                </a:cubicBezTo>
                <a:cubicBezTo>
                  <a:pt x="117020" y="7011"/>
                  <a:pt x="117078" y="6953"/>
                  <a:pt x="117122" y="6895"/>
                </a:cubicBezTo>
                <a:lnTo>
                  <a:pt x="117122" y="6895"/>
                </a:lnTo>
                <a:cubicBezTo>
                  <a:pt x="117122" y="6895"/>
                  <a:pt x="117064" y="6953"/>
                  <a:pt x="116962" y="7040"/>
                </a:cubicBezTo>
                <a:cubicBezTo>
                  <a:pt x="116933" y="6968"/>
                  <a:pt x="116918" y="6924"/>
                  <a:pt x="116918" y="6924"/>
                </a:cubicBezTo>
                <a:lnTo>
                  <a:pt x="116918" y="6924"/>
                </a:lnTo>
                <a:cubicBezTo>
                  <a:pt x="116918" y="6968"/>
                  <a:pt x="116933" y="7026"/>
                  <a:pt x="116933" y="7070"/>
                </a:cubicBezTo>
                <a:cubicBezTo>
                  <a:pt x="116729" y="7259"/>
                  <a:pt x="116408" y="7580"/>
                  <a:pt x="116058" y="7973"/>
                </a:cubicBezTo>
                <a:cubicBezTo>
                  <a:pt x="116087" y="7798"/>
                  <a:pt x="116102" y="7609"/>
                  <a:pt x="116087" y="7449"/>
                </a:cubicBezTo>
                <a:cubicBezTo>
                  <a:pt x="116131" y="7376"/>
                  <a:pt x="116160" y="7303"/>
                  <a:pt x="116189" y="7230"/>
                </a:cubicBezTo>
                <a:lnTo>
                  <a:pt x="116189" y="7230"/>
                </a:lnTo>
                <a:cubicBezTo>
                  <a:pt x="116189" y="7230"/>
                  <a:pt x="116160" y="7274"/>
                  <a:pt x="116087" y="7361"/>
                </a:cubicBezTo>
                <a:cubicBezTo>
                  <a:pt x="116058" y="6647"/>
                  <a:pt x="115738" y="6049"/>
                  <a:pt x="115504" y="5670"/>
                </a:cubicBezTo>
                <a:cubicBezTo>
                  <a:pt x="115461" y="5554"/>
                  <a:pt x="115446" y="5496"/>
                  <a:pt x="115446" y="5496"/>
                </a:cubicBezTo>
                <a:lnTo>
                  <a:pt x="115446" y="5496"/>
                </a:lnTo>
                <a:cubicBezTo>
                  <a:pt x="115446" y="5525"/>
                  <a:pt x="115461" y="5568"/>
                  <a:pt x="115461" y="5612"/>
                </a:cubicBezTo>
                <a:cubicBezTo>
                  <a:pt x="115367" y="5472"/>
                  <a:pt x="115292" y="5378"/>
                  <a:pt x="115251" y="5332"/>
                </a:cubicBezTo>
                <a:lnTo>
                  <a:pt x="115251" y="5332"/>
                </a:lnTo>
                <a:cubicBezTo>
                  <a:pt x="115377" y="5684"/>
                  <a:pt x="115462" y="5968"/>
                  <a:pt x="115534" y="6224"/>
                </a:cubicBezTo>
                <a:cubicBezTo>
                  <a:pt x="115563" y="6676"/>
                  <a:pt x="115577" y="7142"/>
                  <a:pt x="115548" y="7594"/>
                </a:cubicBezTo>
                <a:cubicBezTo>
                  <a:pt x="115446" y="7696"/>
                  <a:pt x="115300" y="7857"/>
                  <a:pt x="115140" y="8046"/>
                </a:cubicBezTo>
                <a:cubicBezTo>
                  <a:pt x="115155" y="7944"/>
                  <a:pt x="115169" y="7842"/>
                  <a:pt x="115198" y="7740"/>
                </a:cubicBezTo>
                <a:lnTo>
                  <a:pt x="115198" y="7740"/>
                </a:lnTo>
                <a:cubicBezTo>
                  <a:pt x="115198" y="7740"/>
                  <a:pt x="115140" y="7813"/>
                  <a:pt x="115067" y="7959"/>
                </a:cubicBezTo>
                <a:cubicBezTo>
                  <a:pt x="114980" y="7842"/>
                  <a:pt x="114907" y="7769"/>
                  <a:pt x="114907" y="7769"/>
                </a:cubicBezTo>
                <a:lnTo>
                  <a:pt x="114907" y="7769"/>
                </a:lnTo>
                <a:cubicBezTo>
                  <a:pt x="114951" y="7871"/>
                  <a:pt x="114980" y="7973"/>
                  <a:pt x="115009" y="8061"/>
                </a:cubicBezTo>
                <a:cubicBezTo>
                  <a:pt x="114980" y="8119"/>
                  <a:pt x="114936" y="8192"/>
                  <a:pt x="114907" y="8279"/>
                </a:cubicBezTo>
                <a:cubicBezTo>
                  <a:pt x="114863" y="8192"/>
                  <a:pt x="114819" y="8104"/>
                  <a:pt x="114761" y="8032"/>
                </a:cubicBezTo>
                <a:cubicBezTo>
                  <a:pt x="114790" y="7944"/>
                  <a:pt x="114790" y="7886"/>
                  <a:pt x="114805" y="7813"/>
                </a:cubicBezTo>
                <a:cubicBezTo>
                  <a:pt x="114863" y="7755"/>
                  <a:pt x="114921" y="7711"/>
                  <a:pt x="114980" y="7653"/>
                </a:cubicBezTo>
                <a:lnTo>
                  <a:pt x="114980" y="7653"/>
                </a:lnTo>
                <a:cubicBezTo>
                  <a:pt x="114980" y="7653"/>
                  <a:pt x="114921" y="7682"/>
                  <a:pt x="114819" y="7740"/>
                </a:cubicBezTo>
                <a:cubicBezTo>
                  <a:pt x="114907" y="7259"/>
                  <a:pt x="114921" y="6953"/>
                  <a:pt x="114921" y="6953"/>
                </a:cubicBezTo>
                <a:lnTo>
                  <a:pt x="114921" y="6953"/>
                </a:lnTo>
                <a:cubicBezTo>
                  <a:pt x="114834" y="7230"/>
                  <a:pt x="114717" y="7507"/>
                  <a:pt x="114601" y="7769"/>
                </a:cubicBezTo>
                <a:cubicBezTo>
                  <a:pt x="114528" y="7667"/>
                  <a:pt x="114455" y="7594"/>
                  <a:pt x="114411" y="7536"/>
                </a:cubicBezTo>
                <a:cubicBezTo>
                  <a:pt x="114338" y="7390"/>
                  <a:pt x="114280" y="7259"/>
                  <a:pt x="114207" y="7142"/>
                </a:cubicBezTo>
                <a:cubicBezTo>
                  <a:pt x="114426" y="7026"/>
                  <a:pt x="114659" y="6909"/>
                  <a:pt x="114951" y="6764"/>
                </a:cubicBezTo>
                <a:lnTo>
                  <a:pt x="114951" y="6764"/>
                </a:lnTo>
                <a:cubicBezTo>
                  <a:pt x="114950" y="6764"/>
                  <a:pt x="114688" y="6807"/>
                  <a:pt x="114295" y="6938"/>
                </a:cubicBezTo>
                <a:cubicBezTo>
                  <a:pt x="114397" y="6822"/>
                  <a:pt x="114513" y="6691"/>
                  <a:pt x="114601" y="6559"/>
                </a:cubicBezTo>
                <a:cubicBezTo>
                  <a:pt x="114659" y="6501"/>
                  <a:pt x="114732" y="6428"/>
                  <a:pt x="114805" y="6355"/>
                </a:cubicBezTo>
                <a:lnTo>
                  <a:pt x="114805" y="6355"/>
                </a:lnTo>
                <a:cubicBezTo>
                  <a:pt x="114805" y="6355"/>
                  <a:pt x="114761" y="6385"/>
                  <a:pt x="114703" y="6414"/>
                </a:cubicBezTo>
                <a:cubicBezTo>
                  <a:pt x="114948" y="6053"/>
                  <a:pt x="115122" y="5678"/>
                  <a:pt x="115238" y="5317"/>
                </a:cubicBezTo>
                <a:lnTo>
                  <a:pt x="115238" y="5317"/>
                </a:lnTo>
                <a:cubicBezTo>
                  <a:pt x="115242" y="5322"/>
                  <a:pt x="115247" y="5326"/>
                  <a:pt x="115251" y="5332"/>
                </a:cubicBezTo>
                <a:lnTo>
                  <a:pt x="115251" y="5332"/>
                </a:lnTo>
                <a:cubicBezTo>
                  <a:pt x="115248" y="5323"/>
                  <a:pt x="115245" y="5315"/>
                  <a:pt x="115242" y="5306"/>
                </a:cubicBezTo>
                <a:cubicBezTo>
                  <a:pt x="115241" y="5310"/>
                  <a:pt x="115240" y="5314"/>
                  <a:pt x="115238" y="5317"/>
                </a:cubicBezTo>
                <a:lnTo>
                  <a:pt x="115238" y="5317"/>
                </a:lnTo>
                <a:cubicBezTo>
                  <a:pt x="115234" y="5313"/>
                  <a:pt x="115230" y="5309"/>
                  <a:pt x="115227" y="5306"/>
                </a:cubicBezTo>
                <a:cubicBezTo>
                  <a:pt x="115563" y="4301"/>
                  <a:pt x="115446" y="3514"/>
                  <a:pt x="115446" y="3513"/>
                </a:cubicBezTo>
                <a:lnTo>
                  <a:pt x="115446" y="3513"/>
                </a:lnTo>
                <a:cubicBezTo>
                  <a:pt x="114980" y="5087"/>
                  <a:pt x="114761" y="5627"/>
                  <a:pt x="113989" y="6428"/>
                </a:cubicBezTo>
                <a:cubicBezTo>
                  <a:pt x="113989" y="6370"/>
                  <a:pt x="114003" y="6326"/>
                  <a:pt x="114003" y="6268"/>
                </a:cubicBezTo>
                <a:cubicBezTo>
                  <a:pt x="114397" y="4942"/>
                  <a:pt x="115213" y="2668"/>
                  <a:pt x="116481" y="744"/>
                </a:cubicBezTo>
                <a:lnTo>
                  <a:pt x="116481" y="744"/>
                </a:lnTo>
                <a:cubicBezTo>
                  <a:pt x="116480" y="745"/>
                  <a:pt x="114746" y="2625"/>
                  <a:pt x="113668" y="4825"/>
                </a:cubicBezTo>
                <a:cubicBezTo>
                  <a:pt x="113595" y="4679"/>
                  <a:pt x="113522" y="4534"/>
                  <a:pt x="113435" y="4388"/>
                </a:cubicBezTo>
                <a:cubicBezTo>
                  <a:pt x="113551" y="4228"/>
                  <a:pt x="113668" y="4067"/>
                  <a:pt x="113785" y="3907"/>
                </a:cubicBezTo>
                <a:lnTo>
                  <a:pt x="113785" y="3907"/>
                </a:lnTo>
                <a:cubicBezTo>
                  <a:pt x="113784" y="3907"/>
                  <a:pt x="113624" y="4053"/>
                  <a:pt x="113391" y="4315"/>
                </a:cubicBezTo>
                <a:cubicBezTo>
                  <a:pt x="113318" y="4213"/>
                  <a:pt x="113245" y="4111"/>
                  <a:pt x="113158" y="4009"/>
                </a:cubicBezTo>
                <a:cubicBezTo>
                  <a:pt x="113362" y="3353"/>
                  <a:pt x="113624" y="2668"/>
                  <a:pt x="113974" y="2027"/>
                </a:cubicBezTo>
                <a:lnTo>
                  <a:pt x="113974" y="2027"/>
                </a:lnTo>
                <a:cubicBezTo>
                  <a:pt x="113974" y="2027"/>
                  <a:pt x="113391" y="2697"/>
                  <a:pt x="112837" y="3645"/>
                </a:cubicBezTo>
                <a:cubicBezTo>
                  <a:pt x="112633" y="3426"/>
                  <a:pt x="112429" y="3251"/>
                  <a:pt x="112240" y="3091"/>
                </a:cubicBezTo>
                <a:cubicBezTo>
                  <a:pt x="112356" y="2945"/>
                  <a:pt x="112487" y="2785"/>
                  <a:pt x="112648" y="2595"/>
                </a:cubicBezTo>
                <a:lnTo>
                  <a:pt x="112648" y="2595"/>
                </a:lnTo>
                <a:cubicBezTo>
                  <a:pt x="112648" y="2595"/>
                  <a:pt x="112414" y="2741"/>
                  <a:pt x="112109" y="3003"/>
                </a:cubicBezTo>
                <a:cubicBezTo>
                  <a:pt x="111657" y="2654"/>
                  <a:pt x="111292" y="2493"/>
                  <a:pt x="111292" y="2493"/>
                </a:cubicBezTo>
                <a:lnTo>
                  <a:pt x="111292" y="2493"/>
                </a:lnTo>
                <a:cubicBezTo>
                  <a:pt x="111540" y="2741"/>
                  <a:pt x="111744" y="2945"/>
                  <a:pt x="111934" y="3149"/>
                </a:cubicBezTo>
                <a:cubicBezTo>
                  <a:pt x="111686" y="3368"/>
                  <a:pt x="111409" y="3630"/>
                  <a:pt x="111147" y="3965"/>
                </a:cubicBezTo>
                <a:cubicBezTo>
                  <a:pt x="111147" y="3557"/>
                  <a:pt x="111161" y="3134"/>
                  <a:pt x="111219" y="2726"/>
                </a:cubicBezTo>
                <a:lnTo>
                  <a:pt x="111219" y="2726"/>
                </a:lnTo>
                <a:cubicBezTo>
                  <a:pt x="111219" y="2727"/>
                  <a:pt x="110899" y="3514"/>
                  <a:pt x="110724" y="4577"/>
                </a:cubicBezTo>
                <a:cubicBezTo>
                  <a:pt x="110505" y="4942"/>
                  <a:pt x="110330" y="5335"/>
                  <a:pt x="110228" y="5772"/>
                </a:cubicBezTo>
                <a:cubicBezTo>
                  <a:pt x="110185" y="5729"/>
                  <a:pt x="110156" y="5700"/>
                  <a:pt x="110156" y="5700"/>
                </a:cubicBezTo>
                <a:lnTo>
                  <a:pt x="110156" y="5700"/>
                </a:lnTo>
                <a:cubicBezTo>
                  <a:pt x="110185" y="5743"/>
                  <a:pt x="110199" y="5787"/>
                  <a:pt x="110214" y="5816"/>
                </a:cubicBezTo>
                <a:cubicBezTo>
                  <a:pt x="110214" y="5845"/>
                  <a:pt x="110214" y="5860"/>
                  <a:pt x="110214" y="5874"/>
                </a:cubicBezTo>
                <a:cubicBezTo>
                  <a:pt x="110156" y="5787"/>
                  <a:pt x="110097" y="5700"/>
                  <a:pt x="110068" y="5612"/>
                </a:cubicBezTo>
                <a:cubicBezTo>
                  <a:pt x="110170" y="5496"/>
                  <a:pt x="110272" y="5379"/>
                  <a:pt x="110389" y="5248"/>
                </a:cubicBezTo>
                <a:lnTo>
                  <a:pt x="110389" y="5248"/>
                </a:lnTo>
                <a:cubicBezTo>
                  <a:pt x="110389" y="5248"/>
                  <a:pt x="110243" y="5321"/>
                  <a:pt x="110010" y="5496"/>
                </a:cubicBezTo>
                <a:cubicBezTo>
                  <a:pt x="109981" y="5437"/>
                  <a:pt x="109966" y="5379"/>
                  <a:pt x="109951" y="5321"/>
                </a:cubicBezTo>
                <a:cubicBezTo>
                  <a:pt x="110126" y="5117"/>
                  <a:pt x="110345" y="4898"/>
                  <a:pt x="110651" y="4606"/>
                </a:cubicBezTo>
                <a:lnTo>
                  <a:pt x="110651" y="4606"/>
                </a:lnTo>
                <a:cubicBezTo>
                  <a:pt x="110651" y="4607"/>
                  <a:pt x="110301" y="4781"/>
                  <a:pt x="109893" y="5131"/>
                </a:cubicBezTo>
                <a:cubicBezTo>
                  <a:pt x="109879" y="5044"/>
                  <a:pt x="109879" y="4971"/>
                  <a:pt x="109864" y="4883"/>
                </a:cubicBezTo>
                <a:cubicBezTo>
                  <a:pt x="110097" y="4563"/>
                  <a:pt x="110403" y="4198"/>
                  <a:pt x="110782" y="3732"/>
                </a:cubicBezTo>
                <a:lnTo>
                  <a:pt x="110782" y="3732"/>
                </a:lnTo>
                <a:cubicBezTo>
                  <a:pt x="110782" y="3732"/>
                  <a:pt x="110389" y="3980"/>
                  <a:pt x="109893" y="4432"/>
                </a:cubicBezTo>
                <a:cubicBezTo>
                  <a:pt x="110126" y="2726"/>
                  <a:pt x="110287" y="2391"/>
                  <a:pt x="111744" y="628"/>
                </a:cubicBezTo>
                <a:lnTo>
                  <a:pt x="111744" y="628"/>
                </a:lnTo>
                <a:cubicBezTo>
                  <a:pt x="111744" y="628"/>
                  <a:pt x="109981" y="1721"/>
                  <a:pt x="109412" y="3484"/>
                </a:cubicBezTo>
                <a:cubicBezTo>
                  <a:pt x="109092" y="3732"/>
                  <a:pt x="108640" y="4111"/>
                  <a:pt x="108232" y="4650"/>
                </a:cubicBezTo>
                <a:cubicBezTo>
                  <a:pt x="108217" y="4213"/>
                  <a:pt x="108246" y="3776"/>
                  <a:pt x="108305" y="3338"/>
                </a:cubicBezTo>
                <a:lnTo>
                  <a:pt x="108305" y="3338"/>
                </a:lnTo>
                <a:cubicBezTo>
                  <a:pt x="108304" y="3339"/>
                  <a:pt x="107955" y="4228"/>
                  <a:pt x="107765" y="5364"/>
                </a:cubicBezTo>
                <a:cubicBezTo>
                  <a:pt x="107678" y="5539"/>
                  <a:pt x="107605" y="5729"/>
                  <a:pt x="107532" y="5918"/>
                </a:cubicBezTo>
                <a:cubicBezTo>
                  <a:pt x="107518" y="5933"/>
                  <a:pt x="107503" y="5962"/>
                  <a:pt x="107474" y="5976"/>
                </a:cubicBezTo>
                <a:cubicBezTo>
                  <a:pt x="107415" y="4796"/>
                  <a:pt x="106614" y="3922"/>
                  <a:pt x="106614" y="3921"/>
                </a:cubicBezTo>
                <a:lnTo>
                  <a:pt x="106614" y="3921"/>
                </a:lnTo>
                <a:cubicBezTo>
                  <a:pt x="106905" y="4767"/>
                  <a:pt x="107051" y="5248"/>
                  <a:pt x="107051" y="5700"/>
                </a:cubicBezTo>
                <a:cubicBezTo>
                  <a:pt x="107051" y="5700"/>
                  <a:pt x="107051" y="5700"/>
                  <a:pt x="107051" y="5714"/>
                </a:cubicBezTo>
                <a:cubicBezTo>
                  <a:pt x="107051" y="6006"/>
                  <a:pt x="106993" y="6312"/>
                  <a:pt x="106876" y="6705"/>
                </a:cubicBezTo>
                <a:cubicBezTo>
                  <a:pt x="106803" y="6778"/>
                  <a:pt x="106745" y="6866"/>
                  <a:pt x="106672" y="6953"/>
                </a:cubicBezTo>
                <a:cubicBezTo>
                  <a:pt x="106628" y="6866"/>
                  <a:pt x="106570" y="6793"/>
                  <a:pt x="106526" y="6720"/>
                </a:cubicBezTo>
                <a:cubicBezTo>
                  <a:pt x="106526" y="6603"/>
                  <a:pt x="106526" y="6516"/>
                  <a:pt x="106526" y="6443"/>
                </a:cubicBezTo>
                <a:cubicBezTo>
                  <a:pt x="106541" y="6399"/>
                  <a:pt x="106541" y="6341"/>
                  <a:pt x="106541" y="6297"/>
                </a:cubicBezTo>
                <a:cubicBezTo>
                  <a:pt x="106687" y="6049"/>
                  <a:pt x="106847" y="5802"/>
                  <a:pt x="107022" y="5568"/>
                </a:cubicBezTo>
                <a:lnTo>
                  <a:pt x="107022" y="5568"/>
                </a:lnTo>
                <a:cubicBezTo>
                  <a:pt x="107022" y="5569"/>
                  <a:pt x="106847" y="5729"/>
                  <a:pt x="106599" y="6006"/>
                </a:cubicBezTo>
                <a:cubicBezTo>
                  <a:pt x="106628" y="5816"/>
                  <a:pt x="106672" y="5612"/>
                  <a:pt x="106716" y="5423"/>
                </a:cubicBezTo>
                <a:lnTo>
                  <a:pt x="106716" y="5423"/>
                </a:lnTo>
                <a:cubicBezTo>
                  <a:pt x="106716" y="5423"/>
                  <a:pt x="106556" y="5743"/>
                  <a:pt x="106366" y="6268"/>
                </a:cubicBezTo>
                <a:cubicBezTo>
                  <a:pt x="106322" y="6326"/>
                  <a:pt x="106279" y="6385"/>
                  <a:pt x="106235" y="6443"/>
                </a:cubicBezTo>
                <a:cubicBezTo>
                  <a:pt x="106220" y="6414"/>
                  <a:pt x="106206" y="6399"/>
                  <a:pt x="106206" y="6385"/>
                </a:cubicBezTo>
                <a:cubicBezTo>
                  <a:pt x="106250" y="6137"/>
                  <a:pt x="106264" y="5918"/>
                  <a:pt x="106279" y="5787"/>
                </a:cubicBezTo>
                <a:cubicBezTo>
                  <a:pt x="106293" y="5656"/>
                  <a:pt x="106293" y="5583"/>
                  <a:pt x="106293" y="5583"/>
                </a:cubicBezTo>
                <a:lnTo>
                  <a:pt x="106293" y="5583"/>
                </a:lnTo>
                <a:cubicBezTo>
                  <a:pt x="106264" y="5656"/>
                  <a:pt x="106250" y="5743"/>
                  <a:pt x="106220" y="5816"/>
                </a:cubicBezTo>
                <a:cubicBezTo>
                  <a:pt x="106162" y="5845"/>
                  <a:pt x="106075" y="5904"/>
                  <a:pt x="105958" y="5976"/>
                </a:cubicBezTo>
                <a:lnTo>
                  <a:pt x="105914" y="5918"/>
                </a:lnTo>
                <a:cubicBezTo>
                  <a:pt x="105885" y="5816"/>
                  <a:pt x="105871" y="5729"/>
                  <a:pt x="105841" y="5641"/>
                </a:cubicBezTo>
                <a:cubicBezTo>
                  <a:pt x="105987" y="5568"/>
                  <a:pt x="106147" y="5481"/>
                  <a:pt x="106322" y="5394"/>
                </a:cubicBezTo>
                <a:lnTo>
                  <a:pt x="106322" y="5394"/>
                </a:lnTo>
                <a:cubicBezTo>
                  <a:pt x="106322" y="5394"/>
                  <a:pt x="106104" y="5437"/>
                  <a:pt x="105798" y="5539"/>
                </a:cubicBezTo>
                <a:cubicBezTo>
                  <a:pt x="105725" y="5350"/>
                  <a:pt x="105623" y="5189"/>
                  <a:pt x="105535" y="5058"/>
                </a:cubicBezTo>
                <a:cubicBezTo>
                  <a:pt x="105696" y="4898"/>
                  <a:pt x="105871" y="4709"/>
                  <a:pt x="106118" y="4490"/>
                </a:cubicBezTo>
                <a:lnTo>
                  <a:pt x="106118" y="4490"/>
                </a:lnTo>
                <a:cubicBezTo>
                  <a:pt x="106118" y="4490"/>
                  <a:pt x="105812" y="4636"/>
                  <a:pt x="105448" y="4927"/>
                </a:cubicBezTo>
                <a:cubicBezTo>
                  <a:pt x="105346" y="4796"/>
                  <a:pt x="105259" y="4709"/>
                  <a:pt x="105258" y="4709"/>
                </a:cubicBezTo>
                <a:lnTo>
                  <a:pt x="105258" y="4709"/>
                </a:lnTo>
                <a:cubicBezTo>
                  <a:pt x="105302" y="4811"/>
                  <a:pt x="105346" y="4898"/>
                  <a:pt x="105390" y="4985"/>
                </a:cubicBezTo>
                <a:cubicBezTo>
                  <a:pt x="105142" y="5189"/>
                  <a:pt x="104894" y="5452"/>
                  <a:pt x="104690" y="5787"/>
                </a:cubicBezTo>
                <a:cubicBezTo>
                  <a:pt x="104675" y="5758"/>
                  <a:pt x="104661" y="5743"/>
                  <a:pt x="104646" y="5729"/>
                </a:cubicBezTo>
                <a:cubicBezTo>
                  <a:pt x="104515" y="5073"/>
                  <a:pt x="104340" y="4607"/>
                  <a:pt x="104340" y="4606"/>
                </a:cubicBezTo>
                <a:lnTo>
                  <a:pt x="104340" y="4606"/>
                </a:lnTo>
                <a:cubicBezTo>
                  <a:pt x="104399" y="5087"/>
                  <a:pt x="104369" y="5583"/>
                  <a:pt x="104311" y="6049"/>
                </a:cubicBezTo>
                <a:cubicBezTo>
                  <a:pt x="104297" y="6064"/>
                  <a:pt x="104282" y="6079"/>
                  <a:pt x="104267" y="6093"/>
                </a:cubicBezTo>
                <a:cubicBezTo>
                  <a:pt x="104136" y="5583"/>
                  <a:pt x="103961" y="5204"/>
                  <a:pt x="103961" y="5204"/>
                </a:cubicBezTo>
                <a:lnTo>
                  <a:pt x="103961" y="5204"/>
                </a:lnTo>
                <a:cubicBezTo>
                  <a:pt x="104034" y="5539"/>
                  <a:pt x="104063" y="5904"/>
                  <a:pt x="104049" y="6239"/>
                </a:cubicBezTo>
                <a:cubicBezTo>
                  <a:pt x="103976" y="6297"/>
                  <a:pt x="103918" y="6355"/>
                  <a:pt x="103845" y="6414"/>
                </a:cubicBezTo>
                <a:cubicBezTo>
                  <a:pt x="103888" y="6210"/>
                  <a:pt x="103947" y="6006"/>
                  <a:pt x="104020" y="5816"/>
                </a:cubicBezTo>
                <a:lnTo>
                  <a:pt x="104020" y="5816"/>
                </a:lnTo>
                <a:cubicBezTo>
                  <a:pt x="104019" y="5816"/>
                  <a:pt x="103859" y="6093"/>
                  <a:pt x="103670" y="6516"/>
                </a:cubicBezTo>
                <a:cubicBezTo>
                  <a:pt x="103641" y="6414"/>
                  <a:pt x="103626" y="6312"/>
                  <a:pt x="103597" y="6195"/>
                </a:cubicBezTo>
                <a:cubicBezTo>
                  <a:pt x="103932" y="5335"/>
                  <a:pt x="103932" y="4621"/>
                  <a:pt x="103932" y="4621"/>
                </a:cubicBezTo>
                <a:lnTo>
                  <a:pt x="103932" y="4621"/>
                </a:lnTo>
                <a:cubicBezTo>
                  <a:pt x="103757" y="5058"/>
                  <a:pt x="103626" y="5408"/>
                  <a:pt x="103495" y="5700"/>
                </a:cubicBezTo>
                <a:cubicBezTo>
                  <a:pt x="103451" y="5452"/>
                  <a:pt x="103407" y="5219"/>
                  <a:pt x="103349" y="4985"/>
                </a:cubicBezTo>
                <a:cubicBezTo>
                  <a:pt x="103830" y="4023"/>
                  <a:pt x="104413" y="2960"/>
                  <a:pt x="105098" y="2027"/>
                </a:cubicBezTo>
                <a:lnTo>
                  <a:pt x="105098" y="2027"/>
                </a:lnTo>
                <a:cubicBezTo>
                  <a:pt x="105098" y="2027"/>
                  <a:pt x="104136" y="2974"/>
                  <a:pt x="103174" y="4330"/>
                </a:cubicBezTo>
                <a:cubicBezTo>
                  <a:pt x="102985" y="3659"/>
                  <a:pt x="102795" y="3222"/>
                  <a:pt x="102795" y="3222"/>
                </a:cubicBezTo>
                <a:lnTo>
                  <a:pt x="102795" y="3222"/>
                </a:lnTo>
                <a:cubicBezTo>
                  <a:pt x="102882" y="3597"/>
                  <a:pt x="102926" y="4000"/>
                  <a:pt x="102955" y="4390"/>
                </a:cubicBezTo>
                <a:lnTo>
                  <a:pt x="102955" y="4390"/>
                </a:lnTo>
                <a:cubicBezTo>
                  <a:pt x="102952" y="4369"/>
                  <a:pt x="102941" y="4359"/>
                  <a:pt x="102941" y="4359"/>
                </a:cubicBezTo>
                <a:lnTo>
                  <a:pt x="102941" y="4359"/>
                </a:lnTo>
                <a:cubicBezTo>
                  <a:pt x="102948" y="4372"/>
                  <a:pt x="102952" y="4383"/>
                  <a:pt x="102955" y="4393"/>
                </a:cubicBezTo>
                <a:lnTo>
                  <a:pt x="102955" y="4393"/>
                </a:lnTo>
                <a:cubicBezTo>
                  <a:pt x="102955" y="4396"/>
                  <a:pt x="102955" y="4399"/>
                  <a:pt x="102956" y="4402"/>
                </a:cubicBezTo>
                <a:cubicBezTo>
                  <a:pt x="102956" y="4399"/>
                  <a:pt x="102955" y="4397"/>
                  <a:pt x="102955" y="4394"/>
                </a:cubicBezTo>
                <a:lnTo>
                  <a:pt x="102955" y="4394"/>
                </a:lnTo>
                <a:cubicBezTo>
                  <a:pt x="102959" y="4405"/>
                  <a:pt x="102963" y="4416"/>
                  <a:pt x="102970" y="4432"/>
                </a:cubicBezTo>
                <a:cubicBezTo>
                  <a:pt x="102970" y="4490"/>
                  <a:pt x="102970" y="4548"/>
                  <a:pt x="102985" y="4606"/>
                </a:cubicBezTo>
                <a:cubicBezTo>
                  <a:pt x="102752" y="4956"/>
                  <a:pt x="102518" y="5321"/>
                  <a:pt x="102300" y="5700"/>
                </a:cubicBezTo>
                <a:cubicBezTo>
                  <a:pt x="102227" y="5379"/>
                  <a:pt x="102110" y="5087"/>
                  <a:pt x="101979" y="4825"/>
                </a:cubicBezTo>
                <a:cubicBezTo>
                  <a:pt x="102212" y="4198"/>
                  <a:pt x="102504" y="3557"/>
                  <a:pt x="102883" y="2974"/>
                </a:cubicBezTo>
                <a:lnTo>
                  <a:pt x="102883" y="2974"/>
                </a:lnTo>
                <a:cubicBezTo>
                  <a:pt x="102883" y="2974"/>
                  <a:pt x="102329" y="3557"/>
                  <a:pt x="101746" y="4417"/>
                </a:cubicBezTo>
                <a:cubicBezTo>
                  <a:pt x="101615" y="4184"/>
                  <a:pt x="101454" y="3980"/>
                  <a:pt x="101323" y="3805"/>
                </a:cubicBezTo>
                <a:cubicBezTo>
                  <a:pt x="101440" y="3674"/>
                  <a:pt x="101571" y="3528"/>
                  <a:pt x="101717" y="3368"/>
                </a:cubicBezTo>
                <a:lnTo>
                  <a:pt x="101717" y="3368"/>
                </a:lnTo>
                <a:cubicBezTo>
                  <a:pt x="101717" y="3368"/>
                  <a:pt x="101513" y="3484"/>
                  <a:pt x="101221" y="3688"/>
                </a:cubicBezTo>
                <a:cubicBezTo>
                  <a:pt x="100886" y="3309"/>
                  <a:pt x="100609" y="3091"/>
                  <a:pt x="100609" y="3091"/>
                </a:cubicBezTo>
                <a:lnTo>
                  <a:pt x="100609" y="3091"/>
                </a:lnTo>
                <a:cubicBezTo>
                  <a:pt x="100784" y="3368"/>
                  <a:pt x="100930" y="3601"/>
                  <a:pt x="101061" y="3819"/>
                </a:cubicBezTo>
                <a:cubicBezTo>
                  <a:pt x="100828" y="3994"/>
                  <a:pt x="100565" y="4242"/>
                  <a:pt x="100318" y="4519"/>
                </a:cubicBezTo>
                <a:cubicBezTo>
                  <a:pt x="100361" y="4111"/>
                  <a:pt x="100420" y="3703"/>
                  <a:pt x="100522" y="3309"/>
                </a:cubicBezTo>
                <a:lnTo>
                  <a:pt x="100522" y="3309"/>
                </a:lnTo>
                <a:cubicBezTo>
                  <a:pt x="100522" y="3310"/>
                  <a:pt x="100172" y="4053"/>
                  <a:pt x="99895" y="5073"/>
                </a:cubicBezTo>
                <a:cubicBezTo>
                  <a:pt x="99793" y="5219"/>
                  <a:pt x="99691" y="5379"/>
                  <a:pt x="99603" y="5554"/>
                </a:cubicBezTo>
                <a:lnTo>
                  <a:pt x="99603" y="5510"/>
                </a:lnTo>
                <a:cubicBezTo>
                  <a:pt x="99720" y="5117"/>
                  <a:pt x="99764" y="4781"/>
                  <a:pt x="99793" y="4519"/>
                </a:cubicBezTo>
                <a:cubicBezTo>
                  <a:pt x="99880" y="4432"/>
                  <a:pt x="99953" y="4344"/>
                  <a:pt x="100055" y="4242"/>
                </a:cubicBezTo>
                <a:lnTo>
                  <a:pt x="100055" y="4242"/>
                </a:lnTo>
                <a:cubicBezTo>
                  <a:pt x="100055" y="4242"/>
                  <a:pt x="99953" y="4300"/>
                  <a:pt x="99808" y="4388"/>
                </a:cubicBezTo>
                <a:cubicBezTo>
                  <a:pt x="99822" y="4198"/>
                  <a:pt x="99808" y="4082"/>
                  <a:pt x="99808" y="4082"/>
                </a:cubicBezTo>
                <a:cubicBezTo>
                  <a:pt x="99764" y="4228"/>
                  <a:pt x="99720" y="4359"/>
                  <a:pt x="99676" y="4475"/>
                </a:cubicBezTo>
                <a:cubicBezTo>
                  <a:pt x="99545" y="4563"/>
                  <a:pt x="99399" y="4679"/>
                  <a:pt x="99225" y="4825"/>
                </a:cubicBezTo>
                <a:cubicBezTo>
                  <a:pt x="99283" y="4577"/>
                  <a:pt x="99341" y="4344"/>
                  <a:pt x="99399" y="4155"/>
                </a:cubicBezTo>
                <a:cubicBezTo>
                  <a:pt x="99691" y="3528"/>
                  <a:pt x="100012" y="2872"/>
                  <a:pt x="100391" y="2245"/>
                </a:cubicBezTo>
                <a:cubicBezTo>
                  <a:pt x="100609" y="1983"/>
                  <a:pt x="100871" y="1677"/>
                  <a:pt x="101207" y="1313"/>
                </a:cubicBezTo>
                <a:lnTo>
                  <a:pt x="101207" y="1313"/>
                </a:lnTo>
                <a:cubicBezTo>
                  <a:pt x="101207" y="1313"/>
                  <a:pt x="101046" y="1400"/>
                  <a:pt x="100799" y="1575"/>
                </a:cubicBezTo>
                <a:cubicBezTo>
                  <a:pt x="100827" y="1532"/>
                  <a:pt x="100856" y="1489"/>
                  <a:pt x="100885" y="1460"/>
                </a:cubicBezTo>
                <a:lnTo>
                  <a:pt x="100885" y="1460"/>
                </a:lnTo>
                <a:cubicBezTo>
                  <a:pt x="100876" y="1469"/>
                  <a:pt x="100819" y="1527"/>
                  <a:pt x="100726" y="1633"/>
                </a:cubicBezTo>
                <a:cubicBezTo>
                  <a:pt x="100143" y="2056"/>
                  <a:pt x="99210" y="2916"/>
                  <a:pt x="98831" y="4169"/>
                </a:cubicBezTo>
                <a:cubicBezTo>
                  <a:pt x="98744" y="4315"/>
                  <a:pt x="98656" y="4461"/>
                  <a:pt x="98569" y="4592"/>
                </a:cubicBezTo>
                <a:cubicBezTo>
                  <a:pt x="98496" y="4432"/>
                  <a:pt x="98452" y="4330"/>
                  <a:pt x="98452" y="4330"/>
                </a:cubicBezTo>
                <a:lnTo>
                  <a:pt x="98452" y="4330"/>
                </a:lnTo>
                <a:cubicBezTo>
                  <a:pt x="98481" y="4446"/>
                  <a:pt x="98510" y="4548"/>
                  <a:pt x="98540" y="4665"/>
                </a:cubicBezTo>
                <a:cubicBezTo>
                  <a:pt x="98438" y="4840"/>
                  <a:pt x="98335" y="5015"/>
                  <a:pt x="98233" y="5204"/>
                </a:cubicBezTo>
                <a:cubicBezTo>
                  <a:pt x="98161" y="4738"/>
                  <a:pt x="98073" y="4330"/>
                  <a:pt x="97986" y="4038"/>
                </a:cubicBezTo>
                <a:cubicBezTo>
                  <a:pt x="98175" y="3513"/>
                  <a:pt x="98408" y="2974"/>
                  <a:pt x="98700" y="2479"/>
                </a:cubicBezTo>
                <a:lnTo>
                  <a:pt x="98700" y="2479"/>
                </a:lnTo>
                <a:cubicBezTo>
                  <a:pt x="98700" y="2479"/>
                  <a:pt x="98306" y="2916"/>
                  <a:pt x="97855" y="3615"/>
                </a:cubicBezTo>
                <a:cubicBezTo>
                  <a:pt x="97840" y="3601"/>
                  <a:pt x="97840" y="3601"/>
                  <a:pt x="97840" y="3601"/>
                </a:cubicBezTo>
                <a:lnTo>
                  <a:pt x="97840" y="3615"/>
                </a:lnTo>
                <a:cubicBezTo>
                  <a:pt x="97782" y="3732"/>
                  <a:pt x="97709" y="3834"/>
                  <a:pt x="97636" y="3951"/>
                </a:cubicBezTo>
                <a:cubicBezTo>
                  <a:pt x="97476" y="3717"/>
                  <a:pt x="97330" y="3528"/>
                  <a:pt x="97170" y="3353"/>
                </a:cubicBezTo>
                <a:cubicBezTo>
                  <a:pt x="97286" y="3207"/>
                  <a:pt x="97417" y="3062"/>
                  <a:pt x="97548" y="2901"/>
                </a:cubicBezTo>
                <a:lnTo>
                  <a:pt x="97548" y="2901"/>
                </a:lnTo>
                <a:cubicBezTo>
                  <a:pt x="97548" y="2901"/>
                  <a:pt x="97359" y="3018"/>
                  <a:pt x="97068" y="3236"/>
                </a:cubicBezTo>
                <a:cubicBezTo>
                  <a:pt x="96718" y="2858"/>
                  <a:pt x="96441" y="2654"/>
                  <a:pt x="96441" y="2653"/>
                </a:cubicBezTo>
                <a:lnTo>
                  <a:pt x="96441" y="2653"/>
                </a:lnTo>
                <a:cubicBezTo>
                  <a:pt x="96616" y="2930"/>
                  <a:pt x="96776" y="3164"/>
                  <a:pt x="96907" y="3368"/>
                </a:cubicBezTo>
                <a:cubicBezTo>
                  <a:pt x="96820" y="3441"/>
                  <a:pt x="96732" y="3528"/>
                  <a:pt x="96630" y="3630"/>
                </a:cubicBezTo>
                <a:cubicBezTo>
                  <a:pt x="96557" y="3382"/>
                  <a:pt x="96455" y="3164"/>
                  <a:pt x="96339" y="2960"/>
                </a:cubicBezTo>
                <a:cubicBezTo>
                  <a:pt x="96353" y="2930"/>
                  <a:pt x="96353" y="2901"/>
                  <a:pt x="96353" y="2887"/>
                </a:cubicBezTo>
                <a:lnTo>
                  <a:pt x="96353" y="2887"/>
                </a:lnTo>
                <a:cubicBezTo>
                  <a:pt x="96353" y="2887"/>
                  <a:pt x="96353" y="2902"/>
                  <a:pt x="96339" y="2945"/>
                </a:cubicBezTo>
                <a:cubicBezTo>
                  <a:pt x="96193" y="2683"/>
                  <a:pt x="96033" y="2464"/>
                  <a:pt x="95872" y="2245"/>
                </a:cubicBezTo>
                <a:cubicBezTo>
                  <a:pt x="96106" y="1881"/>
                  <a:pt x="96455" y="1458"/>
                  <a:pt x="96951" y="861"/>
                </a:cubicBezTo>
                <a:lnTo>
                  <a:pt x="96951" y="861"/>
                </a:lnTo>
                <a:cubicBezTo>
                  <a:pt x="96951" y="861"/>
                  <a:pt x="96280" y="1254"/>
                  <a:pt x="95654" y="1998"/>
                </a:cubicBezTo>
                <a:cubicBezTo>
                  <a:pt x="95042" y="1342"/>
                  <a:pt x="94415" y="963"/>
                  <a:pt x="94415" y="963"/>
                </a:cubicBezTo>
                <a:lnTo>
                  <a:pt x="94415" y="963"/>
                </a:lnTo>
                <a:cubicBezTo>
                  <a:pt x="94881" y="1517"/>
                  <a:pt x="95202" y="1925"/>
                  <a:pt x="95435" y="2275"/>
                </a:cubicBezTo>
                <a:cubicBezTo>
                  <a:pt x="95231" y="2551"/>
                  <a:pt x="95056" y="2843"/>
                  <a:pt x="94910" y="3193"/>
                </a:cubicBezTo>
                <a:cubicBezTo>
                  <a:pt x="94867" y="3091"/>
                  <a:pt x="94852" y="3033"/>
                  <a:pt x="94852" y="3032"/>
                </a:cubicBezTo>
                <a:lnTo>
                  <a:pt x="94852" y="3032"/>
                </a:lnTo>
                <a:cubicBezTo>
                  <a:pt x="94852" y="3105"/>
                  <a:pt x="94867" y="3193"/>
                  <a:pt x="94867" y="3266"/>
                </a:cubicBezTo>
                <a:cubicBezTo>
                  <a:pt x="94779" y="3499"/>
                  <a:pt x="94692" y="3732"/>
                  <a:pt x="94648" y="3994"/>
                </a:cubicBezTo>
                <a:cubicBezTo>
                  <a:pt x="94459" y="3790"/>
                  <a:pt x="94269" y="3615"/>
                  <a:pt x="94094" y="3455"/>
                </a:cubicBezTo>
                <a:cubicBezTo>
                  <a:pt x="94298" y="3266"/>
                  <a:pt x="94517" y="3047"/>
                  <a:pt x="94794" y="2799"/>
                </a:cubicBezTo>
                <a:lnTo>
                  <a:pt x="94794" y="2799"/>
                </a:lnTo>
                <a:cubicBezTo>
                  <a:pt x="94794" y="2799"/>
                  <a:pt x="94415" y="2974"/>
                  <a:pt x="93919" y="3309"/>
                </a:cubicBezTo>
                <a:cubicBezTo>
                  <a:pt x="93905" y="3295"/>
                  <a:pt x="93890" y="3280"/>
                  <a:pt x="93861" y="3266"/>
                </a:cubicBezTo>
                <a:cubicBezTo>
                  <a:pt x="93584" y="3047"/>
                  <a:pt x="93380" y="2930"/>
                  <a:pt x="93380" y="2930"/>
                </a:cubicBezTo>
                <a:lnTo>
                  <a:pt x="93380" y="2930"/>
                </a:lnTo>
                <a:cubicBezTo>
                  <a:pt x="93526" y="3105"/>
                  <a:pt x="93657" y="3266"/>
                  <a:pt x="93788" y="3411"/>
                </a:cubicBezTo>
                <a:cubicBezTo>
                  <a:pt x="93570" y="3572"/>
                  <a:pt x="93351" y="3747"/>
                  <a:pt x="93132" y="3965"/>
                </a:cubicBezTo>
                <a:cubicBezTo>
                  <a:pt x="92608" y="3033"/>
                  <a:pt x="92039" y="2377"/>
                  <a:pt x="92039" y="2377"/>
                </a:cubicBezTo>
                <a:lnTo>
                  <a:pt x="92039" y="2377"/>
                </a:lnTo>
                <a:cubicBezTo>
                  <a:pt x="92360" y="2989"/>
                  <a:pt x="92593" y="3645"/>
                  <a:pt x="92753" y="4286"/>
                </a:cubicBezTo>
                <a:cubicBezTo>
                  <a:pt x="92753" y="4300"/>
                  <a:pt x="92753" y="4330"/>
                  <a:pt x="92768" y="4344"/>
                </a:cubicBezTo>
                <a:cubicBezTo>
                  <a:pt x="92549" y="4592"/>
                  <a:pt x="92360" y="4854"/>
                  <a:pt x="92200" y="5146"/>
                </a:cubicBezTo>
                <a:cubicBezTo>
                  <a:pt x="92039" y="4767"/>
                  <a:pt x="91835" y="4402"/>
                  <a:pt x="91631" y="4053"/>
                </a:cubicBezTo>
                <a:cubicBezTo>
                  <a:pt x="91354" y="2770"/>
                  <a:pt x="90334" y="1823"/>
                  <a:pt x="89693" y="1342"/>
                </a:cubicBezTo>
                <a:cubicBezTo>
                  <a:pt x="89591" y="1211"/>
                  <a:pt x="89518" y="1138"/>
                  <a:pt x="89518" y="1138"/>
                </a:cubicBezTo>
                <a:lnTo>
                  <a:pt x="89518" y="1138"/>
                </a:lnTo>
                <a:cubicBezTo>
                  <a:pt x="89547" y="1181"/>
                  <a:pt x="89576" y="1225"/>
                  <a:pt x="89605" y="1269"/>
                </a:cubicBezTo>
                <a:cubicBezTo>
                  <a:pt x="89328" y="1079"/>
                  <a:pt x="89154" y="977"/>
                  <a:pt x="89153" y="977"/>
                </a:cubicBezTo>
                <a:lnTo>
                  <a:pt x="89153" y="977"/>
                </a:lnTo>
                <a:cubicBezTo>
                  <a:pt x="89503" y="1386"/>
                  <a:pt x="89795" y="1706"/>
                  <a:pt x="90013" y="1983"/>
                </a:cubicBezTo>
                <a:cubicBezTo>
                  <a:pt x="90378" y="2653"/>
                  <a:pt x="90684" y="3324"/>
                  <a:pt x="90932" y="3980"/>
                </a:cubicBezTo>
                <a:cubicBezTo>
                  <a:pt x="90975" y="4184"/>
                  <a:pt x="91004" y="4417"/>
                  <a:pt x="91048" y="4679"/>
                </a:cubicBezTo>
                <a:cubicBezTo>
                  <a:pt x="90859" y="4519"/>
                  <a:pt x="90684" y="4388"/>
                  <a:pt x="90538" y="4286"/>
                </a:cubicBezTo>
                <a:cubicBezTo>
                  <a:pt x="90509" y="4155"/>
                  <a:pt x="90465" y="4023"/>
                  <a:pt x="90436" y="3878"/>
                </a:cubicBezTo>
                <a:cubicBezTo>
                  <a:pt x="90436" y="3878"/>
                  <a:pt x="90407" y="3994"/>
                  <a:pt x="90407" y="4184"/>
                </a:cubicBezTo>
                <a:cubicBezTo>
                  <a:pt x="90232" y="4067"/>
                  <a:pt x="90130" y="4009"/>
                  <a:pt x="90130" y="4009"/>
                </a:cubicBezTo>
                <a:lnTo>
                  <a:pt x="90130" y="4009"/>
                </a:lnTo>
                <a:cubicBezTo>
                  <a:pt x="90217" y="4111"/>
                  <a:pt x="90305" y="4213"/>
                  <a:pt x="90392" y="4315"/>
                </a:cubicBezTo>
                <a:cubicBezTo>
                  <a:pt x="90392" y="4461"/>
                  <a:pt x="90392" y="4650"/>
                  <a:pt x="90421" y="4869"/>
                </a:cubicBezTo>
                <a:cubicBezTo>
                  <a:pt x="90363" y="4898"/>
                  <a:pt x="90319" y="4927"/>
                  <a:pt x="90261" y="4956"/>
                </a:cubicBezTo>
                <a:cubicBezTo>
                  <a:pt x="90232" y="4913"/>
                  <a:pt x="90217" y="4883"/>
                  <a:pt x="90188" y="4854"/>
                </a:cubicBezTo>
                <a:cubicBezTo>
                  <a:pt x="90013" y="3805"/>
                  <a:pt x="89678" y="3033"/>
                  <a:pt x="89678" y="3032"/>
                </a:cubicBezTo>
                <a:lnTo>
                  <a:pt x="89678" y="3032"/>
                </a:lnTo>
                <a:cubicBezTo>
                  <a:pt x="89693" y="3134"/>
                  <a:pt x="89707" y="3235"/>
                  <a:pt x="89722" y="3336"/>
                </a:cubicBezTo>
                <a:lnTo>
                  <a:pt x="89722" y="3336"/>
                </a:lnTo>
                <a:cubicBezTo>
                  <a:pt x="89727" y="3332"/>
                  <a:pt x="89731" y="3328"/>
                  <a:pt x="89736" y="3324"/>
                </a:cubicBezTo>
                <a:lnTo>
                  <a:pt x="89736" y="3309"/>
                </a:lnTo>
                <a:cubicBezTo>
                  <a:pt x="89766" y="3615"/>
                  <a:pt x="89780" y="3936"/>
                  <a:pt x="89766" y="4242"/>
                </a:cubicBezTo>
                <a:cubicBezTo>
                  <a:pt x="89605" y="4053"/>
                  <a:pt x="89430" y="3878"/>
                  <a:pt x="89270" y="3732"/>
                </a:cubicBezTo>
                <a:cubicBezTo>
                  <a:pt x="89411" y="3605"/>
                  <a:pt x="89552" y="3479"/>
                  <a:pt x="89719" y="3339"/>
                </a:cubicBezTo>
                <a:lnTo>
                  <a:pt x="89719" y="3339"/>
                </a:lnTo>
                <a:cubicBezTo>
                  <a:pt x="89678" y="3346"/>
                  <a:pt x="89450" y="3461"/>
                  <a:pt x="89139" y="3645"/>
                </a:cubicBezTo>
                <a:cubicBezTo>
                  <a:pt x="89066" y="3586"/>
                  <a:pt x="89008" y="3528"/>
                  <a:pt x="88949" y="3484"/>
                </a:cubicBezTo>
                <a:cubicBezTo>
                  <a:pt x="89139" y="3280"/>
                  <a:pt x="89358" y="3062"/>
                  <a:pt x="89605" y="2799"/>
                </a:cubicBezTo>
                <a:lnTo>
                  <a:pt x="89605" y="2799"/>
                </a:lnTo>
                <a:cubicBezTo>
                  <a:pt x="89605" y="2799"/>
                  <a:pt x="89241" y="2989"/>
                  <a:pt x="88775" y="3338"/>
                </a:cubicBezTo>
                <a:cubicBezTo>
                  <a:pt x="88439" y="3105"/>
                  <a:pt x="88221" y="2974"/>
                  <a:pt x="88221" y="2974"/>
                </a:cubicBezTo>
                <a:lnTo>
                  <a:pt x="88221" y="2974"/>
                </a:lnTo>
                <a:cubicBezTo>
                  <a:pt x="88366" y="3149"/>
                  <a:pt x="88512" y="3295"/>
                  <a:pt x="88629" y="3441"/>
                </a:cubicBezTo>
                <a:cubicBezTo>
                  <a:pt x="88425" y="3601"/>
                  <a:pt x="88221" y="3790"/>
                  <a:pt x="88002" y="4009"/>
                </a:cubicBezTo>
                <a:cubicBezTo>
                  <a:pt x="87973" y="3936"/>
                  <a:pt x="87929" y="3878"/>
                  <a:pt x="87885" y="3805"/>
                </a:cubicBezTo>
                <a:cubicBezTo>
                  <a:pt x="87958" y="3251"/>
                  <a:pt x="87900" y="2887"/>
                  <a:pt x="87900" y="2887"/>
                </a:cubicBezTo>
                <a:lnTo>
                  <a:pt x="87900" y="2887"/>
                </a:lnTo>
                <a:cubicBezTo>
                  <a:pt x="87827" y="3134"/>
                  <a:pt x="87769" y="3338"/>
                  <a:pt x="87696" y="3543"/>
                </a:cubicBezTo>
                <a:cubicBezTo>
                  <a:pt x="87579" y="3382"/>
                  <a:pt x="87477" y="3222"/>
                  <a:pt x="87375" y="3091"/>
                </a:cubicBezTo>
                <a:cubicBezTo>
                  <a:pt x="87783" y="2114"/>
                  <a:pt x="88294" y="1065"/>
                  <a:pt x="88920" y="118"/>
                </a:cubicBezTo>
                <a:lnTo>
                  <a:pt x="88920" y="118"/>
                </a:lnTo>
                <a:cubicBezTo>
                  <a:pt x="88920" y="118"/>
                  <a:pt x="87944" y="1182"/>
                  <a:pt x="87011" y="2639"/>
                </a:cubicBezTo>
                <a:cubicBezTo>
                  <a:pt x="86909" y="2522"/>
                  <a:pt x="86851" y="2464"/>
                  <a:pt x="86851" y="2464"/>
                </a:cubicBezTo>
                <a:lnTo>
                  <a:pt x="86851" y="2464"/>
                </a:lnTo>
                <a:cubicBezTo>
                  <a:pt x="86894" y="2537"/>
                  <a:pt x="86938" y="2610"/>
                  <a:pt x="86967" y="2697"/>
                </a:cubicBezTo>
                <a:cubicBezTo>
                  <a:pt x="86749" y="3047"/>
                  <a:pt x="86515" y="3426"/>
                  <a:pt x="86311" y="3819"/>
                </a:cubicBezTo>
                <a:cubicBezTo>
                  <a:pt x="86122" y="3543"/>
                  <a:pt x="85918" y="3266"/>
                  <a:pt x="85728" y="3018"/>
                </a:cubicBezTo>
                <a:cubicBezTo>
                  <a:pt x="85903" y="2479"/>
                  <a:pt x="86137" y="1925"/>
                  <a:pt x="86413" y="1400"/>
                </a:cubicBezTo>
                <a:lnTo>
                  <a:pt x="86413" y="1400"/>
                </a:lnTo>
                <a:cubicBezTo>
                  <a:pt x="86413" y="1400"/>
                  <a:pt x="85976" y="1910"/>
                  <a:pt x="85481" y="2697"/>
                </a:cubicBezTo>
                <a:cubicBezTo>
                  <a:pt x="85306" y="2464"/>
                  <a:pt x="85145" y="2275"/>
                  <a:pt x="84985" y="2100"/>
                </a:cubicBezTo>
                <a:cubicBezTo>
                  <a:pt x="85029" y="2056"/>
                  <a:pt x="85058" y="2012"/>
                  <a:pt x="85087" y="1968"/>
                </a:cubicBezTo>
                <a:lnTo>
                  <a:pt x="85087" y="1968"/>
                </a:lnTo>
                <a:cubicBezTo>
                  <a:pt x="85087" y="1969"/>
                  <a:pt x="85043" y="1998"/>
                  <a:pt x="84956" y="2056"/>
                </a:cubicBezTo>
                <a:cubicBezTo>
                  <a:pt x="84548" y="1575"/>
                  <a:pt x="84271" y="1284"/>
                  <a:pt x="84271" y="1283"/>
                </a:cubicBezTo>
                <a:lnTo>
                  <a:pt x="84271" y="1283"/>
                </a:lnTo>
                <a:cubicBezTo>
                  <a:pt x="84460" y="1575"/>
                  <a:pt x="84650" y="1866"/>
                  <a:pt x="84825" y="2158"/>
                </a:cubicBezTo>
                <a:cubicBezTo>
                  <a:pt x="84752" y="2216"/>
                  <a:pt x="84650" y="2289"/>
                  <a:pt x="84562" y="2362"/>
                </a:cubicBezTo>
                <a:cubicBezTo>
                  <a:pt x="84096" y="2027"/>
                  <a:pt x="83746" y="1852"/>
                  <a:pt x="83746" y="1852"/>
                </a:cubicBezTo>
                <a:lnTo>
                  <a:pt x="83746" y="1852"/>
                </a:lnTo>
                <a:cubicBezTo>
                  <a:pt x="83994" y="2100"/>
                  <a:pt x="84198" y="2318"/>
                  <a:pt x="84388" y="2508"/>
                </a:cubicBezTo>
                <a:cubicBezTo>
                  <a:pt x="84140" y="2726"/>
                  <a:pt x="83863" y="3003"/>
                  <a:pt x="83601" y="3324"/>
                </a:cubicBezTo>
                <a:cubicBezTo>
                  <a:pt x="83601" y="3018"/>
                  <a:pt x="83601" y="2697"/>
                  <a:pt x="83644" y="2377"/>
                </a:cubicBezTo>
                <a:cubicBezTo>
                  <a:pt x="83703" y="2304"/>
                  <a:pt x="83761" y="2231"/>
                  <a:pt x="83819" y="2173"/>
                </a:cubicBezTo>
                <a:lnTo>
                  <a:pt x="83819" y="2173"/>
                </a:lnTo>
                <a:cubicBezTo>
                  <a:pt x="83819" y="2173"/>
                  <a:pt x="83761" y="2216"/>
                  <a:pt x="83644" y="2318"/>
                </a:cubicBezTo>
                <a:cubicBezTo>
                  <a:pt x="83659" y="2245"/>
                  <a:pt x="83659" y="2173"/>
                  <a:pt x="83673" y="2085"/>
                </a:cubicBezTo>
                <a:lnTo>
                  <a:pt x="83673" y="2085"/>
                </a:lnTo>
                <a:cubicBezTo>
                  <a:pt x="83673" y="2085"/>
                  <a:pt x="83630" y="2202"/>
                  <a:pt x="83571" y="2391"/>
                </a:cubicBezTo>
                <a:cubicBezTo>
                  <a:pt x="83309" y="2610"/>
                  <a:pt x="82886" y="2989"/>
                  <a:pt x="82391" y="3484"/>
                </a:cubicBezTo>
                <a:cubicBezTo>
                  <a:pt x="82595" y="2041"/>
                  <a:pt x="82828" y="1633"/>
                  <a:pt x="84198" y="1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solidFill>
          <a:schemeClr val="lt1"/>
        </a:solidFill>
        <a:effectLst/>
      </p:bgPr>
    </p:bg>
    <p:spTree>
      <p:nvGrpSpPr>
        <p:cNvPr id="1" name="Shape 27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">
  <p:cSld name="BLANK_1_1_1_1_1_1_1">
    <p:spTree>
      <p:nvGrpSpPr>
        <p:cNvPr id="1" name="Shape 4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0" name="Google Shape;410;p21"/>
          <p:cNvSpPr/>
          <p:nvPr/>
        </p:nvSpPr>
        <p:spPr>
          <a:xfrm>
            <a:off x="6584480" y="4214450"/>
            <a:ext cx="4755245" cy="929056"/>
          </a:xfrm>
          <a:custGeom>
            <a:avLst/>
            <a:gdLst/>
            <a:ahLst/>
            <a:cxnLst/>
            <a:rect l="l" t="t" r="r" b="b"/>
            <a:pathLst>
              <a:path w="61881" h="12090" extrusionOk="0">
                <a:moveTo>
                  <a:pt x="31820" y="0"/>
                </a:moveTo>
                <a:cubicBezTo>
                  <a:pt x="22046" y="0"/>
                  <a:pt x="7533" y="425"/>
                  <a:pt x="4448" y="2857"/>
                </a:cubicBezTo>
                <a:cubicBezTo>
                  <a:pt x="2668" y="4275"/>
                  <a:pt x="11798" y="7525"/>
                  <a:pt x="5544" y="7847"/>
                </a:cubicBezTo>
                <a:cubicBezTo>
                  <a:pt x="1" y="8132"/>
                  <a:pt x="471" y="12089"/>
                  <a:pt x="28521" y="12089"/>
                </a:cubicBezTo>
                <a:cubicBezTo>
                  <a:pt x="32183" y="12089"/>
                  <a:pt x="36315" y="12022"/>
                  <a:pt x="40965" y="11870"/>
                </a:cubicBezTo>
                <a:cubicBezTo>
                  <a:pt x="61880" y="11200"/>
                  <a:pt x="40965" y="123"/>
                  <a:pt x="40965" y="123"/>
                </a:cubicBezTo>
                <a:cubicBezTo>
                  <a:pt x="40965" y="123"/>
                  <a:pt x="37078" y="0"/>
                  <a:pt x="31820" y="0"/>
                </a:cubicBezTo>
                <a:close/>
              </a:path>
            </a:pathLst>
          </a:custGeom>
          <a:solidFill>
            <a:srgbClr val="FFFFFF">
              <a:alpha val="930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11" name="Google Shape;411;p21"/>
          <p:cNvSpPr/>
          <p:nvPr/>
        </p:nvSpPr>
        <p:spPr>
          <a:xfrm>
            <a:off x="-1142125" y="159550"/>
            <a:ext cx="5149563" cy="1360633"/>
          </a:xfrm>
          <a:custGeom>
            <a:avLst/>
            <a:gdLst/>
            <a:ahLst/>
            <a:cxnLst/>
            <a:rect l="l" t="t" r="r" b="b"/>
            <a:pathLst>
              <a:path w="54392" h="14372" extrusionOk="0">
                <a:moveTo>
                  <a:pt x="12200" y="1"/>
                </a:moveTo>
                <a:cubicBezTo>
                  <a:pt x="3595" y="1"/>
                  <a:pt x="0" y="4056"/>
                  <a:pt x="6836" y="4396"/>
                </a:cubicBezTo>
                <a:cubicBezTo>
                  <a:pt x="15398" y="4834"/>
                  <a:pt x="7700" y="8084"/>
                  <a:pt x="3458" y="10998"/>
                </a:cubicBezTo>
                <a:cubicBezTo>
                  <a:pt x="863" y="12783"/>
                  <a:pt x="6717" y="14371"/>
                  <a:pt x="13998" y="14371"/>
                </a:cubicBezTo>
                <a:cubicBezTo>
                  <a:pt x="18658" y="14371"/>
                  <a:pt x="23903" y="13721"/>
                  <a:pt x="27893" y="12055"/>
                </a:cubicBezTo>
                <a:cubicBezTo>
                  <a:pt x="34211" y="9412"/>
                  <a:pt x="22065" y="7375"/>
                  <a:pt x="29982" y="6807"/>
                </a:cubicBezTo>
                <a:cubicBezTo>
                  <a:pt x="30738" y="6753"/>
                  <a:pt x="31390" y="6729"/>
                  <a:pt x="31959" y="6729"/>
                </a:cubicBezTo>
                <a:cubicBezTo>
                  <a:pt x="37193" y="6729"/>
                  <a:pt x="35366" y="8798"/>
                  <a:pt x="42522" y="8798"/>
                </a:cubicBezTo>
                <a:cubicBezTo>
                  <a:pt x="42731" y="8798"/>
                  <a:pt x="42948" y="8797"/>
                  <a:pt x="43173" y="8793"/>
                </a:cubicBezTo>
                <a:cubicBezTo>
                  <a:pt x="51928" y="8651"/>
                  <a:pt x="54391" y="4396"/>
                  <a:pt x="49801" y="4396"/>
                </a:cubicBezTo>
                <a:cubicBezTo>
                  <a:pt x="49767" y="4396"/>
                  <a:pt x="49733" y="4396"/>
                  <a:pt x="49700" y="4396"/>
                </a:cubicBezTo>
                <a:cubicBezTo>
                  <a:pt x="45161" y="4396"/>
                  <a:pt x="41836" y="3535"/>
                  <a:pt x="44063" y="2165"/>
                </a:cubicBezTo>
                <a:cubicBezTo>
                  <a:pt x="44941" y="1625"/>
                  <a:pt x="43791" y="1439"/>
                  <a:pt x="41529" y="1439"/>
                </a:cubicBezTo>
                <a:cubicBezTo>
                  <a:pt x="38008" y="1439"/>
                  <a:pt x="31791" y="1890"/>
                  <a:pt x="26320" y="2165"/>
                </a:cubicBezTo>
                <a:cubicBezTo>
                  <a:pt x="25019" y="2232"/>
                  <a:pt x="23988" y="2262"/>
                  <a:pt x="23170" y="2262"/>
                </a:cubicBezTo>
                <a:cubicBezTo>
                  <a:pt x="18333" y="2262"/>
                  <a:pt x="20990" y="1232"/>
                  <a:pt x="19589" y="901"/>
                </a:cubicBezTo>
                <a:cubicBezTo>
                  <a:pt x="16865" y="259"/>
                  <a:pt x="14373" y="1"/>
                  <a:pt x="12200" y="1"/>
                </a:cubicBezTo>
                <a:close/>
              </a:path>
            </a:pathLst>
          </a:custGeom>
          <a:solidFill>
            <a:srgbClr val="FFFFFF">
              <a:alpha val="930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12" name="Google Shape;412;p21"/>
          <p:cNvSpPr/>
          <p:nvPr/>
        </p:nvSpPr>
        <p:spPr>
          <a:xfrm>
            <a:off x="4998350" y="-852675"/>
            <a:ext cx="6142522" cy="1800198"/>
          </a:xfrm>
          <a:custGeom>
            <a:avLst/>
            <a:gdLst/>
            <a:ahLst/>
            <a:cxnLst/>
            <a:rect l="l" t="t" r="r" b="b"/>
            <a:pathLst>
              <a:path w="52625" h="12709" extrusionOk="0">
                <a:moveTo>
                  <a:pt x="30491" y="1"/>
                </a:moveTo>
                <a:cubicBezTo>
                  <a:pt x="26558" y="1"/>
                  <a:pt x="21926" y="118"/>
                  <a:pt x="16498" y="393"/>
                </a:cubicBezTo>
                <a:cubicBezTo>
                  <a:pt x="0" y="1243"/>
                  <a:pt x="3330" y="12708"/>
                  <a:pt x="12898" y="12708"/>
                </a:cubicBezTo>
                <a:cubicBezTo>
                  <a:pt x="14069" y="12708"/>
                  <a:pt x="15333" y="12537"/>
                  <a:pt x="16666" y="12153"/>
                </a:cubicBezTo>
                <a:cubicBezTo>
                  <a:pt x="23035" y="10319"/>
                  <a:pt x="28416" y="9855"/>
                  <a:pt x="32894" y="9855"/>
                </a:cubicBezTo>
                <a:cubicBezTo>
                  <a:pt x="37488" y="9855"/>
                  <a:pt x="41132" y="10344"/>
                  <a:pt x="43921" y="10344"/>
                </a:cubicBezTo>
                <a:cubicBezTo>
                  <a:pt x="46119" y="10344"/>
                  <a:pt x="47786" y="10040"/>
                  <a:pt x="48966" y="8955"/>
                </a:cubicBezTo>
                <a:cubicBezTo>
                  <a:pt x="50540" y="7524"/>
                  <a:pt x="42390" y="4378"/>
                  <a:pt x="47935" y="3978"/>
                </a:cubicBezTo>
                <a:cubicBezTo>
                  <a:pt x="52625" y="3639"/>
                  <a:pt x="52393" y="1"/>
                  <a:pt x="30491" y="1"/>
                </a:cubicBezTo>
                <a:close/>
              </a:path>
            </a:pathLst>
          </a:custGeom>
          <a:solidFill>
            <a:srgbClr val="FFFFFF">
              <a:alpha val="930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13" name="Google Shape;413;p21"/>
          <p:cNvSpPr/>
          <p:nvPr/>
        </p:nvSpPr>
        <p:spPr>
          <a:xfrm>
            <a:off x="-59625" y="4027600"/>
            <a:ext cx="9263374" cy="1115912"/>
          </a:xfrm>
          <a:custGeom>
            <a:avLst/>
            <a:gdLst/>
            <a:ahLst/>
            <a:cxnLst/>
            <a:rect l="l" t="t" r="r" b="b"/>
            <a:pathLst>
              <a:path w="142497" h="15873" extrusionOk="0">
                <a:moveTo>
                  <a:pt x="100886" y="1458"/>
                </a:moveTo>
                <a:lnTo>
                  <a:pt x="100886" y="1458"/>
                </a:lnTo>
                <a:cubicBezTo>
                  <a:pt x="100886" y="1459"/>
                  <a:pt x="100885" y="1459"/>
                  <a:pt x="100885" y="1460"/>
                </a:cubicBezTo>
                <a:lnTo>
                  <a:pt x="100885" y="1460"/>
                </a:lnTo>
                <a:cubicBezTo>
                  <a:pt x="100886" y="1459"/>
                  <a:pt x="100886" y="1459"/>
                  <a:pt x="100886" y="1458"/>
                </a:cubicBezTo>
                <a:close/>
                <a:moveTo>
                  <a:pt x="84883" y="2216"/>
                </a:moveTo>
                <a:cubicBezTo>
                  <a:pt x="85043" y="2479"/>
                  <a:pt x="85175" y="2726"/>
                  <a:pt x="85306" y="2989"/>
                </a:cubicBezTo>
                <a:cubicBezTo>
                  <a:pt x="85102" y="2785"/>
                  <a:pt x="84898" y="2595"/>
                  <a:pt x="84708" y="2449"/>
                </a:cubicBezTo>
                <a:cubicBezTo>
                  <a:pt x="84767" y="2377"/>
                  <a:pt x="84825" y="2304"/>
                  <a:pt x="84883" y="2216"/>
                </a:cubicBezTo>
                <a:close/>
                <a:moveTo>
                  <a:pt x="93876" y="3207"/>
                </a:moveTo>
                <a:cubicBezTo>
                  <a:pt x="93876" y="3208"/>
                  <a:pt x="93875" y="3222"/>
                  <a:pt x="93861" y="3266"/>
                </a:cubicBezTo>
                <a:cubicBezTo>
                  <a:pt x="93876" y="3251"/>
                  <a:pt x="93876" y="3222"/>
                  <a:pt x="93876" y="3207"/>
                </a:cubicBezTo>
                <a:close/>
                <a:moveTo>
                  <a:pt x="89722" y="3336"/>
                </a:moveTo>
                <a:cubicBezTo>
                  <a:pt x="89721" y="3337"/>
                  <a:pt x="89720" y="3338"/>
                  <a:pt x="89719" y="3339"/>
                </a:cubicBezTo>
                <a:lnTo>
                  <a:pt x="89719" y="3339"/>
                </a:lnTo>
                <a:cubicBezTo>
                  <a:pt x="89720" y="3339"/>
                  <a:pt x="89721" y="3338"/>
                  <a:pt x="89722" y="3338"/>
                </a:cubicBezTo>
                <a:cubicBezTo>
                  <a:pt x="89722" y="3338"/>
                  <a:pt x="89722" y="3337"/>
                  <a:pt x="89722" y="3336"/>
                </a:cubicBezTo>
                <a:close/>
                <a:moveTo>
                  <a:pt x="58838" y="2304"/>
                </a:moveTo>
                <a:cubicBezTo>
                  <a:pt x="58984" y="2464"/>
                  <a:pt x="59130" y="2610"/>
                  <a:pt x="59246" y="2741"/>
                </a:cubicBezTo>
                <a:cubicBezTo>
                  <a:pt x="58999" y="2945"/>
                  <a:pt x="58722" y="3222"/>
                  <a:pt x="58459" y="3543"/>
                </a:cubicBezTo>
                <a:cubicBezTo>
                  <a:pt x="58459" y="3368"/>
                  <a:pt x="58459" y="3193"/>
                  <a:pt x="58474" y="3018"/>
                </a:cubicBezTo>
                <a:cubicBezTo>
                  <a:pt x="58561" y="2799"/>
                  <a:pt x="58678" y="2566"/>
                  <a:pt x="58838" y="2304"/>
                </a:cubicBezTo>
                <a:close/>
                <a:moveTo>
                  <a:pt x="74112" y="3426"/>
                </a:moveTo>
                <a:cubicBezTo>
                  <a:pt x="74142" y="3484"/>
                  <a:pt x="74171" y="3543"/>
                  <a:pt x="74200" y="3586"/>
                </a:cubicBezTo>
                <a:cubicBezTo>
                  <a:pt x="74189" y="3581"/>
                  <a:pt x="74181" y="3576"/>
                  <a:pt x="74174" y="3571"/>
                </a:cubicBezTo>
                <a:lnTo>
                  <a:pt x="74174" y="3571"/>
                </a:lnTo>
                <a:cubicBezTo>
                  <a:pt x="74177" y="3576"/>
                  <a:pt x="74180" y="3581"/>
                  <a:pt x="74185" y="3586"/>
                </a:cubicBezTo>
                <a:cubicBezTo>
                  <a:pt x="74178" y="3579"/>
                  <a:pt x="74171" y="3571"/>
                  <a:pt x="74164" y="3564"/>
                </a:cubicBezTo>
                <a:lnTo>
                  <a:pt x="74164" y="3564"/>
                </a:lnTo>
                <a:cubicBezTo>
                  <a:pt x="74167" y="3566"/>
                  <a:pt x="74170" y="3568"/>
                  <a:pt x="74174" y="3571"/>
                </a:cubicBezTo>
                <a:lnTo>
                  <a:pt x="74174" y="3571"/>
                </a:lnTo>
                <a:cubicBezTo>
                  <a:pt x="74169" y="3564"/>
                  <a:pt x="74166" y="3558"/>
                  <a:pt x="74158" y="3557"/>
                </a:cubicBezTo>
                <a:lnTo>
                  <a:pt x="74158" y="3557"/>
                </a:lnTo>
                <a:cubicBezTo>
                  <a:pt x="74160" y="3559"/>
                  <a:pt x="74162" y="3562"/>
                  <a:pt x="74164" y="3564"/>
                </a:cubicBezTo>
                <a:lnTo>
                  <a:pt x="74164" y="3564"/>
                </a:lnTo>
                <a:cubicBezTo>
                  <a:pt x="74159" y="3560"/>
                  <a:pt x="74156" y="3557"/>
                  <a:pt x="74156" y="3557"/>
                </a:cubicBezTo>
                <a:cubicBezTo>
                  <a:pt x="74157" y="3557"/>
                  <a:pt x="74157" y="3557"/>
                  <a:pt x="74158" y="3557"/>
                </a:cubicBezTo>
                <a:lnTo>
                  <a:pt x="74158" y="3557"/>
                </a:lnTo>
                <a:cubicBezTo>
                  <a:pt x="74128" y="3524"/>
                  <a:pt x="74103" y="3492"/>
                  <a:pt x="74069" y="3470"/>
                </a:cubicBezTo>
                <a:cubicBezTo>
                  <a:pt x="74083" y="3455"/>
                  <a:pt x="74098" y="3441"/>
                  <a:pt x="74112" y="3426"/>
                </a:cubicBezTo>
                <a:close/>
                <a:moveTo>
                  <a:pt x="83542" y="2508"/>
                </a:moveTo>
                <a:lnTo>
                  <a:pt x="83542" y="2508"/>
                </a:lnTo>
                <a:cubicBezTo>
                  <a:pt x="83440" y="2828"/>
                  <a:pt x="83294" y="3338"/>
                  <a:pt x="83192" y="3936"/>
                </a:cubicBezTo>
                <a:cubicBezTo>
                  <a:pt x="83178" y="3936"/>
                  <a:pt x="83178" y="3936"/>
                  <a:pt x="83178" y="3951"/>
                </a:cubicBezTo>
                <a:cubicBezTo>
                  <a:pt x="83003" y="3819"/>
                  <a:pt x="82857" y="3732"/>
                  <a:pt x="82770" y="3674"/>
                </a:cubicBezTo>
                <a:cubicBezTo>
                  <a:pt x="82916" y="3499"/>
                  <a:pt x="83076" y="3295"/>
                  <a:pt x="83265" y="3076"/>
                </a:cubicBezTo>
                <a:lnTo>
                  <a:pt x="83265" y="3076"/>
                </a:lnTo>
                <a:cubicBezTo>
                  <a:pt x="83265" y="3076"/>
                  <a:pt x="83105" y="3178"/>
                  <a:pt x="82857" y="3368"/>
                </a:cubicBezTo>
                <a:cubicBezTo>
                  <a:pt x="83076" y="3076"/>
                  <a:pt x="83309" y="2785"/>
                  <a:pt x="83542" y="2508"/>
                </a:cubicBezTo>
                <a:close/>
                <a:moveTo>
                  <a:pt x="88818" y="3615"/>
                </a:moveTo>
                <a:cubicBezTo>
                  <a:pt x="88862" y="3674"/>
                  <a:pt x="88891" y="3717"/>
                  <a:pt x="88935" y="3761"/>
                </a:cubicBezTo>
                <a:cubicBezTo>
                  <a:pt x="88745" y="3878"/>
                  <a:pt x="88556" y="4023"/>
                  <a:pt x="88352" y="4184"/>
                </a:cubicBezTo>
                <a:cubicBezTo>
                  <a:pt x="88483" y="4009"/>
                  <a:pt x="88629" y="3819"/>
                  <a:pt x="88818" y="3615"/>
                </a:cubicBezTo>
                <a:close/>
                <a:moveTo>
                  <a:pt x="33404" y="4190"/>
                </a:moveTo>
                <a:lnTo>
                  <a:pt x="33404" y="4190"/>
                </a:lnTo>
                <a:cubicBezTo>
                  <a:pt x="33402" y="4196"/>
                  <a:pt x="33400" y="4201"/>
                  <a:pt x="33398" y="4206"/>
                </a:cubicBezTo>
                <a:lnTo>
                  <a:pt x="33398" y="4206"/>
                </a:lnTo>
                <a:cubicBezTo>
                  <a:pt x="33401" y="4203"/>
                  <a:pt x="33403" y="4201"/>
                  <a:pt x="33406" y="4198"/>
                </a:cubicBezTo>
                <a:cubicBezTo>
                  <a:pt x="33405" y="4196"/>
                  <a:pt x="33404" y="4193"/>
                  <a:pt x="33404" y="4190"/>
                </a:cubicBezTo>
                <a:close/>
                <a:moveTo>
                  <a:pt x="78354" y="2056"/>
                </a:moveTo>
                <a:cubicBezTo>
                  <a:pt x="78937" y="2697"/>
                  <a:pt x="79301" y="3134"/>
                  <a:pt x="79549" y="3543"/>
                </a:cubicBezTo>
                <a:cubicBezTo>
                  <a:pt x="79447" y="3601"/>
                  <a:pt x="79272" y="3688"/>
                  <a:pt x="79068" y="3819"/>
                </a:cubicBezTo>
                <a:cubicBezTo>
                  <a:pt x="78645" y="3426"/>
                  <a:pt x="78310" y="3207"/>
                  <a:pt x="78310" y="3207"/>
                </a:cubicBezTo>
                <a:lnTo>
                  <a:pt x="78310" y="3207"/>
                </a:lnTo>
                <a:cubicBezTo>
                  <a:pt x="78529" y="3484"/>
                  <a:pt x="78703" y="3732"/>
                  <a:pt x="78864" y="3936"/>
                </a:cubicBezTo>
                <a:cubicBezTo>
                  <a:pt x="78835" y="3965"/>
                  <a:pt x="78806" y="3980"/>
                  <a:pt x="78791" y="3994"/>
                </a:cubicBezTo>
                <a:cubicBezTo>
                  <a:pt x="78645" y="4082"/>
                  <a:pt x="78514" y="4184"/>
                  <a:pt x="78368" y="4300"/>
                </a:cubicBezTo>
                <a:cubicBezTo>
                  <a:pt x="78339" y="4271"/>
                  <a:pt x="78310" y="4228"/>
                  <a:pt x="78281" y="4198"/>
                </a:cubicBezTo>
                <a:cubicBezTo>
                  <a:pt x="78412" y="4067"/>
                  <a:pt x="78558" y="3921"/>
                  <a:pt x="78718" y="3761"/>
                </a:cubicBezTo>
                <a:lnTo>
                  <a:pt x="78718" y="3761"/>
                </a:lnTo>
                <a:cubicBezTo>
                  <a:pt x="78718" y="3761"/>
                  <a:pt x="78499" y="3878"/>
                  <a:pt x="78179" y="4082"/>
                </a:cubicBezTo>
                <a:cubicBezTo>
                  <a:pt x="78135" y="4053"/>
                  <a:pt x="78106" y="4009"/>
                  <a:pt x="78062" y="3980"/>
                </a:cubicBezTo>
                <a:cubicBezTo>
                  <a:pt x="78106" y="3790"/>
                  <a:pt x="78150" y="3615"/>
                  <a:pt x="78208" y="3441"/>
                </a:cubicBezTo>
                <a:lnTo>
                  <a:pt x="78208" y="3441"/>
                </a:lnTo>
                <a:cubicBezTo>
                  <a:pt x="78208" y="3441"/>
                  <a:pt x="78106" y="3601"/>
                  <a:pt x="77975" y="3892"/>
                </a:cubicBezTo>
                <a:cubicBezTo>
                  <a:pt x="77727" y="3674"/>
                  <a:pt x="77494" y="3513"/>
                  <a:pt x="77333" y="3411"/>
                </a:cubicBezTo>
                <a:cubicBezTo>
                  <a:pt x="77552" y="3062"/>
                  <a:pt x="77785" y="2712"/>
                  <a:pt x="78033" y="2362"/>
                </a:cubicBezTo>
                <a:cubicBezTo>
                  <a:pt x="78135" y="2260"/>
                  <a:pt x="78237" y="2158"/>
                  <a:pt x="78354" y="2056"/>
                </a:cubicBezTo>
                <a:close/>
                <a:moveTo>
                  <a:pt x="95654" y="2610"/>
                </a:moveTo>
                <a:cubicBezTo>
                  <a:pt x="95858" y="2989"/>
                  <a:pt x="95974" y="3324"/>
                  <a:pt x="96047" y="3776"/>
                </a:cubicBezTo>
                <a:cubicBezTo>
                  <a:pt x="95974" y="3965"/>
                  <a:pt x="95916" y="4198"/>
                  <a:pt x="95858" y="4432"/>
                </a:cubicBezTo>
                <a:cubicBezTo>
                  <a:pt x="95756" y="4359"/>
                  <a:pt x="95668" y="4286"/>
                  <a:pt x="95581" y="4228"/>
                </a:cubicBezTo>
                <a:cubicBezTo>
                  <a:pt x="95683" y="4096"/>
                  <a:pt x="95800" y="3965"/>
                  <a:pt x="95931" y="3805"/>
                </a:cubicBezTo>
                <a:lnTo>
                  <a:pt x="95931" y="3805"/>
                </a:lnTo>
                <a:cubicBezTo>
                  <a:pt x="95931" y="3805"/>
                  <a:pt x="95741" y="3922"/>
                  <a:pt x="95464" y="4140"/>
                </a:cubicBezTo>
                <a:cubicBezTo>
                  <a:pt x="95333" y="4053"/>
                  <a:pt x="95260" y="3994"/>
                  <a:pt x="95260" y="3994"/>
                </a:cubicBezTo>
                <a:lnTo>
                  <a:pt x="95260" y="3994"/>
                </a:lnTo>
                <a:cubicBezTo>
                  <a:pt x="95319" y="4067"/>
                  <a:pt x="95362" y="4126"/>
                  <a:pt x="95406" y="4184"/>
                </a:cubicBezTo>
                <a:cubicBezTo>
                  <a:pt x="95348" y="4228"/>
                  <a:pt x="95275" y="4286"/>
                  <a:pt x="95217" y="4344"/>
                </a:cubicBezTo>
                <a:cubicBezTo>
                  <a:pt x="95202" y="4286"/>
                  <a:pt x="95187" y="4228"/>
                  <a:pt x="95173" y="4184"/>
                </a:cubicBezTo>
                <a:cubicBezTo>
                  <a:pt x="95319" y="3484"/>
                  <a:pt x="95435" y="3047"/>
                  <a:pt x="95654" y="2610"/>
                </a:cubicBezTo>
                <a:close/>
                <a:moveTo>
                  <a:pt x="78106" y="4388"/>
                </a:moveTo>
                <a:cubicBezTo>
                  <a:pt x="78120" y="4417"/>
                  <a:pt x="78135" y="4432"/>
                  <a:pt x="78150" y="4461"/>
                </a:cubicBezTo>
                <a:cubicBezTo>
                  <a:pt x="78135" y="4475"/>
                  <a:pt x="78135" y="4490"/>
                  <a:pt x="78120" y="4490"/>
                </a:cubicBezTo>
                <a:lnTo>
                  <a:pt x="78048" y="4446"/>
                </a:lnTo>
                <a:cubicBezTo>
                  <a:pt x="78062" y="4417"/>
                  <a:pt x="78091" y="4402"/>
                  <a:pt x="78106" y="4388"/>
                </a:cubicBezTo>
                <a:close/>
                <a:moveTo>
                  <a:pt x="93599" y="3980"/>
                </a:moveTo>
                <a:lnTo>
                  <a:pt x="93599" y="3980"/>
                </a:lnTo>
                <a:cubicBezTo>
                  <a:pt x="93555" y="4140"/>
                  <a:pt x="93497" y="4315"/>
                  <a:pt x="93438" y="4504"/>
                </a:cubicBezTo>
                <a:cubicBezTo>
                  <a:pt x="93409" y="4432"/>
                  <a:pt x="93380" y="4373"/>
                  <a:pt x="93336" y="4300"/>
                </a:cubicBezTo>
                <a:cubicBezTo>
                  <a:pt x="93424" y="4198"/>
                  <a:pt x="93497" y="4082"/>
                  <a:pt x="93599" y="3980"/>
                </a:cubicBezTo>
                <a:close/>
                <a:moveTo>
                  <a:pt x="79563" y="3586"/>
                </a:moveTo>
                <a:cubicBezTo>
                  <a:pt x="79636" y="3688"/>
                  <a:pt x="79695" y="3805"/>
                  <a:pt x="79738" y="3907"/>
                </a:cubicBezTo>
                <a:cubicBezTo>
                  <a:pt x="79797" y="4053"/>
                  <a:pt x="79855" y="4184"/>
                  <a:pt x="79899" y="4330"/>
                </a:cubicBezTo>
                <a:cubicBezTo>
                  <a:pt x="79840" y="4388"/>
                  <a:pt x="79782" y="4461"/>
                  <a:pt x="79724" y="4534"/>
                </a:cubicBezTo>
                <a:cubicBezTo>
                  <a:pt x="79549" y="4315"/>
                  <a:pt x="79359" y="4096"/>
                  <a:pt x="79184" y="3921"/>
                </a:cubicBezTo>
                <a:cubicBezTo>
                  <a:pt x="79301" y="3819"/>
                  <a:pt x="79432" y="3703"/>
                  <a:pt x="79563" y="3586"/>
                </a:cubicBezTo>
                <a:close/>
                <a:moveTo>
                  <a:pt x="93963" y="3601"/>
                </a:moveTo>
                <a:cubicBezTo>
                  <a:pt x="94123" y="3805"/>
                  <a:pt x="94255" y="3994"/>
                  <a:pt x="94371" y="4169"/>
                </a:cubicBezTo>
                <a:cubicBezTo>
                  <a:pt x="94225" y="4286"/>
                  <a:pt x="93992" y="4490"/>
                  <a:pt x="93715" y="4752"/>
                </a:cubicBezTo>
                <a:cubicBezTo>
                  <a:pt x="93730" y="4417"/>
                  <a:pt x="93759" y="4096"/>
                  <a:pt x="93803" y="3761"/>
                </a:cubicBezTo>
                <a:cubicBezTo>
                  <a:pt x="93847" y="3703"/>
                  <a:pt x="93905" y="3659"/>
                  <a:pt x="93963" y="3601"/>
                </a:cubicBezTo>
                <a:close/>
                <a:moveTo>
                  <a:pt x="57629" y="3892"/>
                </a:moveTo>
                <a:lnTo>
                  <a:pt x="57629" y="3892"/>
                </a:lnTo>
                <a:cubicBezTo>
                  <a:pt x="57599" y="4023"/>
                  <a:pt x="57570" y="4155"/>
                  <a:pt x="57556" y="4300"/>
                </a:cubicBezTo>
                <a:cubicBezTo>
                  <a:pt x="57439" y="4446"/>
                  <a:pt x="57337" y="4606"/>
                  <a:pt x="57220" y="4781"/>
                </a:cubicBezTo>
                <a:cubicBezTo>
                  <a:pt x="57206" y="4679"/>
                  <a:pt x="57191" y="4577"/>
                  <a:pt x="57177" y="4475"/>
                </a:cubicBezTo>
                <a:cubicBezTo>
                  <a:pt x="57308" y="4286"/>
                  <a:pt x="57454" y="4096"/>
                  <a:pt x="57629" y="3892"/>
                </a:cubicBezTo>
                <a:close/>
                <a:moveTo>
                  <a:pt x="77290" y="3455"/>
                </a:moveTo>
                <a:cubicBezTo>
                  <a:pt x="77538" y="3703"/>
                  <a:pt x="77727" y="3892"/>
                  <a:pt x="77873" y="4067"/>
                </a:cubicBezTo>
                <a:cubicBezTo>
                  <a:pt x="77844" y="4126"/>
                  <a:pt x="77814" y="4184"/>
                  <a:pt x="77785" y="4242"/>
                </a:cubicBezTo>
                <a:cubicBezTo>
                  <a:pt x="77508" y="4038"/>
                  <a:pt x="77319" y="3922"/>
                  <a:pt x="77319" y="3921"/>
                </a:cubicBezTo>
                <a:lnTo>
                  <a:pt x="77319" y="3921"/>
                </a:lnTo>
                <a:cubicBezTo>
                  <a:pt x="77465" y="4096"/>
                  <a:pt x="77596" y="4242"/>
                  <a:pt x="77727" y="4388"/>
                </a:cubicBezTo>
                <a:cubicBezTo>
                  <a:pt x="77727" y="4402"/>
                  <a:pt x="77712" y="4417"/>
                  <a:pt x="77712" y="4417"/>
                </a:cubicBezTo>
                <a:cubicBezTo>
                  <a:pt x="77567" y="4534"/>
                  <a:pt x="77421" y="4665"/>
                  <a:pt x="77275" y="4796"/>
                </a:cubicBezTo>
                <a:cubicBezTo>
                  <a:pt x="77290" y="4767"/>
                  <a:pt x="77290" y="4738"/>
                  <a:pt x="77290" y="4709"/>
                </a:cubicBezTo>
                <a:cubicBezTo>
                  <a:pt x="77333" y="4650"/>
                  <a:pt x="77377" y="4592"/>
                  <a:pt x="77435" y="4519"/>
                </a:cubicBezTo>
                <a:cubicBezTo>
                  <a:pt x="77494" y="4475"/>
                  <a:pt x="77552" y="4417"/>
                  <a:pt x="77610" y="4359"/>
                </a:cubicBezTo>
                <a:lnTo>
                  <a:pt x="77610" y="4359"/>
                </a:lnTo>
                <a:cubicBezTo>
                  <a:pt x="77610" y="4359"/>
                  <a:pt x="77494" y="4417"/>
                  <a:pt x="77319" y="4519"/>
                </a:cubicBezTo>
                <a:cubicBezTo>
                  <a:pt x="77333" y="4315"/>
                  <a:pt x="77319" y="4213"/>
                  <a:pt x="77319" y="4213"/>
                </a:cubicBezTo>
                <a:cubicBezTo>
                  <a:pt x="77261" y="4344"/>
                  <a:pt x="77217" y="4475"/>
                  <a:pt x="77159" y="4592"/>
                </a:cubicBezTo>
                <a:cubicBezTo>
                  <a:pt x="77100" y="4636"/>
                  <a:pt x="77042" y="4665"/>
                  <a:pt x="76984" y="4709"/>
                </a:cubicBezTo>
                <a:cubicBezTo>
                  <a:pt x="76955" y="4694"/>
                  <a:pt x="76940" y="4679"/>
                  <a:pt x="76911" y="4665"/>
                </a:cubicBezTo>
                <a:cubicBezTo>
                  <a:pt x="76867" y="4577"/>
                  <a:pt x="76809" y="4504"/>
                  <a:pt x="76750" y="4432"/>
                </a:cubicBezTo>
                <a:cubicBezTo>
                  <a:pt x="76780" y="4373"/>
                  <a:pt x="76794" y="4315"/>
                  <a:pt x="76809" y="4271"/>
                </a:cubicBezTo>
                <a:cubicBezTo>
                  <a:pt x="76955" y="4009"/>
                  <a:pt x="77115" y="3732"/>
                  <a:pt x="77290" y="3455"/>
                </a:cubicBezTo>
                <a:close/>
                <a:moveTo>
                  <a:pt x="112998" y="4665"/>
                </a:moveTo>
                <a:cubicBezTo>
                  <a:pt x="113012" y="4679"/>
                  <a:pt x="113012" y="4709"/>
                  <a:pt x="113027" y="4723"/>
                </a:cubicBezTo>
                <a:cubicBezTo>
                  <a:pt x="113012" y="4752"/>
                  <a:pt x="112983" y="4767"/>
                  <a:pt x="112968" y="4796"/>
                </a:cubicBezTo>
                <a:cubicBezTo>
                  <a:pt x="112983" y="4752"/>
                  <a:pt x="112998" y="4709"/>
                  <a:pt x="112998" y="4665"/>
                </a:cubicBezTo>
                <a:close/>
                <a:moveTo>
                  <a:pt x="111569" y="4840"/>
                </a:moveTo>
                <a:cubicBezTo>
                  <a:pt x="111567" y="4842"/>
                  <a:pt x="111566" y="4844"/>
                  <a:pt x="111564" y="4846"/>
                </a:cubicBezTo>
                <a:lnTo>
                  <a:pt x="111564" y="4846"/>
                </a:lnTo>
                <a:cubicBezTo>
                  <a:pt x="111567" y="4842"/>
                  <a:pt x="111569" y="4840"/>
                  <a:pt x="111569" y="4840"/>
                </a:cubicBezTo>
                <a:close/>
                <a:moveTo>
                  <a:pt x="56585" y="4569"/>
                </a:moveTo>
                <a:lnTo>
                  <a:pt x="56585" y="4569"/>
                </a:lnTo>
                <a:cubicBezTo>
                  <a:pt x="56594" y="4605"/>
                  <a:pt x="56596" y="4642"/>
                  <a:pt x="56608" y="4679"/>
                </a:cubicBezTo>
                <a:cubicBezTo>
                  <a:pt x="56550" y="4738"/>
                  <a:pt x="56506" y="4796"/>
                  <a:pt x="56463" y="4854"/>
                </a:cubicBezTo>
                <a:cubicBezTo>
                  <a:pt x="56503" y="4759"/>
                  <a:pt x="56544" y="4664"/>
                  <a:pt x="56585" y="4569"/>
                </a:cubicBezTo>
                <a:close/>
                <a:moveTo>
                  <a:pt x="111564" y="4846"/>
                </a:moveTo>
                <a:lnTo>
                  <a:pt x="111564" y="4846"/>
                </a:lnTo>
                <a:cubicBezTo>
                  <a:pt x="111559" y="4852"/>
                  <a:pt x="111549" y="4865"/>
                  <a:pt x="111540" y="4883"/>
                </a:cubicBezTo>
                <a:cubicBezTo>
                  <a:pt x="111553" y="4871"/>
                  <a:pt x="111554" y="4858"/>
                  <a:pt x="111564" y="4846"/>
                </a:cubicBezTo>
                <a:close/>
                <a:moveTo>
                  <a:pt x="66432" y="4811"/>
                </a:moveTo>
                <a:lnTo>
                  <a:pt x="66432" y="4811"/>
                </a:lnTo>
                <a:cubicBezTo>
                  <a:pt x="66475" y="4854"/>
                  <a:pt x="66505" y="4883"/>
                  <a:pt x="66548" y="4927"/>
                </a:cubicBezTo>
                <a:cubicBezTo>
                  <a:pt x="66519" y="4956"/>
                  <a:pt x="66490" y="4971"/>
                  <a:pt x="66461" y="5000"/>
                </a:cubicBezTo>
                <a:cubicBezTo>
                  <a:pt x="66446" y="4927"/>
                  <a:pt x="66432" y="4869"/>
                  <a:pt x="66432" y="4811"/>
                </a:cubicBezTo>
                <a:close/>
                <a:moveTo>
                  <a:pt x="87288" y="3295"/>
                </a:moveTo>
                <a:cubicBezTo>
                  <a:pt x="87390" y="3528"/>
                  <a:pt x="87477" y="3747"/>
                  <a:pt x="87565" y="3980"/>
                </a:cubicBezTo>
                <a:cubicBezTo>
                  <a:pt x="87405" y="4402"/>
                  <a:pt x="87259" y="4738"/>
                  <a:pt x="87069" y="5029"/>
                </a:cubicBezTo>
                <a:cubicBezTo>
                  <a:pt x="86982" y="4869"/>
                  <a:pt x="86894" y="4723"/>
                  <a:pt x="86807" y="4563"/>
                </a:cubicBezTo>
                <a:cubicBezTo>
                  <a:pt x="86953" y="4169"/>
                  <a:pt x="87113" y="3747"/>
                  <a:pt x="87288" y="3295"/>
                </a:cubicBezTo>
                <a:close/>
                <a:moveTo>
                  <a:pt x="80030" y="4883"/>
                </a:moveTo>
                <a:cubicBezTo>
                  <a:pt x="80044" y="4942"/>
                  <a:pt x="80059" y="5000"/>
                  <a:pt x="80059" y="5058"/>
                </a:cubicBezTo>
                <a:cubicBezTo>
                  <a:pt x="80044" y="5029"/>
                  <a:pt x="80015" y="4985"/>
                  <a:pt x="80001" y="4956"/>
                </a:cubicBezTo>
                <a:cubicBezTo>
                  <a:pt x="80001" y="4927"/>
                  <a:pt x="80015" y="4913"/>
                  <a:pt x="80030" y="4883"/>
                </a:cubicBezTo>
                <a:close/>
                <a:moveTo>
                  <a:pt x="84548" y="2653"/>
                </a:moveTo>
                <a:cubicBezTo>
                  <a:pt x="84781" y="2916"/>
                  <a:pt x="84956" y="3134"/>
                  <a:pt x="85102" y="3353"/>
                </a:cubicBezTo>
                <a:cubicBezTo>
                  <a:pt x="84839" y="3849"/>
                  <a:pt x="84592" y="4402"/>
                  <a:pt x="84431" y="4971"/>
                </a:cubicBezTo>
                <a:cubicBezTo>
                  <a:pt x="84373" y="5000"/>
                  <a:pt x="84300" y="5044"/>
                  <a:pt x="84242" y="5087"/>
                </a:cubicBezTo>
                <a:cubicBezTo>
                  <a:pt x="84082" y="4811"/>
                  <a:pt x="83892" y="4577"/>
                  <a:pt x="83688" y="4373"/>
                </a:cubicBezTo>
                <a:cubicBezTo>
                  <a:pt x="83673" y="4257"/>
                  <a:pt x="83659" y="4140"/>
                  <a:pt x="83659" y="4023"/>
                </a:cubicBezTo>
                <a:cubicBezTo>
                  <a:pt x="83834" y="3615"/>
                  <a:pt x="84096" y="3207"/>
                  <a:pt x="84548" y="2653"/>
                </a:cubicBezTo>
                <a:close/>
                <a:moveTo>
                  <a:pt x="82755" y="3703"/>
                </a:moveTo>
                <a:cubicBezTo>
                  <a:pt x="82886" y="3834"/>
                  <a:pt x="83003" y="3951"/>
                  <a:pt x="83105" y="4067"/>
                </a:cubicBezTo>
                <a:cubicBezTo>
                  <a:pt x="82945" y="4359"/>
                  <a:pt x="82814" y="4679"/>
                  <a:pt x="82726" y="5029"/>
                </a:cubicBezTo>
                <a:cubicBezTo>
                  <a:pt x="82697" y="5058"/>
                  <a:pt x="82668" y="5087"/>
                  <a:pt x="82639" y="5102"/>
                </a:cubicBezTo>
                <a:cubicBezTo>
                  <a:pt x="82624" y="5102"/>
                  <a:pt x="82609" y="5087"/>
                  <a:pt x="82595" y="5073"/>
                </a:cubicBezTo>
                <a:cubicBezTo>
                  <a:pt x="82449" y="4811"/>
                  <a:pt x="82347" y="4534"/>
                  <a:pt x="82333" y="4242"/>
                </a:cubicBezTo>
                <a:cubicBezTo>
                  <a:pt x="82449" y="4067"/>
                  <a:pt x="82595" y="3892"/>
                  <a:pt x="82755" y="3703"/>
                </a:cubicBezTo>
                <a:close/>
                <a:moveTo>
                  <a:pt x="78820" y="4271"/>
                </a:moveTo>
                <a:cubicBezTo>
                  <a:pt x="78849" y="4563"/>
                  <a:pt x="78864" y="4840"/>
                  <a:pt x="78864" y="5131"/>
                </a:cubicBezTo>
                <a:cubicBezTo>
                  <a:pt x="78776" y="4913"/>
                  <a:pt x="78674" y="4723"/>
                  <a:pt x="78543" y="4534"/>
                </a:cubicBezTo>
                <a:cubicBezTo>
                  <a:pt x="78631" y="4446"/>
                  <a:pt x="78718" y="4359"/>
                  <a:pt x="78820" y="4271"/>
                </a:cubicBezTo>
                <a:close/>
                <a:moveTo>
                  <a:pt x="85452" y="4023"/>
                </a:moveTo>
                <a:cubicBezTo>
                  <a:pt x="85568" y="4315"/>
                  <a:pt x="85656" y="4650"/>
                  <a:pt x="85743" y="5087"/>
                </a:cubicBezTo>
                <a:cubicBezTo>
                  <a:pt x="85743" y="5102"/>
                  <a:pt x="85728" y="5131"/>
                  <a:pt x="85728" y="5146"/>
                </a:cubicBezTo>
                <a:cubicBezTo>
                  <a:pt x="85626" y="4898"/>
                  <a:pt x="85524" y="4592"/>
                  <a:pt x="85408" y="4242"/>
                </a:cubicBezTo>
                <a:cubicBezTo>
                  <a:pt x="85422" y="4169"/>
                  <a:pt x="85437" y="4096"/>
                  <a:pt x="85452" y="4023"/>
                </a:cubicBezTo>
                <a:close/>
                <a:moveTo>
                  <a:pt x="109223" y="5175"/>
                </a:moveTo>
                <a:lnTo>
                  <a:pt x="109223" y="5175"/>
                </a:lnTo>
                <a:cubicBezTo>
                  <a:pt x="109208" y="5189"/>
                  <a:pt x="109208" y="5204"/>
                  <a:pt x="109208" y="5204"/>
                </a:cubicBezTo>
                <a:cubicBezTo>
                  <a:pt x="109217" y="5187"/>
                  <a:pt x="109223" y="5175"/>
                  <a:pt x="109223" y="5175"/>
                </a:cubicBezTo>
                <a:close/>
                <a:moveTo>
                  <a:pt x="95508" y="4315"/>
                </a:moveTo>
                <a:cubicBezTo>
                  <a:pt x="95610" y="4432"/>
                  <a:pt x="95712" y="4548"/>
                  <a:pt x="95800" y="4665"/>
                </a:cubicBezTo>
                <a:cubicBezTo>
                  <a:pt x="95683" y="4840"/>
                  <a:pt x="95581" y="5044"/>
                  <a:pt x="95493" y="5248"/>
                </a:cubicBezTo>
                <a:cubicBezTo>
                  <a:pt x="95435" y="5102"/>
                  <a:pt x="95362" y="4971"/>
                  <a:pt x="95289" y="4840"/>
                </a:cubicBezTo>
                <a:cubicBezTo>
                  <a:pt x="95275" y="4767"/>
                  <a:pt x="95275" y="4694"/>
                  <a:pt x="95260" y="4621"/>
                </a:cubicBezTo>
                <a:cubicBezTo>
                  <a:pt x="95333" y="4534"/>
                  <a:pt x="95421" y="4417"/>
                  <a:pt x="95508" y="4315"/>
                </a:cubicBezTo>
                <a:close/>
                <a:moveTo>
                  <a:pt x="78995" y="4111"/>
                </a:moveTo>
                <a:cubicBezTo>
                  <a:pt x="79184" y="4402"/>
                  <a:pt x="79345" y="4636"/>
                  <a:pt x="79461" y="4869"/>
                </a:cubicBezTo>
                <a:cubicBezTo>
                  <a:pt x="79418" y="4927"/>
                  <a:pt x="79388" y="4985"/>
                  <a:pt x="79345" y="5029"/>
                </a:cubicBezTo>
                <a:cubicBezTo>
                  <a:pt x="79272" y="4985"/>
                  <a:pt x="79228" y="4971"/>
                  <a:pt x="79228" y="4971"/>
                </a:cubicBezTo>
                <a:lnTo>
                  <a:pt x="79228" y="4971"/>
                </a:lnTo>
                <a:cubicBezTo>
                  <a:pt x="79257" y="5000"/>
                  <a:pt x="79286" y="5029"/>
                  <a:pt x="79316" y="5073"/>
                </a:cubicBezTo>
                <a:cubicBezTo>
                  <a:pt x="79272" y="5131"/>
                  <a:pt x="79228" y="5189"/>
                  <a:pt x="79184" y="5262"/>
                </a:cubicBezTo>
                <a:cubicBezTo>
                  <a:pt x="79068" y="4796"/>
                  <a:pt x="78951" y="4432"/>
                  <a:pt x="78878" y="4213"/>
                </a:cubicBezTo>
                <a:cubicBezTo>
                  <a:pt x="78908" y="4184"/>
                  <a:pt x="78951" y="4155"/>
                  <a:pt x="78995" y="4111"/>
                </a:cubicBezTo>
                <a:close/>
                <a:moveTo>
                  <a:pt x="83746" y="4854"/>
                </a:moveTo>
                <a:lnTo>
                  <a:pt x="83746" y="4854"/>
                </a:lnTo>
                <a:cubicBezTo>
                  <a:pt x="83834" y="4985"/>
                  <a:pt x="83892" y="5131"/>
                  <a:pt x="83950" y="5306"/>
                </a:cubicBezTo>
                <a:cubicBezTo>
                  <a:pt x="83921" y="5321"/>
                  <a:pt x="83877" y="5350"/>
                  <a:pt x="83848" y="5394"/>
                </a:cubicBezTo>
                <a:cubicBezTo>
                  <a:pt x="83805" y="5219"/>
                  <a:pt x="83775" y="5044"/>
                  <a:pt x="83746" y="4854"/>
                </a:cubicBezTo>
                <a:close/>
                <a:moveTo>
                  <a:pt x="57527" y="4854"/>
                </a:moveTo>
                <a:cubicBezTo>
                  <a:pt x="57541" y="4985"/>
                  <a:pt x="57556" y="5117"/>
                  <a:pt x="57570" y="5248"/>
                </a:cubicBezTo>
                <a:cubicBezTo>
                  <a:pt x="57556" y="5321"/>
                  <a:pt x="57541" y="5394"/>
                  <a:pt x="57527" y="5466"/>
                </a:cubicBezTo>
                <a:cubicBezTo>
                  <a:pt x="57468" y="5379"/>
                  <a:pt x="57425" y="5291"/>
                  <a:pt x="57381" y="5204"/>
                </a:cubicBezTo>
                <a:cubicBezTo>
                  <a:pt x="57425" y="5087"/>
                  <a:pt x="57483" y="4971"/>
                  <a:pt x="57527" y="4854"/>
                </a:cubicBezTo>
                <a:close/>
                <a:moveTo>
                  <a:pt x="90436" y="4927"/>
                </a:moveTo>
                <a:cubicBezTo>
                  <a:pt x="90465" y="5102"/>
                  <a:pt x="90494" y="5277"/>
                  <a:pt x="90538" y="5466"/>
                </a:cubicBezTo>
                <a:cubicBezTo>
                  <a:pt x="90480" y="5306"/>
                  <a:pt x="90407" y="5160"/>
                  <a:pt x="90319" y="5015"/>
                </a:cubicBezTo>
                <a:cubicBezTo>
                  <a:pt x="90363" y="4985"/>
                  <a:pt x="90407" y="4956"/>
                  <a:pt x="90436" y="4927"/>
                </a:cubicBezTo>
                <a:close/>
                <a:moveTo>
                  <a:pt x="97038" y="3528"/>
                </a:moveTo>
                <a:cubicBezTo>
                  <a:pt x="97213" y="3805"/>
                  <a:pt x="97344" y="4038"/>
                  <a:pt x="97446" y="4271"/>
                </a:cubicBezTo>
                <a:cubicBezTo>
                  <a:pt x="97228" y="4650"/>
                  <a:pt x="97024" y="5058"/>
                  <a:pt x="96863" y="5496"/>
                </a:cubicBezTo>
                <a:cubicBezTo>
                  <a:pt x="96820" y="5437"/>
                  <a:pt x="96776" y="5379"/>
                  <a:pt x="96747" y="5335"/>
                </a:cubicBezTo>
                <a:cubicBezTo>
                  <a:pt x="96849" y="4825"/>
                  <a:pt x="96834" y="4344"/>
                  <a:pt x="96732" y="3907"/>
                </a:cubicBezTo>
                <a:cubicBezTo>
                  <a:pt x="96820" y="3790"/>
                  <a:pt x="96922" y="3659"/>
                  <a:pt x="97038" y="3528"/>
                </a:cubicBezTo>
                <a:close/>
                <a:moveTo>
                  <a:pt x="68618" y="3091"/>
                </a:moveTo>
                <a:cubicBezTo>
                  <a:pt x="68822" y="3309"/>
                  <a:pt x="68997" y="3513"/>
                  <a:pt x="69128" y="3717"/>
                </a:cubicBezTo>
                <a:cubicBezTo>
                  <a:pt x="68836" y="4082"/>
                  <a:pt x="68312" y="4752"/>
                  <a:pt x="67875" y="5525"/>
                </a:cubicBezTo>
                <a:cubicBezTo>
                  <a:pt x="67816" y="5189"/>
                  <a:pt x="67758" y="4840"/>
                  <a:pt x="67729" y="4461"/>
                </a:cubicBezTo>
                <a:cubicBezTo>
                  <a:pt x="67904" y="4038"/>
                  <a:pt x="68181" y="3645"/>
                  <a:pt x="68618" y="3091"/>
                </a:cubicBezTo>
                <a:close/>
                <a:moveTo>
                  <a:pt x="78179" y="4942"/>
                </a:moveTo>
                <a:cubicBezTo>
                  <a:pt x="78310" y="5102"/>
                  <a:pt x="78412" y="5248"/>
                  <a:pt x="78514" y="5379"/>
                </a:cubicBezTo>
                <a:cubicBezTo>
                  <a:pt x="78529" y="5437"/>
                  <a:pt x="78543" y="5496"/>
                  <a:pt x="78558" y="5554"/>
                </a:cubicBezTo>
                <a:cubicBezTo>
                  <a:pt x="78295" y="5364"/>
                  <a:pt x="78091" y="5233"/>
                  <a:pt x="77989" y="5175"/>
                </a:cubicBezTo>
                <a:cubicBezTo>
                  <a:pt x="78048" y="5102"/>
                  <a:pt x="78106" y="5015"/>
                  <a:pt x="78179" y="4942"/>
                </a:cubicBezTo>
                <a:close/>
                <a:moveTo>
                  <a:pt x="90640" y="4548"/>
                </a:moveTo>
                <a:lnTo>
                  <a:pt x="90640" y="4548"/>
                </a:lnTo>
                <a:cubicBezTo>
                  <a:pt x="90815" y="4752"/>
                  <a:pt x="90961" y="4927"/>
                  <a:pt x="91092" y="5102"/>
                </a:cubicBezTo>
                <a:cubicBezTo>
                  <a:pt x="91077" y="5262"/>
                  <a:pt x="91048" y="5408"/>
                  <a:pt x="90990" y="5568"/>
                </a:cubicBezTo>
                <a:cubicBezTo>
                  <a:pt x="90859" y="5277"/>
                  <a:pt x="90757" y="4956"/>
                  <a:pt x="90640" y="4548"/>
                </a:cubicBezTo>
                <a:close/>
                <a:moveTo>
                  <a:pt x="37618" y="5568"/>
                </a:moveTo>
                <a:lnTo>
                  <a:pt x="37603" y="5583"/>
                </a:lnTo>
                <a:cubicBezTo>
                  <a:pt x="37618" y="5583"/>
                  <a:pt x="37618" y="5568"/>
                  <a:pt x="37618" y="5568"/>
                </a:cubicBezTo>
                <a:close/>
                <a:moveTo>
                  <a:pt x="37574" y="5598"/>
                </a:moveTo>
                <a:cubicBezTo>
                  <a:pt x="37574" y="5598"/>
                  <a:pt x="37574" y="5598"/>
                  <a:pt x="37574" y="5598"/>
                </a:cubicBezTo>
                <a:lnTo>
                  <a:pt x="37574" y="5598"/>
                </a:lnTo>
                <a:cubicBezTo>
                  <a:pt x="37574" y="5598"/>
                  <a:pt x="37574" y="5598"/>
                  <a:pt x="37574" y="5598"/>
                </a:cubicBezTo>
                <a:cubicBezTo>
                  <a:pt x="37574" y="5598"/>
                  <a:pt x="37574" y="5598"/>
                  <a:pt x="37574" y="5598"/>
                </a:cubicBezTo>
                <a:close/>
                <a:moveTo>
                  <a:pt x="69784" y="5321"/>
                </a:moveTo>
                <a:cubicBezTo>
                  <a:pt x="69798" y="5394"/>
                  <a:pt x="69813" y="5452"/>
                  <a:pt x="69828" y="5525"/>
                </a:cubicBezTo>
                <a:cubicBezTo>
                  <a:pt x="69813" y="5554"/>
                  <a:pt x="69798" y="5583"/>
                  <a:pt x="69784" y="5612"/>
                </a:cubicBezTo>
                <a:cubicBezTo>
                  <a:pt x="69784" y="5525"/>
                  <a:pt x="69784" y="5423"/>
                  <a:pt x="69784" y="5321"/>
                </a:cubicBezTo>
                <a:close/>
                <a:moveTo>
                  <a:pt x="105477" y="5146"/>
                </a:moveTo>
                <a:cubicBezTo>
                  <a:pt x="105550" y="5321"/>
                  <a:pt x="105594" y="5466"/>
                  <a:pt x="105623" y="5598"/>
                </a:cubicBezTo>
                <a:cubicBezTo>
                  <a:pt x="105594" y="5612"/>
                  <a:pt x="105550" y="5627"/>
                  <a:pt x="105506" y="5641"/>
                </a:cubicBezTo>
                <a:cubicBezTo>
                  <a:pt x="105433" y="5510"/>
                  <a:pt x="105360" y="5408"/>
                  <a:pt x="105302" y="5350"/>
                </a:cubicBezTo>
                <a:cubicBezTo>
                  <a:pt x="105360" y="5277"/>
                  <a:pt x="105404" y="5219"/>
                  <a:pt x="105477" y="5146"/>
                </a:cubicBezTo>
                <a:close/>
                <a:moveTo>
                  <a:pt x="66636" y="5029"/>
                </a:moveTo>
                <a:cubicBezTo>
                  <a:pt x="66709" y="5117"/>
                  <a:pt x="66781" y="5204"/>
                  <a:pt x="66854" y="5277"/>
                </a:cubicBezTo>
                <a:cubicBezTo>
                  <a:pt x="66811" y="5408"/>
                  <a:pt x="66781" y="5525"/>
                  <a:pt x="66752" y="5656"/>
                </a:cubicBezTo>
                <a:cubicBezTo>
                  <a:pt x="66650" y="5496"/>
                  <a:pt x="66577" y="5335"/>
                  <a:pt x="66519" y="5160"/>
                </a:cubicBezTo>
                <a:cubicBezTo>
                  <a:pt x="66548" y="5117"/>
                  <a:pt x="66592" y="5073"/>
                  <a:pt x="66636" y="5029"/>
                </a:cubicBezTo>
                <a:close/>
                <a:moveTo>
                  <a:pt x="47616" y="4694"/>
                </a:moveTo>
                <a:lnTo>
                  <a:pt x="47616" y="4694"/>
                </a:lnTo>
                <a:cubicBezTo>
                  <a:pt x="47558" y="5102"/>
                  <a:pt x="47499" y="5437"/>
                  <a:pt x="47412" y="5729"/>
                </a:cubicBezTo>
                <a:cubicBezTo>
                  <a:pt x="47339" y="5583"/>
                  <a:pt x="47281" y="5423"/>
                  <a:pt x="47251" y="5262"/>
                </a:cubicBezTo>
                <a:cubicBezTo>
                  <a:pt x="47353" y="5087"/>
                  <a:pt x="47470" y="4913"/>
                  <a:pt x="47616" y="4694"/>
                </a:cubicBezTo>
                <a:close/>
                <a:moveTo>
                  <a:pt x="65805" y="4155"/>
                </a:moveTo>
                <a:lnTo>
                  <a:pt x="65805" y="4155"/>
                </a:lnTo>
                <a:cubicBezTo>
                  <a:pt x="65790" y="4388"/>
                  <a:pt x="65790" y="4621"/>
                  <a:pt x="65834" y="4869"/>
                </a:cubicBezTo>
                <a:cubicBezTo>
                  <a:pt x="65630" y="5131"/>
                  <a:pt x="65426" y="5423"/>
                  <a:pt x="65266" y="5729"/>
                </a:cubicBezTo>
                <a:cubicBezTo>
                  <a:pt x="65368" y="4985"/>
                  <a:pt x="65455" y="4650"/>
                  <a:pt x="65805" y="4155"/>
                </a:cubicBezTo>
                <a:close/>
                <a:moveTo>
                  <a:pt x="99589" y="4752"/>
                </a:moveTo>
                <a:cubicBezTo>
                  <a:pt x="99443" y="5146"/>
                  <a:pt x="99327" y="5452"/>
                  <a:pt x="99181" y="5729"/>
                </a:cubicBezTo>
                <a:cubicBezTo>
                  <a:pt x="99166" y="5568"/>
                  <a:pt x="99152" y="5408"/>
                  <a:pt x="99166" y="5248"/>
                </a:cubicBezTo>
                <a:cubicBezTo>
                  <a:pt x="99283" y="5102"/>
                  <a:pt x="99429" y="4942"/>
                  <a:pt x="99589" y="4752"/>
                </a:cubicBezTo>
                <a:close/>
                <a:moveTo>
                  <a:pt x="86457" y="5612"/>
                </a:moveTo>
                <a:cubicBezTo>
                  <a:pt x="86472" y="5656"/>
                  <a:pt x="86486" y="5700"/>
                  <a:pt x="86501" y="5729"/>
                </a:cubicBezTo>
                <a:cubicBezTo>
                  <a:pt x="86486" y="5758"/>
                  <a:pt x="86472" y="5772"/>
                  <a:pt x="86457" y="5787"/>
                </a:cubicBezTo>
                <a:cubicBezTo>
                  <a:pt x="86457" y="5729"/>
                  <a:pt x="86457" y="5670"/>
                  <a:pt x="86457" y="5612"/>
                </a:cubicBezTo>
                <a:close/>
                <a:moveTo>
                  <a:pt x="56725" y="5204"/>
                </a:moveTo>
                <a:cubicBezTo>
                  <a:pt x="56754" y="5291"/>
                  <a:pt x="56783" y="5379"/>
                  <a:pt x="56812" y="5452"/>
                </a:cubicBezTo>
                <a:cubicBezTo>
                  <a:pt x="56754" y="5568"/>
                  <a:pt x="56696" y="5685"/>
                  <a:pt x="56638" y="5802"/>
                </a:cubicBezTo>
                <a:cubicBezTo>
                  <a:pt x="56623" y="5787"/>
                  <a:pt x="56608" y="5758"/>
                  <a:pt x="56594" y="5729"/>
                </a:cubicBezTo>
                <a:lnTo>
                  <a:pt x="56565" y="5568"/>
                </a:lnTo>
                <a:cubicBezTo>
                  <a:pt x="56608" y="5452"/>
                  <a:pt x="56667" y="5321"/>
                  <a:pt x="56725" y="5204"/>
                </a:cubicBezTo>
                <a:close/>
                <a:moveTo>
                  <a:pt x="92739" y="5496"/>
                </a:moveTo>
                <a:lnTo>
                  <a:pt x="92739" y="5496"/>
                </a:lnTo>
                <a:cubicBezTo>
                  <a:pt x="92724" y="5583"/>
                  <a:pt x="92710" y="5656"/>
                  <a:pt x="92710" y="5743"/>
                </a:cubicBezTo>
                <a:lnTo>
                  <a:pt x="92637" y="5816"/>
                </a:lnTo>
                <a:cubicBezTo>
                  <a:pt x="92666" y="5700"/>
                  <a:pt x="92695" y="5598"/>
                  <a:pt x="92739" y="5496"/>
                </a:cubicBezTo>
                <a:close/>
                <a:moveTo>
                  <a:pt x="105273" y="5379"/>
                </a:moveTo>
                <a:cubicBezTo>
                  <a:pt x="105302" y="5496"/>
                  <a:pt x="105346" y="5598"/>
                  <a:pt x="105375" y="5685"/>
                </a:cubicBezTo>
                <a:cubicBezTo>
                  <a:pt x="105244" y="5729"/>
                  <a:pt x="105113" y="5787"/>
                  <a:pt x="104982" y="5860"/>
                </a:cubicBezTo>
                <a:cubicBezTo>
                  <a:pt x="104996" y="5831"/>
                  <a:pt x="105011" y="5802"/>
                  <a:pt x="105025" y="5772"/>
                </a:cubicBezTo>
                <a:cubicBezTo>
                  <a:pt x="105084" y="5729"/>
                  <a:pt x="105142" y="5700"/>
                  <a:pt x="105215" y="5656"/>
                </a:cubicBezTo>
                <a:lnTo>
                  <a:pt x="105215" y="5656"/>
                </a:lnTo>
                <a:cubicBezTo>
                  <a:pt x="105215" y="5656"/>
                  <a:pt x="105156" y="5670"/>
                  <a:pt x="105054" y="5700"/>
                </a:cubicBezTo>
                <a:cubicBezTo>
                  <a:pt x="105127" y="5598"/>
                  <a:pt x="105186" y="5496"/>
                  <a:pt x="105273" y="5379"/>
                </a:cubicBezTo>
                <a:close/>
                <a:moveTo>
                  <a:pt x="33624" y="4709"/>
                </a:moveTo>
                <a:lnTo>
                  <a:pt x="33624" y="4709"/>
                </a:lnTo>
                <a:cubicBezTo>
                  <a:pt x="33843" y="5058"/>
                  <a:pt x="34032" y="5423"/>
                  <a:pt x="34207" y="5787"/>
                </a:cubicBezTo>
                <a:cubicBezTo>
                  <a:pt x="34193" y="5816"/>
                  <a:pt x="34178" y="5845"/>
                  <a:pt x="34163" y="5874"/>
                </a:cubicBezTo>
                <a:cubicBezTo>
                  <a:pt x="34047" y="5831"/>
                  <a:pt x="33945" y="5787"/>
                  <a:pt x="33857" y="5758"/>
                </a:cubicBezTo>
                <a:cubicBezTo>
                  <a:pt x="33785" y="5350"/>
                  <a:pt x="33697" y="5000"/>
                  <a:pt x="33624" y="4709"/>
                </a:cubicBezTo>
                <a:close/>
                <a:moveTo>
                  <a:pt x="55632" y="4854"/>
                </a:moveTo>
                <a:cubicBezTo>
                  <a:pt x="55778" y="5015"/>
                  <a:pt x="55894" y="5146"/>
                  <a:pt x="55982" y="5291"/>
                </a:cubicBezTo>
                <a:cubicBezTo>
                  <a:pt x="55880" y="5481"/>
                  <a:pt x="55792" y="5670"/>
                  <a:pt x="55705" y="5889"/>
                </a:cubicBezTo>
                <a:cubicBezTo>
                  <a:pt x="55661" y="5583"/>
                  <a:pt x="55617" y="5262"/>
                  <a:pt x="55588" y="4913"/>
                </a:cubicBezTo>
                <a:cubicBezTo>
                  <a:pt x="55603" y="4898"/>
                  <a:pt x="55617" y="4869"/>
                  <a:pt x="55632" y="4854"/>
                </a:cubicBezTo>
                <a:close/>
                <a:moveTo>
                  <a:pt x="70935" y="5670"/>
                </a:moveTo>
                <a:lnTo>
                  <a:pt x="70935" y="5685"/>
                </a:lnTo>
                <a:cubicBezTo>
                  <a:pt x="70935" y="5700"/>
                  <a:pt x="70935" y="5729"/>
                  <a:pt x="70950" y="5743"/>
                </a:cubicBezTo>
                <a:cubicBezTo>
                  <a:pt x="70906" y="5802"/>
                  <a:pt x="70862" y="5860"/>
                  <a:pt x="70819" y="5904"/>
                </a:cubicBezTo>
                <a:cubicBezTo>
                  <a:pt x="70804" y="5904"/>
                  <a:pt x="70804" y="5904"/>
                  <a:pt x="70804" y="5889"/>
                </a:cubicBezTo>
                <a:cubicBezTo>
                  <a:pt x="70848" y="5816"/>
                  <a:pt x="70877" y="5743"/>
                  <a:pt x="70935" y="5670"/>
                </a:cubicBezTo>
                <a:close/>
                <a:moveTo>
                  <a:pt x="84023" y="5525"/>
                </a:moveTo>
                <a:cubicBezTo>
                  <a:pt x="84052" y="5641"/>
                  <a:pt x="84096" y="5758"/>
                  <a:pt x="84125" y="5904"/>
                </a:cubicBezTo>
                <a:cubicBezTo>
                  <a:pt x="84052" y="5845"/>
                  <a:pt x="83979" y="5787"/>
                  <a:pt x="83921" y="5743"/>
                </a:cubicBezTo>
                <a:cubicBezTo>
                  <a:pt x="83907" y="5714"/>
                  <a:pt x="83907" y="5700"/>
                  <a:pt x="83907" y="5670"/>
                </a:cubicBezTo>
                <a:cubicBezTo>
                  <a:pt x="83936" y="5627"/>
                  <a:pt x="83979" y="5568"/>
                  <a:pt x="84023" y="5525"/>
                </a:cubicBezTo>
                <a:close/>
                <a:moveTo>
                  <a:pt x="105652" y="5743"/>
                </a:moveTo>
                <a:cubicBezTo>
                  <a:pt x="105667" y="5802"/>
                  <a:pt x="105681" y="5860"/>
                  <a:pt x="105681" y="5918"/>
                </a:cubicBezTo>
                <a:cubicBezTo>
                  <a:pt x="105652" y="5874"/>
                  <a:pt x="105623" y="5816"/>
                  <a:pt x="105594" y="5772"/>
                </a:cubicBezTo>
                <a:lnTo>
                  <a:pt x="105652" y="5743"/>
                </a:lnTo>
                <a:close/>
                <a:moveTo>
                  <a:pt x="61505" y="5248"/>
                </a:moveTo>
                <a:cubicBezTo>
                  <a:pt x="61564" y="5364"/>
                  <a:pt x="61622" y="5481"/>
                  <a:pt x="61666" y="5612"/>
                </a:cubicBezTo>
                <a:cubicBezTo>
                  <a:pt x="61578" y="5714"/>
                  <a:pt x="61491" y="5831"/>
                  <a:pt x="61374" y="5947"/>
                </a:cubicBezTo>
                <a:cubicBezTo>
                  <a:pt x="61374" y="5831"/>
                  <a:pt x="61389" y="5700"/>
                  <a:pt x="61403" y="5568"/>
                </a:cubicBezTo>
                <a:cubicBezTo>
                  <a:pt x="61433" y="5466"/>
                  <a:pt x="61462" y="5364"/>
                  <a:pt x="61505" y="5248"/>
                </a:cubicBezTo>
                <a:close/>
                <a:moveTo>
                  <a:pt x="89518" y="5758"/>
                </a:moveTo>
                <a:cubicBezTo>
                  <a:pt x="89532" y="5772"/>
                  <a:pt x="89547" y="5802"/>
                  <a:pt x="89562" y="5816"/>
                </a:cubicBezTo>
                <a:cubicBezTo>
                  <a:pt x="89503" y="5860"/>
                  <a:pt x="89430" y="5904"/>
                  <a:pt x="89372" y="5947"/>
                </a:cubicBezTo>
                <a:cubicBezTo>
                  <a:pt x="89416" y="5874"/>
                  <a:pt x="89460" y="5816"/>
                  <a:pt x="89518" y="5758"/>
                </a:cubicBezTo>
                <a:close/>
                <a:moveTo>
                  <a:pt x="94400" y="4198"/>
                </a:moveTo>
                <a:cubicBezTo>
                  <a:pt x="94459" y="4300"/>
                  <a:pt x="94532" y="4402"/>
                  <a:pt x="94590" y="4490"/>
                </a:cubicBezTo>
                <a:cubicBezTo>
                  <a:pt x="94575" y="4665"/>
                  <a:pt x="94575" y="4825"/>
                  <a:pt x="94575" y="5015"/>
                </a:cubicBezTo>
                <a:cubicBezTo>
                  <a:pt x="94357" y="5277"/>
                  <a:pt x="94138" y="5583"/>
                  <a:pt x="93963" y="5947"/>
                </a:cubicBezTo>
                <a:cubicBezTo>
                  <a:pt x="93905" y="5656"/>
                  <a:pt x="93817" y="5379"/>
                  <a:pt x="93715" y="5117"/>
                </a:cubicBezTo>
                <a:lnTo>
                  <a:pt x="93715" y="5029"/>
                </a:lnTo>
                <a:cubicBezTo>
                  <a:pt x="93934" y="4752"/>
                  <a:pt x="94153" y="4461"/>
                  <a:pt x="94400" y="4198"/>
                </a:cubicBezTo>
                <a:close/>
                <a:moveTo>
                  <a:pt x="36918" y="5496"/>
                </a:moveTo>
                <a:cubicBezTo>
                  <a:pt x="36933" y="5641"/>
                  <a:pt x="36947" y="5802"/>
                  <a:pt x="36947" y="5962"/>
                </a:cubicBezTo>
                <a:cubicBezTo>
                  <a:pt x="36947" y="5962"/>
                  <a:pt x="36947" y="5962"/>
                  <a:pt x="36933" y="5976"/>
                </a:cubicBezTo>
                <a:cubicBezTo>
                  <a:pt x="36918" y="5947"/>
                  <a:pt x="36889" y="5933"/>
                  <a:pt x="36874" y="5918"/>
                </a:cubicBezTo>
                <a:cubicBezTo>
                  <a:pt x="36889" y="5772"/>
                  <a:pt x="36903" y="5641"/>
                  <a:pt x="36918" y="5496"/>
                </a:cubicBezTo>
                <a:close/>
                <a:moveTo>
                  <a:pt x="112079" y="3295"/>
                </a:moveTo>
                <a:cubicBezTo>
                  <a:pt x="112313" y="3557"/>
                  <a:pt x="112502" y="3776"/>
                  <a:pt x="112648" y="3994"/>
                </a:cubicBezTo>
                <a:cubicBezTo>
                  <a:pt x="112313" y="4592"/>
                  <a:pt x="112021" y="5291"/>
                  <a:pt x="111875" y="5976"/>
                </a:cubicBezTo>
                <a:cubicBezTo>
                  <a:pt x="111759" y="5510"/>
                  <a:pt x="111628" y="5131"/>
                  <a:pt x="111540" y="4883"/>
                </a:cubicBezTo>
                <a:cubicBezTo>
                  <a:pt x="111467" y="4694"/>
                  <a:pt x="111424" y="4578"/>
                  <a:pt x="111424" y="4577"/>
                </a:cubicBezTo>
                <a:lnTo>
                  <a:pt x="111424" y="4577"/>
                </a:lnTo>
                <a:cubicBezTo>
                  <a:pt x="111453" y="4694"/>
                  <a:pt x="111467" y="4811"/>
                  <a:pt x="111482" y="4942"/>
                </a:cubicBezTo>
                <a:cubicBezTo>
                  <a:pt x="111424" y="5000"/>
                  <a:pt x="111351" y="5087"/>
                  <a:pt x="111249" y="5204"/>
                </a:cubicBezTo>
                <a:cubicBezTo>
                  <a:pt x="111234" y="5029"/>
                  <a:pt x="111205" y="4854"/>
                  <a:pt x="111190" y="4679"/>
                </a:cubicBezTo>
                <a:cubicBezTo>
                  <a:pt x="111365" y="4257"/>
                  <a:pt x="111642" y="3863"/>
                  <a:pt x="112079" y="3295"/>
                </a:cubicBezTo>
                <a:close/>
                <a:moveTo>
                  <a:pt x="85160" y="5743"/>
                </a:moveTo>
                <a:cubicBezTo>
                  <a:pt x="85160" y="5816"/>
                  <a:pt x="85175" y="5889"/>
                  <a:pt x="85189" y="5962"/>
                </a:cubicBezTo>
                <a:cubicBezTo>
                  <a:pt x="85160" y="5962"/>
                  <a:pt x="85145" y="5976"/>
                  <a:pt x="85131" y="5991"/>
                </a:cubicBezTo>
                <a:cubicBezTo>
                  <a:pt x="85131" y="5918"/>
                  <a:pt x="85145" y="5831"/>
                  <a:pt x="85160" y="5743"/>
                </a:cubicBezTo>
                <a:close/>
                <a:moveTo>
                  <a:pt x="89066" y="3921"/>
                </a:moveTo>
                <a:cubicBezTo>
                  <a:pt x="89372" y="4300"/>
                  <a:pt x="89576" y="4621"/>
                  <a:pt x="89722" y="4942"/>
                </a:cubicBezTo>
                <a:cubicBezTo>
                  <a:pt x="89722" y="5073"/>
                  <a:pt x="89707" y="5189"/>
                  <a:pt x="89693" y="5306"/>
                </a:cubicBezTo>
                <a:cubicBezTo>
                  <a:pt x="89620" y="5350"/>
                  <a:pt x="89562" y="5408"/>
                  <a:pt x="89489" y="5452"/>
                </a:cubicBezTo>
                <a:cubicBezTo>
                  <a:pt x="89212" y="5219"/>
                  <a:pt x="89008" y="5088"/>
                  <a:pt x="89008" y="5087"/>
                </a:cubicBezTo>
                <a:lnTo>
                  <a:pt x="89008" y="5087"/>
                </a:lnTo>
                <a:cubicBezTo>
                  <a:pt x="89139" y="5262"/>
                  <a:pt x="89256" y="5408"/>
                  <a:pt x="89372" y="5568"/>
                </a:cubicBezTo>
                <a:cubicBezTo>
                  <a:pt x="89226" y="5700"/>
                  <a:pt x="89081" y="5845"/>
                  <a:pt x="88949" y="6006"/>
                </a:cubicBezTo>
                <a:cubicBezTo>
                  <a:pt x="88906" y="5874"/>
                  <a:pt x="88862" y="5729"/>
                  <a:pt x="88818" y="5598"/>
                </a:cubicBezTo>
                <a:cubicBezTo>
                  <a:pt x="88847" y="5510"/>
                  <a:pt x="88877" y="5408"/>
                  <a:pt x="88906" y="5306"/>
                </a:cubicBezTo>
                <a:lnTo>
                  <a:pt x="88906" y="5306"/>
                </a:lnTo>
                <a:cubicBezTo>
                  <a:pt x="88906" y="5306"/>
                  <a:pt x="88862" y="5379"/>
                  <a:pt x="88789" y="5510"/>
                </a:cubicBezTo>
                <a:cubicBezTo>
                  <a:pt x="88673" y="5204"/>
                  <a:pt x="88527" y="4898"/>
                  <a:pt x="88381" y="4606"/>
                </a:cubicBezTo>
                <a:cubicBezTo>
                  <a:pt x="88556" y="4402"/>
                  <a:pt x="88789" y="4184"/>
                  <a:pt x="89066" y="3921"/>
                </a:cubicBezTo>
                <a:close/>
                <a:moveTo>
                  <a:pt x="71883" y="4723"/>
                </a:moveTo>
                <a:cubicBezTo>
                  <a:pt x="71999" y="4825"/>
                  <a:pt x="72101" y="4927"/>
                  <a:pt x="72189" y="5029"/>
                </a:cubicBezTo>
                <a:cubicBezTo>
                  <a:pt x="71999" y="5321"/>
                  <a:pt x="71824" y="5656"/>
                  <a:pt x="71722" y="6020"/>
                </a:cubicBezTo>
                <a:cubicBezTo>
                  <a:pt x="71649" y="5889"/>
                  <a:pt x="71606" y="5758"/>
                  <a:pt x="71562" y="5627"/>
                </a:cubicBezTo>
                <a:cubicBezTo>
                  <a:pt x="71708" y="5306"/>
                  <a:pt x="71810" y="5000"/>
                  <a:pt x="71883" y="4723"/>
                </a:cubicBezTo>
                <a:close/>
                <a:moveTo>
                  <a:pt x="59392" y="2887"/>
                </a:moveTo>
                <a:cubicBezTo>
                  <a:pt x="59465" y="2974"/>
                  <a:pt x="59538" y="3047"/>
                  <a:pt x="59596" y="3120"/>
                </a:cubicBezTo>
                <a:lnTo>
                  <a:pt x="59596" y="3134"/>
                </a:lnTo>
                <a:cubicBezTo>
                  <a:pt x="59465" y="3062"/>
                  <a:pt x="59392" y="3032"/>
                  <a:pt x="59392" y="3032"/>
                </a:cubicBezTo>
                <a:lnTo>
                  <a:pt x="59392" y="3032"/>
                </a:lnTo>
                <a:cubicBezTo>
                  <a:pt x="59538" y="3149"/>
                  <a:pt x="59669" y="3266"/>
                  <a:pt x="59786" y="3368"/>
                </a:cubicBezTo>
                <a:cubicBezTo>
                  <a:pt x="59844" y="3441"/>
                  <a:pt x="59902" y="3513"/>
                  <a:pt x="59946" y="3586"/>
                </a:cubicBezTo>
                <a:cubicBezTo>
                  <a:pt x="59829" y="3790"/>
                  <a:pt x="59727" y="4009"/>
                  <a:pt x="59625" y="4242"/>
                </a:cubicBezTo>
                <a:cubicBezTo>
                  <a:pt x="59567" y="4315"/>
                  <a:pt x="59494" y="4402"/>
                  <a:pt x="59436" y="4490"/>
                </a:cubicBezTo>
                <a:cubicBezTo>
                  <a:pt x="59378" y="4082"/>
                  <a:pt x="59334" y="3674"/>
                  <a:pt x="59348" y="3266"/>
                </a:cubicBezTo>
                <a:lnTo>
                  <a:pt x="59348" y="3266"/>
                </a:lnTo>
                <a:cubicBezTo>
                  <a:pt x="59348" y="3266"/>
                  <a:pt x="59115" y="4067"/>
                  <a:pt x="59071" y="5117"/>
                </a:cubicBezTo>
                <a:cubicBezTo>
                  <a:pt x="58940" y="5394"/>
                  <a:pt x="58838" y="5700"/>
                  <a:pt x="58780" y="6035"/>
                </a:cubicBezTo>
                <a:cubicBezTo>
                  <a:pt x="58693" y="5700"/>
                  <a:pt x="58634" y="5321"/>
                  <a:pt x="58576" y="4927"/>
                </a:cubicBezTo>
                <a:cubicBezTo>
                  <a:pt x="58707" y="4738"/>
                  <a:pt x="58853" y="4519"/>
                  <a:pt x="59028" y="4271"/>
                </a:cubicBezTo>
                <a:lnTo>
                  <a:pt x="59028" y="4271"/>
                </a:lnTo>
                <a:cubicBezTo>
                  <a:pt x="59028" y="4271"/>
                  <a:pt x="58824" y="4417"/>
                  <a:pt x="58532" y="4679"/>
                </a:cubicBezTo>
                <a:cubicBezTo>
                  <a:pt x="58518" y="4548"/>
                  <a:pt x="58503" y="4402"/>
                  <a:pt x="58503" y="4257"/>
                </a:cubicBezTo>
                <a:cubicBezTo>
                  <a:pt x="58678" y="3849"/>
                  <a:pt x="58940" y="3441"/>
                  <a:pt x="59392" y="2887"/>
                </a:cubicBezTo>
                <a:close/>
                <a:moveTo>
                  <a:pt x="85320" y="4665"/>
                </a:moveTo>
                <a:cubicBezTo>
                  <a:pt x="85335" y="4956"/>
                  <a:pt x="85393" y="5321"/>
                  <a:pt x="85539" y="5714"/>
                </a:cubicBezTo>
                <a:cubicBezTo>
                  <a:pt x="85495" y="5845"/>
                  <a:pt x="85466" y="5976"/>
                  <a:pt x="85437" y="6093"/>
                </a:cubicBezTo>
                <a:cubicBezTo>
                  <a:pt x="85350" y="5845"/>
                  <a:pt x="85262" y="5641"/>
                  <a:pt x="85189" y="5481"/>
                </a:cubicBezTo>
                <a:cubicBezTo>
                  <a:pt x="85218" y="5233"/>
                  <a:pt x="85262" y="4956"/>
                  <a:pt x="85320" y="4665"/>
                </a:cubicBezTo>
                <a:close/>
                <a:moveTo>
                  <a:pt x="91544" y="5802"/>
                </a:moveTo>
                <a:cubicBezTo>
                  <a:pt x="91573" y="5845"/>
                  <a:pt x="91602" y="5904"/>
                  <a:pt x="91617" y="5947"/>
                </a:cubicBezTo>
                <a:cubicBezTo>
                  <a:pt x="91573" y="5991"/>
                  <a:pt x="91515" y="6049"/>
                  <a:pt x="91442" y="6108"/>
                </a:cubicBezTo>
                <a:cubicBezTo>
                  <a:pt x="91485" y="6006"/>
                  <a:pt x="91515" y="5904"/>
                  <a:pt x="91544" y="5802"/>
                </a:cubicBezTo>
                <a:close/>
                <a:moveTo>
                  <a:pt x="33901" y="5860"/>
                </a:moveTo>
                <a:cubicBezTo>
                  <a:pt x="33974" y="5904"/>
                  <a:pt x="34032" y="5947"/>
                  <a:pt x="34105" y="5991"/>
                </a:cubicBezTo>
                <a:cubicBezTo>
                  <a:pt x="34091" y="6035"/>
                  <a:pt x="34061" y="6093"/>
                  <a:pt x="34047" y="6137"/>
                </a:cubicBezTo>
                <a:cubicBezTo>
                  <a:pt x="33989" y="6049"/>
                  <a:pt x="33945" y="5947"/>
                  <a:pt x="33901" y="5860"/>
                </a:cubicBezTo>
                <a:close/>
                <a:moveTo>
                  <a:pt x="81779" y="5204"/>
                </a:moveTo>
                <a:cubicBezTo>
                  <a:pt x="81808" y="5262"/>
                  <a:pt x="81837" y="5321"/>
                  <a:pt x="81866" y="5364"/>
                </a:cubicBezTo>
                <a:cubicBezTo>
                  <a:pt x="81866" y="5525"/>
                  <a:pt x="81866" y="5670"/>
                  <a:pt x="81866" y="5831"/>
                </a:cubicBezTo>
                <a:cubicBezTo>
                  <a:pt x="81808" y="5933"/>
                  <a:pt x="81750" y="6035"/>
                  <a:pt x="81691" y="6137"/>
                </a:cubicBezTo>
                <a:cubicBezTo>
                  <a:pt x="81648" y="6064"/>
                  <a:pt x="81604" y="6006"/>
                  <a:pt x="81560" y="5933"/>
                </a:cubicBezTo>
                <a:cubicBezTo>
                  <a:pt x="81618" y="5670"/>
                  <a:pt x="81677" y="5437"/>
                  <a:pt x="81779" y="5204"/>
                </a:cubicBezTo>
                <a:close/>
                <a:moveTo>
                  <a:pt x="106220" y="5845"/>
                </a:moveTo>
                <a:cubicBezTo>
                  <a:pt x="106177" y="5962"/>
                  <a:pt x="106147" y="6064"/>
                  <a:pt x="106104" y="6166"/>
                </a:cubicBezTo>
                <a:cubicBezTo>
                  <a:pt x="106075" y="6122"/>
                  <a:pt x="106045" y="6079"/>
                  <a:pt x="106016" y="6035"/>
                </a:cubicBezTo>
                <a:cubicBezTo>
                  <a:pt x="106089" y="5976"/>
                  <a:pt x="106147" y="5918"/>
                  <a:pt x="106220" y="5845"/>
                </a:cubicBezTo>
                <a:close/>
                <a:moveTo>
                  <a:pt x="32502" y="4592"/>
                </a:moveTo>
                <a:cubicBezTo>
                  <a:pt x="32604" y="4723"/>
                  <a:pt x="32706" y="4840"/>
                  <a:pt x="32793" y="4956"/>
                </a:cubicBezTo>
                <a:cubicBezTo>
                  <a:pt x="32589" y="5291"/>
                  <a:pt x="32400" y="5714"/>
                  <a:pt x="32312" y="6181"/>
                </a:cubicBezTo>
                <a:cubicBezTo>
                  <a:pt x="32196" y="5874"/>
                  <a:pt x="32050" y="5583"/>
                  <a:pt x="31904" y="5306"/>
                </a:cubicBezTo>
                <a:cubicBezTo>
                  <a:pt x="32050" y="5087"/>
                  <a:pt x="32254" y="4854"/>
                  <a:pt x="32502" y="4592"/>
                </a:cubicBezTo>
                <a:close/>
                <a:moveTo>
                  <a:pt x="74812" y="5641"/>
                </a:moveTo>
                <a:cubicBezTo>
                  <a:pt x="74841" y="5802"/>
                  <a:pt x="74856" y="5976"/>
                  <a:pt x="74885" y="6181"/>
                </a:cubicBezTo>
                <a:cubicBezTo>
                  <a:pt x="74870" y="6195"/>
                  <a:pt x="74870" y="6224"/>
                  <a:pt x="74856" y="6239"/>
                </a:cubicBezTo>
                <a:cubicBezTo>
                  <a:pt x="74841" y="6195"/>
                  <a:pt x="74812" y="6151"/>
                  <a:pt x="74797" y="6093"/>
                </a:cubicBezTo>
                <a:cubicBezTo>
                  <a:pt x="74797" y="5947"/>
                  <a:pt x="74797" y="5802"/>
                  <a:pt x="74812" y="5641"/>
                </a:cubicBezTo>
                <a:close/>
                <a:moveTo>
                  <a:pt x="73879" y="3659"/>
                </a:moveTo>
                <a:cubicBezTo>
                  <a:pt x="74098" y="3936"/>
                  <a:pt x="74258" y="4169"/>
                  <a:pt x="74389" y="4402"/>
                </a:cubicBezTo>
                <a:cubicBezTo>
                  <a:pt x="74010" y="4956"/>
                  <a:pt x="73646" y="5583"/>
                  <a:pt x="73427" y="6253"/>
                </a:cubicBezTo>
                <a:cubicBezTo>
                  <a:pt x="73282" y="5933"/>
                  <a:pt x="73063" y="5656"/>
                  <a:pt x="72844" y="5423"/>
                </a:cubicBezTo>
                <a:cubicBezTo>
                  <a:pt x="72830" y="5262"/>
                  <a:pt x="72830" y="5087"/>
                  <a:pt x="72830" y="4927"/>
                </a:cubicBezTo>
                <a:cubicBezTo>
                  <a:pt x="73063" y="4534"/>
                  <a:pt x="73369" y="4169"/>
                  <a:pt x="73879" y="3659"/>
                </a:cubicBezTo>
                <a:close/>
                <a:moveTo>
                  <a:pt x="109354" y="3790"/>
                </a:moveTo>
                <a:lnTo>
                  <a:pt x="109354" y="3790"/>
                </a:lnTo>
                <a:cubicBezTo>
                  <a:pt x="109252" y="4184"/>
                  <a:pt x="109237" y="4621"/>
                  <a:pt x="109310" y="5087"/>
                </a:cubicBezTo>
                <a:cubicBezTo>
                  <a:pt x="109281" y="5131"/>
                  <a:pt x="109237" y="5160"/>
                  <a:pt x="109208" y="5204"/>
                </a:cubicBezTo>
                <a:cubicBezTo>
                  <a:pt x="109204" y="5213"/>
                  <a:pt x="109199" y="5223"/>
                  <a:pt x="109194" y="5233"/>
                </a:cubicBezTo>
                <a:cubicBezTo>
                  <a:pt x="108975" y="5510"/>
                  <a:pt x="108785" y="5831"/>
                  <a:pt x="108625" y="6181"/>
                </a:cubicBezTo>
                <a:cubicBezTo>
                  <a:pt x="108581" y="6210"/>
                  <a:pt x="108523" y="6239"/>
                  <a:pt x="108465" y="6283"/>
                </a:cubicBezTo>
                <a:cubicBezTo>
                  <a:pt x="108494" y="6166"/>
                  <a:pt x="108538" y="6049"/>
                  <a:pt x="108567" y="5933"/>
                </a:cubicBezTo>
                <a:lnTo>
                  <a:pt x="108567" y="5933"/>
                </a:lnTo>
                <a:cubicBezTo>
                  <a:pt x="108567" y="5933"/>
                  <a:pt x="108509" y="6049"/>
                  <a:pt x="108392" y="6253"/>
                </a:cubicBezTo>
                <a:cubicBezTo>
                  <a:pt x="108348" y="5976"/>
                  <a:pt x="108319" y="5685"/>
                  <a:pt x="108290" y="5394"/>
                </a:cubicBezTo>
                <a:cubicBezTo>
                  <a:pt x="108334" y="5262"/>
                  <a:pt x="108392" y="5146"/>
                  <a:pt x="108450" y="5015"/>
                </a:cubicBezTo>
                <a:cubicBezTo>
                  <a:pt x="108654" y="4636"/>
                  <a:pt x="108917" y="4271"/>
                  <a:pt x="109354" y="3790"/>
                </a:cubicBezTo>
                <a:close/>
                <a:moveTo>
                  <a:pt x="36962" y="6210"/>
                </a:moveTo>
                <a:lnTo>
                  <a:pt x="36962" y="6283"/>
                </a:lnTo>
                <a:lnTo>
                  <a:pt x="36874" y="6355"/>
                </a:lnTo>
                <a:lnTo>
                  <a:pt x="36860" y="6312"/>
                </a:lnTo>
                <a:cubicBezTo>
                  <a:pt x="36889" y="6283"/>
                  <a:pt x="36918" y="6253"/>
                  <a:pt x="36962" y="6210"/>
                </a:cubicBezTo>
                <a:close/>
                <a:moveTo>
                  <a:pt x="83965" y="5947"/>
                </a:moveTo>
                <a:lnTo>
                  <a:pt x="83965" y="5947"/>
                </a:lnTo>
                <a:cubicBezTo>
                  <a:pt x="84052" y="6035"/>
                  <a:pt x="84125" y="6108"/>
                  <a:pt x="84184" y="6181"/>
                </a:cubicBezTo>
                <a:cubicBezTo>
                  <a:pt x="84154" y="6239"/>
                  <a:pt x="84111" y="6297"/>
                  <a:pt x="84067" y="6370"/>
                </a:cubicBezTo>
                <a:cubicBezTo>
                  <a:pt x="84038" y="6239"/>
                  <a:pt x="84009" y="6093"/>
                  <a:pt x="83965" y="5947"/>
                </a:cubicBezTo>
                <a:close/>
                <a:moveTo>
                  <a:pt x="105156" y="6020"/>
                </a:moveTo>
                <a:lnTo>
                  <a:pt x="105156" y="6020"/>
                </a:lnTo>
                <a:cubicBezTo>
                  <a:pt x="105127" y="6137"/>
                  <a:pt x="105098" y="6253"/>
                  <a:pt x="105054" y="6370"/>
                </a:cubicBezTo>
                <a:cubicBezTo>
                  <a:pt x="105025" y="6297"/>
                  <a:pt x="104982" y="6224"/>
                  <a:pt x="104952" y="6151"/>
                </a:cubicBezTo>
                <a:cubicBezTo>
                  <a:pt x="105011" y="6108"/>
                  <a:pt x="105084" y="6064"/>
                  <a:pt x="105156" y="6020"/>
                </a:cubicBezTo>
                <a:close/>
                <a:moveTo>
                  <a:pt x="35533" y="5481"/>
                </a:moveTo>
                <a:cubicBezTo>
                  <a:pt x="35577" y="5568"/>
                  <a:pt x="35621" y="5656"/>
                  <a:pt x="35650" y="5743"/>
                </a:cubicBezTo>
                <a:cubicBezTo>
                  <a:pt x="35635" y="5787"/>
                  <a:pt x="35533" y="6035"/>
                  <a:pt x="35475" y="6399"/>
                </a:cubicBezTo>
                <a:cubicBezTo>
                  <a:pt x="35475" y="6108"/>
                  <a:pt x="35490" y="5787"/>
                  <a:pt x="35533" y="5481"/>
                </a:cubicBezTo>
                <a:close/>
                <a:moveTo>
                  <a:pt x="88090" y="6122"/>
                </a:moveTo>
                <a:cubicBezTo>
                  <a:pt x="88090" y="6195"/>
                  <a:pt x="88104" y="6268"/>
                  <a:pt x="88119" y="6341"/>
                </a:cubicBezTo>
                <a:cubicBezTo>
                  <a:pt x="88075" y="6355"/>
                  <a:pt x="88017" y="6385"/>
                  <a:pt x="87973" y="6414"/>
                </a:cubicBezTo>
                <a:cubicBezTo>
                  <a:pt x="88002" y="6312"/>
                  <a:pt x="88046" y="6210"/>
                  <a:pt x="88090" y="6122"/>
                </a:cubicBezTo>
                <a:close/>
                <a:moveTo>
                  <a:pt x="105477" y="6020"/>
                </a:moveTo>
                <a:cubicBezTo>
                  <a:pt x="105506" y="6108"/>
                  <a:pt x="105535" y="6195"/>
                  <a:pt x="105550" y="6283"/>
                </a:cubicBezTo>
                <a:cubicBezTo>
                  <a:pt x="105506" y="6341"/>
                  <a:pt x="105448" y="6385"/>
                  <a:pt x="105390" y="6443"/>
                </a:cubicBezTo>
                <a:cubicBezTo>
                  <a:pt x="105390" y="6428"/>
                  <a:pt x="105375" y="6428"/>
                  <a:pt x="105375" y="6414"/>
                </a:cubicBezTo>
                <a:cubicBezTo>
                  <a:pt x="105404" y="6283"/>
                  <a:pt x="105433" y="6151"/>
                  <a:pt x="105477" y="6020"/>
                </a:cubicBezTo>
                <a:close/>
                <a:moveTo>
                  <a:pt x="105433" y="5874"/>
                </a:moveTo>
                <a:cubicBezTo>
                  <a:pt x="105433" y="5889"/>
                  <a:pt x="105448" y="5918"/>
                  <a:pt x="105448" y="5933"/>
                </a:cubicBezTo>
                <a:cubicBezTo>
                  <a:pt x="105404" y="6035"/>
                  <a:pt x="105346" y="6151"/>
                  <a:pt x="105273" y="6297"/>
                </a:cubicBezTo>
                <a:cubicBezTo>
                  <a:pt x="105244" y="6355"/>
                  <a:pt x="105229" y="6399"/>
                  <a:pt x="105200" y="6457"/>
                </a:cubicBezTo>
                <a:cubicBezTo>
                  <a:pt x="105200" y="6399"/>
                  <a:pt x="105215" y="6341"/>
                  <a:pt x="105215" y="6283"/>
                </a:cubicBezTo>
                <a:cubicBezTo>
                  <a:pt x="105215" y="6166"/>
                  <a:pt x="105215" y="6064"/>
                  <a:pt x="105215" y="5991"/>
                </a:cubicBezTo>
                <a:cubicBezTo>
                  <a:pt x="105288" y="5947"/>
                  <a:pt x="105360" y="5904"/>
                  <a:pt x="105433" y="5874"/>
                </a:cubicBezTo>
                <a:close/>
                <a:moveTo>
                  <a:pt x="105973" y="6283"/>
                </a:moveTo>
                <a:cubicBezTo>
                  <a:pt x="105987" y="6312"/>
                  <a:pt x="105987" y="6341"/>
                  <a:pt x="106002" y="6370"/>
                </a:cubicBezTo>
                <a:cubicBezTo>
                  <a:pt x="105987" y="6399"/>
                  <a:pt x="105973" y="6428"/>
                  <a:pt x="105958" y="6457"/>
                </a:cubicBezTo>
                <a:cubicBezTo>
                  <a:pt x="105973" y="6399"/>
                  <a:pt x="105973" y="6341"/>
                  <a:pt x="105973" y="6283"/>
                </a:cubicBezTo>
                <a:close/>
                <a:moveTo>
                  <a:pt x="77989" y="5189"/>
                </a:moveTo>
                <a:cubicBezTo>
                  <a:pt x="78252" y="5452"/>
                  <a:pt x="78456" y="5656"/>
                  <a:pt x="78616" y="5831"/>
                </a:cubicBezTo>
                <a:cubicBezTo>
                  <a:pt x="78631" y="6049"/>
                  <a:pt x="78572" y="6268"/>
                  <a:pt x="78485" y="6472"/>
                </a:cubicBezTo>
                <a:cubicBezTo>
                  <a:pt x="78383" y="6181"/>
                  <a:pt x="78237" y="5918"/>
                  <a:pt x="78062" y="5685"/>
                </a:cubicBezTo>
                <a:cubicBezTo>
                  <a:pt x="78018" y="5539"/>
                  <a:pt x="77975" y="5408"/>
                  <a:pt x="77916" y="5291"/>
                </a:cubicBezTo>
                <a:cubicBezTo>
                  <a:pt x="77946" y="5262"/>
                  <a:pt x="77960" y="5233"/>
                  <a:pt x="77989" y="5189"/>
                </a:cubicBezTo>
                <a:close/>
                <a:moveTo>
                  <a:pt x="45663" y="5787"/>
                </a:moveTo>
                <a:cubicBezTo>
                  <a:pt x="45736" y="5933"/>
                  <a:pt x="45809" y="6108"/>
                  <a:pt x="45881" y="6297"/>
                </a:cubicBezTo>
                <a:cubicBezTo>
                  <a:pt x="45867" y="6355"/>
                  <a:pt x="45852" y="6414"/>
                  <a:pt x="45838" y="6487"/>
                </a:cubicBezTo>
                <a:cubicBezTo>
                  <a:pt x="45779" y="6253"/>
                  <a:pt x="45721" y="6020"/>
                  <a:pt x="45663" y="5787"/>
                </a:cubicBezTo>
                <a:close/>
                <a:moveTo>
                  <a:pt x="79636" y="5816"/>
                </a:moveTo>
                <a:cubicBezTo>
                  <a:pt x="79651" y="6049"/>
                  <a:pt x="79651" y="6283"/>
                  <a:pt x="79651" y="6516"/>
                </a:cubicBezTo>
                <a:cubicBezTo>
                  <a:pt x="79607" y="6399"/>
                  <a:pt x="79549" y="6283"/>
                  <a:pt x="79505" y="6166"/>
                </a:cubicBezTo>
                <a:cubicBezTo>
                  <a:pt x="79534" y="6049"/>
                  <a:pt x="79578" y="5933"/>
                  <a:pt x="79636" y="5816"/>
                </a:cubicBezTo>
                <a:close/>
                <a:moveTo>
                  <a:pt x="85189" y="6006"/>
                </a:moveTo>
                <a:cubicBezTo>
                  <a:pt x="85204" y="6181"/>
                  <a:pt x="85218" y="6355"/>
                  <a:pt x="85218" y="6530"/>
                </a:cubicBezTo>
                <a:cubicBezTo>
                  <a:pt x="85175" y="6472"/>
                  <a:pt x="85145" y="6414"/>
                  <a:pt x="85102" y="6355"/>
                </a:cubicBezTo>
                <a:cubicBezTo>
                  <a:pt x="85102" y="6268"/>
                  <a:pt x="85116" y="6166"/>
                  <a:pt x="85116" y="6049"/>
                </a:cubicBezTo>
                <a:cubicBezTo>
                  <a:pt x="85145" y="6035"/>
                  <a:pt x="85160" y="6020"/>
                  <a:pt x="85189" y="6006"/>
                </a:cubicBezTo>
                <a:close/>
                <a:moveTo>
                  <a:pt x="109631" y="6122"/>
                </a:moveTo>
                <a:cubicBezTo>
                  <a:pt x="109675" y="6224"/>
                  <a:pt x="109733" y="6341"/>
                  <a:pt x="109791" y="6443"/>
                </a:cubicBezTo>
                <a:cubicBezTo>
                  <a:pt x="109777" y="6472"/>
                  <a:pt x="109762" y="6516"/>
                  <a:pt x="109747" y="6545"/>
                </a:cubicBezTo>
                <a:cubicBezTo>
                  <a:pt x="109733" y="6516"/>
                  <a:pt x="109718" y="6487"/>
                  <a:pt x="109704" y="6457"/>
                </a:cubicBezTo>
                <a:cubicBezTo>
                  <a:pt x="109718" y="6443"/>
                  <a:pt x="109733" y="6428"/>
                  <a:pt x="109747" y="6414"/>
                </a:cubicBezTo>
                <a:lnTo>
                  <a:pt x="109747" y="6414"/>
                </a:lnTo>
                <a:cubicBezTo>
                  <a:pt x="109747" y="6414"/>
                  <a:pt x="109718" y="6414"/>
                  <a:pt x="109689" y="6443"/>
                </a:cubicBezTo>
                <a:cubicBezTo>
                  <a:pt x="109631" y="6355"/>
                  <a:pt x="109587" y="6283"/>
                  <a:pt x="109543" y="6224"/>
                </a:cubicBezTo>
                <a:cubicBezTo>
                  <a:pt x="109558" y="6195"/>
                  <a:pt x="109602" y="6166"/>
                  <a:pt x="109631" y="6122"/>
                </a:cubicBezTo>
                <a:close/>
                <a:moveTo>
                  <a:pt x="87915" y="5233"/>
                </a:moveTo>
                <a:cubicBezTo>
                  <a:pt x="87988" y="5539"/>
                  <a:pt x="88031" y="5831"/>
                  <a:pt x="88075" y="6093"/>
                </a:cubicBezTo>
                <a:cubicBezTo>
                  <a:pt x="88031" y="6166"/>
                  <a:pt x="87944" y="6297"/>
                  <a:pt x="87827" y="6501"/>
                </a:cubicBezTo>
                <a:cubicBezTo>
                  <a:pt x="87798" y="6516"/>
                  <a:pt x="87754" y="6530"/>
                  <a:pt x="87725" y="6559"/>
                </a:cubicBezTo>
                <a:cubicBezTo>
                  <a:pt x="87681" y="6399"/>
                  <a:pt x="87623" y="6239"/>
                  <a:pt x="87550" y="6079"/>
                </a:cubicBezTo>
                <a:cubicBezTo>
                  <a:pt x="87565" y="6006"/>
                  <a:pt x="87579" y="5947"/>
                  <a:pt x="87594" y="5874"/>
                </a:cubicBezTo>
                <a:cubicBezTo>
                  <a:pt x="87696" y="5641"/>
                  <a:pt x="87798" y="5423"/>
                  <a:pt x="87915" y="5233"/>
                </a:cubicBezTo>
                <a:close/>
                <a:moveTo>
                  <a:pt x="104813" y="6257"/>
                </a:moveTo>
                <a:lnTo>
                  <a:pt x="104813" y="6257"/>
                </a:lnTo>
                <a:cubicBezTo>
                  <a:pt x="104840" y="6336"/>
                  <a:pt x="104866" y="6405"/>
                  <a:pt x="104879" y="6487"/>
                </a:cubicBezTo>
                <a:cubicBezTo>
                  <a:pt x="104850" y="6501"/>
                  <a:pt x="104807" y="6530"/>
                  <a:pt x="104763" y="6574"/>
                </a:cubicBezTo>
                <a:cubicBezTo>
                  <a:pt x="104763" y="6516"/>
                  <a:pt x="104748" y="6472"/>
                  <a:pt x="104748" y="6414"/>
                </a:cubicBezTo>
                <a:cubicBezTo>
                  <a:pt x="104774" y="6361"/>
                  <a:pt x="104789" y="6309"/>
                  <a:pt x="104813" y="6257"/>
                </a:cubicBezTo>
                <a:close/>
                <a:moveTo>
                  <a:pt x="71023" y="6501"/>
                </a:moveTo>
                <a:cubicBezTo>
                  <a:pt x="71037" y="6530"/>
                  <a:pt x="71052" y="6559"/>
                  <a:pt x="71066" y="6589"/>
                </a:cubicBezTo>
                <a:lnTo>
                  <a:pt x="70950" y="6589"/>
                </a:lnTo>
                <a:cubicBezTo>
                  <a:pt x="70964" y="6559"/>
                  <a:pt x="70994" y="6530"/>
                  <a:pt x="71023" y="6501"/>
                </a:cubicBezTo>
                <a:close/>
                <a:moveTo>
                  <a:pt x="69172" y="3761"/>
                </a:moveTo>
                <a:lnTo>
                  <a:pt x="69172" y="3776"/>
                </a:lnTo>
                <a:lnTo>
                  <a:pt x="69172" y="3790"/>
                </a:lnTo>
                <a:cubicBezTo>
                  <a:pt x="68778" y="4534"/>
                  <a:pt x="68414" y="5423"/>
                  <a:pt x="68341" y="6283"/>
                </a:cubicBezTo>
                <a:cubicBezTo>
                  <a:pt x="68283" y="6399"/>
                  <a:pt x="68210" y="6501"/>
                  <a:pt x="68151" y="6603"/>
                </a:cubicBezTo>
                <a:lnTo>
                  <a:pt x="68093" y="6603"/>
                </a:lnTo>
                <a:cubicBezTo>
                  <a:pt x="68064" y="6501"/>
                  <a:pt x="68049" y="6399"/>
                  <a:pt x="68020" y="6297"/>
                </a:cubicBezTo>
                <a:cubicBezTo>
                  <a:pt x="68268" y="5568"/>
                  <a:pt x="68647" y="4636"/>
                  <a:pt x="69172" y="3761"/>
                </a:cubicBezTo>
                <a:close/>
                <a:moveTo>
                  <a:pt x="72874" y="5889"/>
                </a:moveTo>
                <a:cubicBezTo>
                  <a:pt x="72976" y="6093"/>
                  <a:pt x="73049" y="6312"/>
                  <a:pt x="73136" y="6603"/>
                </a:cubicBezTo>
                <a:lnTo>
                  <a:pt x="72932" y="6603"/>
                </a:lnTo>
                <a:cubicBezTo>
                  <a:pt x="72903" y="6370"/>
                  <a:pt x="72888" y="6137"/>
                  <a:pt x="72874" y="5889"/>
                </a:cubicBezTo>
                <a:close/>
                <a:moveTo>
                  <a:pt x="66111" y="5802"/>
                </a:moveTo>
                <a:cubicBezTo>
                  <a:pt x="66213" y="6049"/>
                  <a:pt x="66359" y="6312"/>
                  <a:pt x="66534" y="6574"/>
                </a:cubicBezTo>
                <a:cubicBezTo>
                  <a:pt x="66534" y="6589"/>
                  <a:pt x="66519" y="6603"/>
                  <a:pt x="66519" y="6618"/>
                </a:cubicBezTo>
                <a:lnTo>
                  <a:pt x="66169" y="6618"/>
                </a:lnTo>
                <a:cubicBezTo>
                  <a:pt x="66140" y="6399"/>
                  <a:pt x="66096" y="6137"/>
                  <a:pt x="66082" y="5874"/>
                </a:cubicBezTo>
                <a:cubicBezTo>
                  <a:pt x="66082" y="5860"/>
                  <a:pt x="66096" y="5831"/>
                  <a:pt x="66111" y="5802"/>
                </a:cubicBezTo>
                <a:close/>
                <a:moveTo>
                  <a:pt x="108581" y="6283"/>
                </a:moveTo>
                <a:lnTo>
                  <a:pt x="108581" y="6283"/>
                </a:lnTo>
                <a:cubicBezTo>
                  <a:pt x="108538" y="6385"/>
                  <a:pt x="108494" y="6501"/>
                  <a:pt x="108465" y="6618"/>
                </a:cubicBezTo>
                <a:cubicBezTo>
                  <a:pt x="108450" y="6559"/>
                  <a:pt x="108436" y="6501"/>
                  <a:pt x="108436" y="6443"/>
                </a:cubicBezTo>
                <a:cubicBezTo>
                  <a:pt x="108479" y="6399"/>
                  <a:pt x="108523" y="6341"/>
                  <a:pt x="108581" y="6283"/>
                </a:cubicBezTo>
                <a:close/>
                <a:moveTo>
                  <a:pt x="98700" y="5918"/>
                </a:moveTo>
                <a:cubicBezTo>
                  <a:pt x="98729" y="6064"/>
                  <a:pt x="98744" y="6210"/>
                  <a:pt x="98787" y="6355"/>
                </a:cubicBezTo>
                <a:cubicBezTo>
                  <a:pt x="98714" y="6443"/>
                  <a:pt x="98642" y="6545"/>
                  <a:pt x="98554" y="6632"/>
                </a:cubicBezTo>
                <a:cubicBezTo>
                  <a:pt x="98540" y="6530"/>
                  <a:pt x="98525" y="6428"/>
                  <a:pt x="98525" y="6297"/>
                </a:cubicBezTo>
                <a:cubicBezTo>
                  <a:pt x="98540" y="6253"/>
                  <a:pt x="98554" y="6195"/>
                  <a:pt x="98583" y="6151"/>
                </a:cubicBezTo>
                <a:cubicBezTo>
                  <a:pt x="98612" y="6079"/>
                  <a:pt x="98656" y="5991"/>
                  <a:pt x="98700" y="5918"/>
                </a:cubicBezTo>
                <a:close/>
                <a:moveTo>
                  <a:pt x="111482" y="4971"/>
                </a:moveTo>
                <a:cubicBezTo>
                  <a:pt x="111569" y="5496"/>
                  <a:pt x="111613" y="6035"/>
                  <a:pt x="111613" y="6559"/>
                </a:cubicBezTo>
                <a:cubicBezTo>
                  <a:pt x="111613" y="6574"/>
                  <a:pt x="111598" y="6589"/>
                  <a:pt x="111584" y="6603"/>
                </a:cubicBezTo>
                <a:cubicBezTo>
                  <a:pt x="111569" y="6618"/>
                  <a:pt x="111540" y="6647"/>
                  <a:pt x="111526" y="6676"/>
                </a:cubicBezTo>
                <a:cubicBezTo>
                  <a:pt x="111482" y="6457"/>
                  <a:pt x="111424" y="6210"/>
                  <a:pt x="111365" y="5947"/>
                </a:cubicBezTo>
                <a:cubicBezTo>
                  <a:pt x="111438" y="5860"/>
                  <a:pt x="111496" y="5772"/>
                  <a:pt x="111569" y="5670"/>
                </a:cubicBezTo>
                <a:lnTo>
                  <a:pt x="111569" y="5670"/>
                </a:lnTo>
                <a:cubicBezTo>
                  <a:pt x="111569" y="5671"/>
                  <a:pt x="111482" y="5758"/>
                  <a:pt x="111351" y="5889"/>
                </a:cubicBezTo>
                <a:cubicBezTo>
                  <a:pt x="111321" y="5714"/>
                  <a:pt x="111292" y="5539"/>
                  <a:pt x="111263" y="5350"/>
                </a:cubicBezTo>
                <a:cubicBezTo>
                  <a:pt x="111336" y="5219"/>
                  <a:pt x="111409" y="5102"/>
                  <a:pt x="111482" y="4971"/>
                </a:cubicBezTo>
                <a:close/>
                <a:moveTo>
                  <a:pt x="101178" y="3980"/>
                </a:moveTo>
                <a:cubicBezTo>
                  <a:pt x="101338" y="4257"/>
                  <a:pt x="101454" y="4504"/>
                  <a:pt x="101556" y="4738"/>
                </a:cubicBezTo>
                <a:cubicBezTo>
                  <a:pt x="101440" y="4913"/>
                  <a:pt x="101338" y="5117"/>
                  <a:pt x="101221" y="5321"/>
                </a:cubicBezTo>
                <a:cubicBezTo>
                  <a:pt x="101032" y="4913"/>
                  <a:pt x="100770" y="4665"/>
                  <a:pt x="100769" y="4665"/>
                </a:cubicBezTo>
                <a:lnTo>
                  <a:pt x="100769" y="4665"/>
                </a:lnTo>
                <a:cubicBezTo>
                  <a:pt x="100944" y="5044"/>
                  <a:pt x="101061" y="5306"/>
                  <a:pt x="101119" y="5539"/>
                </a:cubicBezTo>
                <a:cubicBezTo>
                  <a:pt x="100988" y="5772"/>
                  <a:pt x="100886" y="6035"/>
                  <a:pt x="100799" y="6297"/>
                </a:cubicBezTo>
                <a:cubicBezTo>
                  <a:pt x="100770" y="6268"/>
                  <a:pt x="100769" y="6254"/>
                  <a:pt x="100769" y="6253"/>
                </a:cubicBezTo>
                <a:lnTo>
                  <a:pt x="100769" y="6253"/>
                </a:lnTo>
                <a:cubicBezTo>
                  <a:pt x="100769" y="6283"/>
                  <a:pt x="100784" y="6297"/>
                  <a:pt x="100784" y="6312"/>
                </a:cubicBezTo>
                <a:cubicBezTo>
                  <a:pt x="100740" y="6428"/>
                  <a:pt x="100697" y="6559"/>
                  <a:pt x="100667" y="6691"/>
                </a:cubicBezTo>
                <a:cubicBezTo>
                  <a:pt x="100667" y="6691"/>
                  <a:pt x="100667" y="6676"/>
                  <a:pt x="100667" y="6676"/>
                </a:cubicBezTo>
                <a:cubicBezTo>
                  <a:pt x="100740" y="6152"/>
                  <a:pt x="100711" y="5729"/>
                  <a:pt x="100711" y="5729"/>
                </a:cubicBezTo>
                <a:lnTo>
                  <a:pt x="100711" y="5729"/>
                </a:lnTo>
                <a:cubicBezTo>
                  <a:pt x="100667" y="5933"/>
                  <a:pt x="100609" y="6137"/>
                  <a:pt x="100551" y="6341"/>
                </a:cubicBezTo>
                <a:cubicBezTo>
                  <a:pt x="100478" y="6166"/>
                  <a:pt x="100376" y="6006"/>
                  <a:pt x="100288" y="5874"/>
                </a:cubicBezTo>
                <a:cubicBezTo>
                  <a:pt x="100420" y="5802"/>
                  <a:pt x="100551" y="5714"/>
                  <a:pt x="100711" y="5612"/>
                </a:cubicBezTo>
                <a:lnTo>
                  <a:pt x="100711" y="5612"/>
                </a:lnTo>
                <a:cubicBezTo>
                  <a:pt x="100711" y="5612"/>
                  <a:pt x="100522" y="5656"/>
                  <a:pt x="100259" y="5772"/>
                </a:cubicBezTo>
                <a:cubicBezTo>
                  <a:pt x="100259" y="5598"/>
                  <a:pt x="100274" y="5408"/>
                  <a:pt x="100274" y="5219"/>
                </a:cubicBezTo>
                <a:cubicBezTo>
                  <a:pt x="100478" y="4825"/>
                  <a:pt x="100740" y="4475"/>
                  <a:pt x="101178" y="3980"/>
                </a:cubicBezTo>
                <a:close/>
                <a:moveTo>
                  <a:pt x="61870" y="6181"/>
                </a:moveTo>
                <a:lnTo>
                  <a:pt x="61870" y="6195"/>
                </a:lnTo>
                <a:cubicBezTo>
                  <a:pt x="61826" y="6355"/>
                  <a:pt x="61797" y="6530"/>
                  <a:pt x="61768" y="6691"/>
                </a:cubicBezTo>
                <a:cubicBezTo>
                  <a:pt x="61651" y="6691"/>
                  <a:pt x="61549" y="6691"/>
                  <a:pt x="61433" y="6705"/>
                </a:cubicBezTo>
                <a:cubicBezTo>
                  <a:pt x="61607" y="6530"/>
                  <a:pt x="61753" y="6355"/>
                  <a:pt x="61870" y="6181"/>
                </a:cubicBezTo>
                <a:close/>
                <a:moveTo>
                  <a:pt x="37705" y="6006"/>
                </a:moveTo>
                <a:cubicBezTo>
                  <a:pt x="37720" y="6239"/>
                  <a:pt x="37720" y="6487"/>
                  <a:pt x="37720" y="6720"/>
                </a:cubicBezTo>
                <a:cubicBezTo>
                  <a:pt x="37603" y="6589"/>
                  <a:pt x="37486" y="6457"/>
                  <a:pt x="37370" y="6355"/>
                </a:cubicBezTo>
                <a:cubicBezTo>
                  <a:pt x="37355" y="6326"/>
                  <a:pt x="37355" y="6297"/>
                  <a:pt x="37341" y="6268"/>
                </a:cubicBezTo>
                <a:cubicBezTo>
                  <a:pt x="37443" y="6195"/>
                  <a:pt x="37559" y="6093"/>
                  <a:pt x="37705" y="6006"/>
                </a:cubicBezTo>
                <a:close/>
                <a:moveTo>
                  <a:pt x="91646" y="5991"/>
                </a:moveTo>
                <a:cubicBezTo>
                  <a:pt x="91646" y="6006"/>
                  <a:pt x="91660" y="6035"/>
                  <a:pt x="91660" y="6049"/>
                </a:cubicBezTo>
                <a:cubicBezTo>
                  <a:pt x="91719" y="6224"/>
                  <a:pt x="91762" y="6399"/>
                  <a:pt x="91806" y="6559"/>
                </a:cubicBezTo>
                <a:cubicBezTo>
                  <a:pt x="91806" y="6618"/>
                  <a:pt x="91806" y="6676"/>
                  <a:pt x="91806" y="6720"/>
                </a:cubicBezTo>
                <a:cubicBezTo>
                  <a:pt x="91660" y="6574"/>
                  <a:pt x="91529" y="6414"/>
                  <a:pt x="91413" y="6268"/>
                </a:cubicBezTo>
                <a:cubicBezTo>
                  <a:pt x="91485" y="6181"/>
                  <a:pt x="91558" y="6079"/>
                  <a:pt x="91646" y="5991"/>
                </a:cubicBezTo>
                <a:close/>
                <a:moveTo>
                  <a:pt x="105594" y="6487"/>
                </a:moveTo>
                <a:cubicBezTo>
                  <a:pt x="105608" y="6516"/>
                  <a:pt x="105608" y="6545"/>
                  <a:pt x="105623" y="6574"/>
                </a:cubicBezTo>
                <a:cubicBezTo>
                  <a:pt x="105608" y="6618"/>
                  <a:pt x="105608" y="6676"/>
                  <a:pt x="105594" y="6720"/>
                </a:cubicBezTo>
                <a:cubicBezTo>
                  <a:pt x="105565" y="6676"/>
                  <a:pt x="105535" y="6632"/>
                  <a:pt x="105506" y="6589"/>
                </a:cubicBezTo>
                <a:cubicBezTo>
                  <a:pt x="105535" y="6559"/>
                  <a:pt x="105565" y="6516"/>
                  <a:pt x="105594" y="6487"/>
                </a:cubicBezTo>
                <a:close/>
                <a:moveTo>
                  <a:pt x="60310" y="4257"/>
                </a:moveTo>
                <a:cubicBezTo>
                  <a:pt x="60427" y="4548"/>
                  <a:pt x="60500" y="4883"/>
                  <a:pt x="60587" y="5321"/>
                </a:cubicBezTo>
                <a:cubicBezTo>
                  <a:pt x="60412" y="5787"/>
                  <a:pt x="60281" y="6268"/>
                  <a:pt x="60208" y="6734"/>
                </a:cubicBezTo>
                <a:lnTo>
                  <a:pt x="60033" y="6734"/>
                </a:lnTo>
                <a:cubicBezTo>
                  <a:pt x="60004" y="6661"/>
                  <a:pt x="59975" y="6589"/>
                  <a:pt x="59946" y="6516"/>
                </a:cubicBezTo>
                <a:cubicBezTo>
                  <a:pt x="59990" y="6093"/>
                  <a:pt x="60077" y="5233"/>
                  <a:pt x="60310" y="4257"/>
                </a:cubicBezTo>
                <a:close/>
                <a:moveTo>
                  <a:pt x="82347" y="6516"/>
                </a:moveTo>
                <a:cubicBezTo>
                  <a:pt x="82376" y="6589"/>
                  <a:pt x="82391" y="6661"/>
                  <a:pt x="82420" y="6734"/>
                </a:cubicBezTo>
                <a:lnTo>
                  <a:pt x="82376" y="6734"/>
                </a:lnTo>
                <a:cubicBezTo>
                  <a:pt x="82362" y="6661"/>
                  <a:pt x="82362" y="6589"/>
                  <a:pt x="82347" y="6516"/>
                </a:cubicBezTo>
                <a:close/>
                <a:moveTo>
                  <a:pt x="109485" y="6283"/>
                </a:moveTo>
                <a:cubicBezTo>
                  <a:pt x="109529" y="6355"/>
                  <a:pt x="109558" y="6428"/>
                  <a:pt x="109573" y="6501"/>
                </a:cubicBezTo>
                <a:cubicBezTo>
                  <a:pt x="109485" y="6559"/>
                  <a:pt x="109354" y="6647"/>
                  <a:pt x="109208" y="6749"/>
                </a:cubicBezTo>
                <a:cubicBezTo>
                  <a:pt x="109223" y="6691"/>
                  <a:pt x="109252" y="6647"/>
                  <a:pt x="109266" y="6589"/>
                </a:cubicBezTo>
                <a:cubicBezTo>
                  <a:pt x="109325" y="6487"/>
                  <a:pt x="109412" y="6385"/>
                  <a:pt x="109485" y="6283"/>
                </a:cubicBezTo>
                <a:close/>
                <a:moveTo>
                  <a:pt x="89562" y="6093"/>
                </a:moveTo>
                <a:lnTo>
                  <a:pt x="89562" y="6093"/>
                </a:lnTo>
                <a:cubicBezTo>
                  <a:pt x="89532" y="6268"/>
                  <a:pt x="89489" y="6428"/>
                  <a:pt x="89460" y="6574"/>
                </a:cubicBezTo>
                <a:cubicBezTo>
                  <a:pt x="89372" y="6618"/>
                  <a:pt x="89241" y="6676"/>
                  <a:pt x="89081" y="6764"/>
                </a:cubicBezTo>
                <a:cubicBezTo>
                  <a:pt x="89081" y="6705"/>
                  <a:pt x="89081" y="6647"/>
                  <a:pt x="89066" y="6589"/>
                </a:cubicBezTo>
                <a:cubicBezTo>
                  <a:pt x="89212" y="6443"/>
                  <a:pt x="89372" y="6283"/>
                  <a:pt x="89562" y="6093"/>
                </a:cubicBezTo>
                <a:close/>
                <a:moveTo>
                  <a:pt x="57075" y="6006"/>
                </a:moveTo>
                <a:cubicBezTo>
                  <a:pt x="57118" y="6093"/>
                  <a:pt x="57177" y="6195"/>
                  <a:pt x="57250" y="6297"/>
                </a:cubicBezTo>
                <a:cubicBezTo>
                  <a:pt x="57148" y="6457"/>
                  <a:pt x="57031" y="6603"/>
                  <a:pt x="56871" y="6778"/>
                </a:cubicBezTo>
                <a:cubicBezTo>
                  <a:pt x="56856" y="6749"/>
                  <a:pt x="56856" y="6720"/>
                  <a:pt x="56842" y="6691"/>
                </a:cubicBezTo>
                <a:cubicBezTo>
                  <a:pt x="56900" y="6487"/>
                  <a:pt x="56987" y="6253"/>
                  <a:pt x="57075" y="6006"/>
                </a:cubicBezTo>
                <a:close/>
                <a:moveTo>
                  <a:pt x="84519" y="6618"/>
                </a:moveTo>
                <a:cubicBezTo>
                  <a:pt x="84562" y="6676"/>
                  <a:pt x="84606" y="6734"/>
                  <a:pt x="84635" y="6807"/>
                </a:cubicBezTo>
                <a:cubicBezTo>
                  <a:pt x="84593" y="6807"/>
                  <a:pt x="84536" y="6807"/>
                  <a:pt x="84492" y="6794"/>
                </a:cubicBezTo>
                <a:lnTo>
                  <a:pt x="84492" y="6794"/>
                </a:lnTo>
                <a:cubicBezTo>
                  <a:pt x="84506" y="6727"/>
                  <a:pt x="84519" y="6672"/>
                  <a:pt x="84519" y="6618"/>
                </a:cubicBezTo>
                <a:close/>
                <a:moveTo>
                  <a:pt x="84971" y="6559"/>
                </a:moveTo>
                <a:cubicBezTo>
                  <a:pt x="85000" y="6632"/>
                  <a:pt x="85029" y="6705"/>
                  <a:pt x="85058" y="6764"/>
                </a:cubicBezTo>
                <a:lnTo>
                  <a:pt x="85000" y="6822"/>
                </a:lnTo>
                <a:cubicBezTo>
                  <a:pt x="84941" y="6734"/>
                  <a:pt x="84883" y="6647"/>
                  <a:pt x="84825" y="6574"/>
                </a:cubicBezTo>
                <a:lnTo>
                  <a:pt x="84971" y="6559"/>
                </a:lnTo>
                <a:close/>
                <a:moveTo>
                  <a:pt x="37778" y="6020"/>
                </a:moveTo>
                <a:lnTo>
                  <a:pt x="37778" y="6020"/>
                </a:lnTo>
                <a:cubicBezTo>
                  <a:pt x="37924" y="6370"/>
                  <a:pt x="38011" y="6632"/>
                  <a:pt x="38040" y="6895"/>
                </a:cubicBezTo>
                <a:cubicBezTo>
                  <a:pt x="38026" y="6909"/>
                  <a:pt x="38026" y="6924"/>
                  <a:pt x="38011" y="6938"/>
                </a:cubicBezTo>
                <a:cubicBezTo>
                  <a:pt x="37938" y="6559"/>
                  <a:pt x="37851" y="6239"/>
                  <a:pt x="37778" y="6020"/>
                </a:cubicBezTo>
                <a:close/>
                <a:moveTo>
                  <a:pt x="46873" y="6006"/>
                </a:moveTo>
                <a:cubicBezTo>
                  <a:pt x="46945" y="6151"/>
                  <a:pt x="47018" y="6283"/>
                  <a:pt x="47106" y="6428"/>
                </a:cubicBezTo>
                <a:cubicBezTo>
                  <a:pt x="47004" y="6589"/>
                  <a:pt x="46887" y="6764"/>
                  <a:pt x="46756" y="6938"/>
                </a:cubicBezTo>
                <a:cubicBezTo>
                  <a:pt x="46741" y="6895"/>
                  <a:pt x="46727" y="6836"/>
                  <a:pt x="46727" y="6778"/>
                </a:cubicBezTo>
                <a:cubicBezTo>
                  <a:pt x="46741" y="6618"/>
                  <a:pt x="46770" y="6443"/>
                  <a:pt x="46800" y="6253"/>
                </a:cubicBezTo>
                <a:cubicBezTo>
                  <a:pt x="46814" y="6181"/>
                  <a:pt x="46843" y="6093"/>
                  <a:pt x="46873" y="6006"/>
                </a:cubicBezTo>
                <a:close/>
                <a:moveTo>
                  <a:pt x="53970" y="6297"/>
                </a:moveTo>
                <a:cubicBezTo>
                  <a:pt x="54043" y="6501"/>
                  <a:pt x="54131" y="6705"/>
                  <a:pt x="54262" y="6924"/>
                </a:cubicBezTo>
                <a:cubicBezTo>
                  <a:pt x="54102" y="6924"/>
                  <a:pt x="53927" y="6938"/>
                  <a:pt x="53766" y="6938"/>
                </a:cubicBezTo>
                <a:cubicBezTo>
                  <a:pt x="53810" y="6691"/>
                  <a:pt x="53868" y="6501"/>
                  <a:pt x="53970" y="6297"/>
                </a:cubicBezTo>
                <a:close/>
                <a:moveTo>
                  <a:pt x="88119" y="6399"/>
                </a:moveTo>
                <a:cubicBezTo>
                  <a:pt x="88148" y="6589"/>
                  <a:pt x="88162" y="6734"/>
                  <a:pt x="88177" y="6880"/>
                </a:cubicBezTo>
                <a:cubicBezTo>
                  <a:pt x="88177" y="6895"/>
                  <a:pt x="88177" y="6924"/>
                  <a:pt x="88162" y="6938"/>
                </a:cubicBezTo>
                <a:cubicBezTo>
                  <a:pt x="88060" y="6938"/>
                  <a:pt x="87944" y="6924"/>
                  <a:pt x="87842" y="6924"/>
                </a:cubicBezTo>
                <a:lnTo>
                  <a:pt x="87827" y="6880"/>
                </a:lnTo>
                <a:cubicBezTo>
                  <a:pt x="87842" y="6793"/>
                  <a:pt x="87871" y="6691"/>
                  <a:pt x="87900" y="6603"/>
                </a:cubicBezTo>
                <a:cubicBezTo>
                  <a:pt x="87973" y="6545"/>
                  <a:pt x="88046" y="6472"/>
                  <a:pt x="88119" y="6399"/>
                </a:cubicBezTo>
                <a:close/>
                <a:moveTo>
                  <a:pt x="35665" y="5758"/>
                </a:moveTo>
                <a:cubicBezTo>
                  <a:pt x="35796" y="6064"/>
                  <a:pt x="35912" y="6385"/>
                  <a:pt x="36000" y="6691"/>
                </a:cubicBezTo>
                <a:cubicBezTo>
                  <a:pt x="36000" y="6734"/>
                  <a:pt x="36000" y="6793"/>
                  <a:pt x="36014" y="6836"/>
                </a:cubicBezTo>
                <a:cubicBezTo>
                  <a:pt x="35971" y="6880"/>
                  <a:pt x="35942" y="6924"/>
                  <a:pt x="35912" y="6968"/>
                </a:cubicBezTo>
                <a:cubicBezTo>
                  <a:pt x="35840" y="6895"/>
                  <a:pt x="35767" y="6836"/>
                  <a:pt x="35694" y="6778"/>
                </a:cubicBezTo>
                <a:cubicBezTo>
                  <a:pt x="35650" y="6516"/>
                  <a:pt x="35650" y="6195"/>
                  <a:pt x="35665" y="5758"/>
                </a:cubicBezTo>
                <a:close/>
                <a:moveTo>
                  <a:pt x="100259" y="6093"/>
                </a:moveTo>
                <a:lnTo>
                  <a:pt x="100259" y="6093"/>
                </a:lnTo>
                <a:cubicBezTo>
                  <a:pt x="100347" y="6326"/>
                  <a:pt x="100405" y="6516"/>
                  <a:pt x="100420" y="6691"/>
                </a:cubicBezTo>
                <a:cubicBezTo>
                  <a:pt x="100376" y="6778"/>
                  <a:pt x="100347" y="6880"/>
                  <a:pt x="100303" y="6968"/>
                </a:cubicBezTo>
                <a:cubicBezTo>
                  <a:pt x="100288" y="6705"/>
                  <a:pt x="100274" y="6414"/>
                  <a:pt x="100259" y="6093"/>
                </a:cubicBezTo>
                <a:close/>
                <a:moveTo>
                  <a:pt x="89445" y="6618"/>
                </a:moveTo>
                <a:lnTo>
                  <a:pt x="89445" y="6618"/>
                </a:lnTo>
                <a:cubicBezTo>
                  <a:pt x="89416" y="6749"/>
                  <a:pt x="89387" y="6880"/>
                  <a:pt x="89358" y="6997"/>
                </a:cubicBezTo>
                <a:cubicBezTo>
                  <a:pt x="89270" y="6982"/>
                  <a:pt x="89183" y="6982"/>
                  <a:pt x="89095" y="6982"/>
                </a:cubicBezTo>
                <a:cubicBezTo>
                  <a:pt x="89095" y="6953"/>
                  <a:pt x="89095" y="6924"/>
                  <a:pt x="89095" y="6895"/>
                </a:cubicBezTo>
                <a:cubicBezTo>
                  <a:pt x="89197" y="6807"/>
                  <a:pt x="89314" y="6720"/>
                  <a:pt x="89445" y="6618"/>
                </a:cubicBezTo>
                <a:close/>
                <a:moveTo>
                  <a:pt x="109981" y="6764"/>
                </a:moveTo>
                <a:cubicBezTo>
                  <a:pt x="110010" y="6807"/>
                  <a:pt x="110039" y="6851"/>
                  <a:pt x="110068" y="6895"/>
                </a:cubicBezTo>
                <a:cubicBezTo>
                  <a:pt x="110039" y="6938"/>
                  <a:pt x="110010" y="6997"/>
                  <a:pt x="109981" y="7055"/>
                </a:cubicBezTo>
                <a:cubicBezTo>
                  <a:pt x="109951" y="6982"/>
                  <a:pt x="109937" y="6924"/>
                  <a:pt x="109908" y="6866"/>
                </a:cubicBezTo>
                <a:cubicBezTo>
                  <a:pt x="109937" y="6836"/>
                  <a:pt x="109966" y="6807"/>
                  <a:pt x="109981" y="6764"/>
                </a:cubicBezTo>
                <a:close/>
                <a:moveTo>
                  <a:pt x="34397" y="6195"/>
                </a:moveTo>
                <a:cubicBezTo>
                  <a:pt x="34470" y="6355"/>
                  <a:pt x="34528" y="6501"/>
                  <a:pt x="34601" y="6647"/>
                </a:cubicBezTo>
                <a:cubicBezTo>
                  <a:pt x="34528" y="6793"/>
                  <a:pt x="34455" y="6938"/>
                  <a:pt x="34353" y="7084"/>
                </a:cubicBezTo>
                <a:cubicBezTo>
                  <a:pt x="34324" y="6924"/>
                  <a:pt x="34280" y="6749"/>
                  <a:pt x="34236" y="6603"/>
                </a:cubicBezTo>
                <a:cubicBezTo>
                  <a:pt x="34280" y="6472"/>
                  <a:pt x="34338" y="6341"/>
                  <a:pt x="34397" y="6195"/>
                </a:cubicBezTo>
                <a:close/>
                <a:moveTo>
                  <a:pt x="50443" y="4956"/>
                </a:moveTo>
                <a:cubicBezTo>
                  <a:pt x="50604" y="5248"/>
                  <a:pt x="50735" y="5568"/>
                  <a:pt x="50895" y="5991"/>
                </a:cubicBezTo>
                <a:cubicBezTo>
                  <a:pt x="50793" y="6355"/>
                  <a:pt x="50735" y="6720"/>
                  <a:pt x="50691" y="7084"/>
                </a:cubicBezTo>
                <a:cubicBezTo>
                  <a:pt x="50589" y="7084"/>
                  <a:pt x="50487" y="7084"/>
                  <a:pt x="50385" y="7099"/>
                </a:cubicBezTo>
                <a:cubicBezTo>
                  <a:pt x="50356" y="6661"/>
                  <a:pt x="50341" y="5860"/>
                  <a:pt x="50443" y="4956"/>
                </a:cubicBezTo>
                <a:close/>
                <a:moveTo>
                  <a:pt x="91106" y="6764"/>
                </a:moveTo>
                <a:cubicBezTo>
                  <a:pt x="91179" y="6866"/>
                  <a:pt x="91267" y="6982"/>
                  <a:pt x="91354" y="7099"/>
                </a:cubicBezTo>
                <a:cubicBezTo>
                  <a:pt x="91238" y="7084"/>
                  <a:pt x="91121" y="7084"/>
                  <a:pt x="91019" y="7070"/>
                </a:cubicBezTo>
                <a:cubicBezTo>
                  <a:pt x="91004" y="7040"/>
                  <a:pt x="90990" y="6997"/>
                  <a:pt x="90975" y="6968"/>
                </a:cubicBezTo>
                <a:cubicBezTo>
                  <a:pt x="91019" y="6895"/>
                  <a:pt x="91063" y="6822"/>
                  <a:pt x="91106" y="6764"/>
                </a:cubicBezTo>
                <a:close/>
                <a:moveTo>
                  <a:pt x="104909" y="6589"/>
                </a:moveTo>
                <a:cubicBezTo>
                  <a:pt x="104923" y="6632"/>
                  <a:pt x="104923" y="6676"/>
                  <a:pt x="104923" y="6720"/>
                </a:cubicBezTo>
                <a:cubicBezTo>
                  <a:pt x="104879" y="6851"/>
                  <a:pt x="104821" y="6982"/>
                  <a:pt x="104763" y="7099"/>
                </a:cubicBezTo>
                <a:cubicBezTo>
                  <a:pt x="104763" y="6968"/>
                  <a:pt x="104763" y="6851"/>
                  <a:pt x="104763" y="6720"/>
                </a:cubicBezTo>
                <a:lnTo>
                  <a:pt x="104909" y="6589"/>
                </a:lnTo>
                <a:close/>
                <a:moveTo>
                  <a:pt x="103014" y="5729"/>
                </a:moveTo>
                <a:cubicBezTo>
                  <a:pt x="103014" y="5758"/>
                  <a:pt x="103014" y="5802"/>
                  <a:pt x="103014" y="5831"/>
                </a:cubicBezTo>
                <a:cubicBezTo>
                  <a:pt x="102970" y="5962"/>
                  <a:pt x="102839" y="6326"/>
                  <a:pt x="102868" y="6807"/>
                </a:cubicBezTo>
                <a:cubicBezTo>
                  <a:pt x="102781" y="6909"/>
                  <a:pt x="102679" y="7026"/>
                  <a:pt x="102577" y="7142"/>
                </a:cubicBezTo>
                <a:cubicBezTo>
                  <a:pt x="102562" y="7040"/>
                  <a:pt x="102548" y="6938"/>
                  <a:pt x="102548" y="6836"/>
                </a:cubicBezTo>
                <a:cubicBezTo>
                  <a:pt x="102679" y="6501"/>
                  <a:pt x="102839" y="6122"/>
                  <a:pt x="103014" y="5729"/>
                </a:cubicBezTo>
                <a:close/>
                <a:moveTo>
                  <a:pt x="49306" y="3630"/>
                </a:moveTo>
                <a:cubicBezTo>
                  <a:pt x="49583" y="3878"/>
                  <a:pt x="49802" y="4096"/>
                  <a:pt x="49991" y="4300"/>
                </a:cubicBezTo>
                <a:cubicBezTo>
                  <a:pt x="49627" y="5160"/>
                  <a:pt x="49350" y="6181"/>
                  <a:pt x="49496" y="7142"/>
                </a:cubicBezTo>
                <a:lnTo>
                  <a:pt x="49263" y="7157"/>
                </a:lnTo>
                <a:cubicBezTo>
                  <a:pt x="49030" y="6589"/>
                  <a:pt x="48767" y="5845"/>
                  <a:pt x="48578" y="5015"/>
                </a:cubicBezTo>
                <a:cubicBezTo>
                  <a:pt x="48709" y="4606"/>
                  <a:pt x="48928" y="4198"/>
                  <a:pt x="49306" y="3630"/>
                </a:cubicBezTo>
                <a:close/>
                <a:moveTo>
                  <a:pt x="106526" y="7040"/>
                </a:moveTo>
                <a:cubicBezTo>
                  <a:pt x="106526" y="7084"/>
                  <a:pt x="106541" y="7113"/>
                  <a:pt x="106556" y="7142"/>
                </a:cubicBezTo>
                <a:cubicBezTo>
                  <a:pt x="106541" y="7172"/>
                  <a:pt x="106512" y="7186"/>
                  <a:pt x="106497" y="7215"/>
                </a:cubicBezTo>
                <a:cubicBezTo>
                  <a:pt x="106512" y="7157"/>
                  <a:pt x="106512" y="7099"/>
                  <a:pt x="106526" y="7040"/>
                </a:cubicBezTo>
                <a:close/>
                <a:moveTo>
                  <a:pt x="47441" y="6924"/>
                </a:moveTo>
                <a:cubicBezTo>
                  <a:pt x="47528" y="7026"/>
                  <a:pt x="47616" y="7128"/>
                  <a:pt x="47718" y="7244"/>
                </a:cubicBezTo>
                <a:cubicBezTo>
                  <a:pt x="47558" y="7244"/>
                  <a:pt x="47397" y="7259"/>
                  <a:pt x="47251" y="7259"/>
                </a:cubicBezTo>
                <a:cubicBezTo>
                  <a:pt x="47324" y="7157"/>
                  <a:pt x="47383" y="7040"/>
                  <a:pt x="47441" y="6924"/>
                </a:cubicBezTo>
                <a:close/>
                <a:moveTo>
                  <a:pt x="94634" y="5539"/>
                </a:moveTo>
                <a:cubicBezTo>
                  <a:pt x="94648" y="5598"/>
                  <a:pt x="94663" y="5656"/>
                  <a:pt x="94663" y="5700"/>
                </a:cubicBezTo>
                <a:cubicBezTo>
                  <a:pt x="94546" y="6297"/>
                  <a:pt x="94386" y="6836"/>
                  <a:pt x="94240" y="7259"/>
                </a:cubicBezTo>
                <a:cubicBezTo>
                  <a:pt x="94196" y="7259"/>
                  <a:pt x="94167" y="7259"/>
                  <a:pt x="94123" y="7244"/>
                </a:cubicBezTo>
                <a:cubicBezTo>
                  <a:pt x="94269" y="6487"/>
                  <a:pt x="94386" y="6006"/>
                  <a:pt x="94634" y="5539"/>
                </a:cubicBezTo>
                <a:close/>
                <a:moveTo>
                  <a:pt x="32968" y="5204"/>
                </a:moveTo>
                <a:cubicBezTo>
                  <a:pt x="33143" y="5466"/>
                  <a:pt x="33274" y="5685"/>
                  <a:pt x="33376" y="5933"/>
                </a:cubicBezTo>
                <a:cubicBezTo>
                  <a:pt x="33347" y="6283"/>
                  <a:pt x="33289" y="6618"/>
                  <a:pt x="33216" y="6938"/>
                </a:cubicBezTo>
                <a:cubicBezTo>
                  <a:pt x="33143" y="7026"/>
                  <a:pt x="33056" y="7142"/>
                  <a:pt x="32968" y="7274"/>
                </a:cubicBezTo>
                <a:cubicBezTo>
                  <a:pt x="32983" y="6953"/>
                  <a:pt x="33041" y="6618"/>
                  <a:pt x="33129" y="6297"/>
                </a:cubicBezTo>
                <a:lnTo>
                  <a:pt x="33129" y="6297"/>
                </a:lnTo>
                <a:cubicBezTo>
                  <a:pt x="33129" y="6297"/>
                  <a:pt x="32997" y="6545"/>
                  <a:pt x="32852" y="6924"/>
                </a:cubicBezTo>
                <a:cubicBezTo>
                  <a:pt x="32721" y="6224"/>
                  <a:pt x="32735" y="5831"/>
                  <a:pt x="32968" y="5204"/>
                </a:cubicBezTo>
                <a:close/>
                <a:moveTo>
                  <a:pt x="98802" y="7084"/>
                </a:moveTo>
                <a:lnTo>
                  <a:pt x="98802" y="7230"/>
                </a:lnTo>
                <a:cubicBezTo>
                  <a:pt x="98802" y="7259"/>
                  <a:pt x="98787" y="7274"/>
                  <a:pt x="98787" y="7303"/>
                </a:cubicBezTo>
                <a:cubicBezTo>
                  <a:pt x="98758" y="7274"/>
                  <a:pt x="98744" y="7230"/>
                  <a:pt x="98714" y="7186"/>
                </a:cubicBezTo>
                <a:cubicBezTo>
                  <a:pt x="98744" y="7157"/>
                  <a:pt x="98773" y="7128"/>
                  <a:pt x="98802" y="7084"/>
                </a:cubicBezTo>
                <a:close/>
                <a:moveTo>
                  <a:pt x="105433" y="6676"/>
                </a:moveTo>
                <a:cubicBezTo>
                  <a:pt x="105477" y="6778"/>
                  <a:pt x="105506" y="6866"/>
                  <a:pt x="105535" y="6938"/>
                </a:cubicBezTo>
                <a:cubicBezTo>
                  <a:pt x="105477" y="7113"/>
                  <a:pt x="105360" y="7259"/>
                  <a:pt x="105215" y="7390"/>
                </a:cubicBezTo>
                <a:cubicBezTo>
                  <a:pt x="105229" y="7347"/>
                  <a:pt x="105229" y="7303"/>
                  <a:pt x="105229" y="7259"/>
                </a:cubicBezTo>
                <a:cubicBezTo>
                  <a:pt x="105244" y="7142"/>
                  <a:pt x="105258" y="7026"/>
                  <a:pt x="105273" y="6909"/>
                </a:cubicBezTo>
                <a:cubicBezTo>
                  <a:pt x="105331" y="6822"/>
                  <a:pt x="105375" y="6749"/>
                  <a:pt x="105433" y="6676"/>
                </a:cubicBezTo>
                <a:close/>
                <a:moveTo>
                  <a:pt x="44191" y="3980"/>
                </a:moveTo>
                <a:cubicBezTo>
                  <a:pt x="44482" y="4228"/>
                  <a:pt x="44715" y="4432"/>
                  <a:pt x="44905" y="4636"/>
                </a:cubicBezTo>
                <a:cubicBezTo>
                  <a:pt x="44584" y="5481"/>
                  <a:pt x="44366" y="6501"/>
                  <a:pt x="44526" y="7434"/>
                </a:cubicBezTo>
                <a:cubicBezTo>
                  <a:pt x="44453" y="7449"/>
                  <a:pt x="44366" y="7449"/>
                  <a:pt x="44293" y="7449"/>
                </a:cubicBezTo>
                <a:cubicBezTo>
                  <a:pt x="44030" y="6909"/>
                  <a:pt x="43739" y="6181"/>
                  <a:pt x="43520" y="5394"/>
                </a:cubicBezTo>
                <a:cubicBezTo>
                  <a:pt x="43637" y="4971"/>
                  <a:pt x="43841" y="4563"/>
                  <a:pt x="44191" y="3980"/>
                </a:cubicBezTo>
                <a:close/>
                <a:moveTo>
                  <a:pt x="96587" y="5860"/>
                </a:moveTo>
                <a:cubicBezTo>
                  <a:pt x="96616" y="5918"/>
                  <a:pt x="96645" y="5991"/>
                  <a:pt x="96674" y="6064"/>
                </a:cubicBezTo>
                <a:cubicBezTo>
                  <a:pt x="96557" y="6501"/>
                  <a:pt x="96485" y="6953"/>
                  <a:pt x="96499" y="7405"/>
                </a:cubicBezTo>
                <a:lnTo>
                  <a:pt x="96951" y="7419"/>
                </a:lnTo>
                <a:cubicBezTo>
                  <a:pt x="96951" y="7419"/>
                  <a:pt x="96951" y="7434"/>
                  <a:pt x="96951" y="7449"/>
                </a:cubicBezTo>
                <a:cubicBezTo>
                  <a:pt x="96761" y="7434"/>
                  <a:pt x="96572" y="7419"/>
                  <a:pt x="96382" y="7405"/>
                </a:cubicBezTo>
                <a:cubicBezTo>
                  <a:pt x="96353" y="7157"/>
                  <a:pt x="96310" y="6851"/>
                  <a:pt x="96266" y="6501"/>
                </a:cubicBezTo>
                <a:cubicBezTo>
                  <a:pt x="96397" y="6283"/>
                  <a:pt x="96499" y="6064"/>
                  <a:pt x="96587" y="5860"/>
                </a:cubicBezTo>
                <a:close/>
                <a:moveTo>
                  <a:pt x="109777" y="7244"/>
                </a:moveTo>
                <a:cubicBezTo>
                  <a:pt x="109777" y="7317"/>
                  <a:pt x="109777" y="7376"/>
                  <a:pt x="109777" y="7449"/>
                </a:cubicBezTo>
                <a:cubicBezTo>
                  <a:pt x="109762" y="7463"/>
                  <a:pt x="109747" y="7492"/>
                  <a:pt x="109747" y="7521"/>
                </a:cubicBezTo>
                <a:lnTo>
                  <a:pt x="109747" y="7507"/>
                </a:lnTo>
                <a:cubicBezTo>
                  <a:pt x="109747" y="7419"/>
                  <a:pt x="109762" y="7332"/>
                  <a:pt x="109777" y="7244"/>
                </a:cubicBezTo>
                <a:close/>
                <a:moveTo>
                  <a:pt x="98510" y="7419"/>
                </a:moveTo>
                <a:cubicBezTo>
                  <a:pt x="98525" y="7478"/>
                  <a:pt x="98554" y="7521"/>
                  <a:pt x="98583" y="7565"/>
                </a:cubicBezTo>
                <a:cubicBezTo>
                  <a:pt x="98510" y="7565"/>
                  <a:pt x="98452" y="7551"/>
                  <a:pt x="98379" y="7551"/>
                </a:cubicBezTo>
                <a:cubicBezTo>
                  <a:pt x="98423" y="7507"/>
                  <a:pt x="98467" y="7463"/>
                  <a:pt x="98510" y="7419"/>
                </a:cubicBezTo>
                <a:close/>
                <a:moveTo>
                  <a:pt x="112327" y="7215"/>
                </a:moveTo>
                <a:cubicBezTo>
                  <a:pt x="112283" y="7347"/>
                  <a:pt x="112225" y="7463"/>
                  <a:pt x="112181" y="7565"/>
                </a:cubicBezTo>
                <a:cubicBezTo>
                  <a:pt x="112167" y="7449"/>
                  <a:pt x="112152" y="7347"/>
                  <a:pt x="112138" y="7230"/>
                </a:cubicBezTo>
                <a:lnTo>
                  <a:pt x="112327" y="7215"/>
                </a:lnTo>
                <a:close/>
                <a:moveTo>
                  <a:pt x="41873" y="6414"/>
                </a:moveTo>
                <a:cubicBezTo>
                  <a:pt x="42063" y="6793"/>
                  <a:pt x="42340" y="7172"/>
                  <a:pt x="42704" y="7565"/>
                </a:cubicBezTo>
                <a:cubicBezTo>
                  <a:pt x="42369" y="7594"/>
                  <a:pt x="42034" y="7623"/>
                  <a:pt x="41713" y="7638"/>
                </a:cubicBezTo>
                <a:cubicBezTo>
                  <a:pt x="41713" y="7157"/>
                  <a:pt x="41757" y="6793"/>
                  <a:pt x="41873" y="6414"/>
                </a:cubicBezTo>
                <a:close/>
                <a:moveTo>
                  <a:pt x="104005" y="6982"/>
                </a:moveTo>
                <a:lnTo>
                  <a:pt x="104005" y="6982"/>
                </a:lnTo>
                <a:cubicBezTo>
                  <a:pt x="103990" y="7113"/>
                  <a:pt x="103961" y="7230"/>
                  <a:pt x="103947" y="7347"/>
                </a:cubicBezTo>
                <a:cubicBezTo>
                  <a:pt x="103874" y="7449"/>
                  <a:pt x="103801" y="7551"/>
                  <a:pt x="103728" y="7667"/>
                </a:cubicBezTo>
                <a:cubicBezTo>
                  <a:pt x="103743" y="7551"/>
                  <a:pt x="103757" y="7419"/>
                  <a:pt x="103757" y="7303"/>
                </a:cubicBezTo>
                <a:cubicBezTo>
                  <a:pt x="103845" y="7186"/>
                  <a:pt x="103918" y="7070"/>
                  <a:pt x="104005" y="6982"/>
                </a:cubicBezTo>
                <a:close/>
                <a:moveTo>
                  <a:pt x="109602" y="6545"/>
                </a:moveTo>
                <a:cubicBezTo>
                  <a:pt x="109616" y="6618"/>
                  <a:pt x="109645" y="6676"/>
                  <a:pt x="109660" y="6734"/>
                </a:cubicBezTo>
                <a:cubicBezTo>
                  <a:pt x="109645" y="6793"/>
                  <a:pt x="109616" y="6851"/>
                  <a:pt x="109587" y="6924"/>
                </a:cubicBezTo>
                <a:cubicBezTo>
                  <a:pt x="109500" y="7040"/>
                  <a:pt x="109398" y="7186"/>
                  <a:pt x="109310" y="7332"/>
                </a:cubicBezTo>
                <a:cubicBezTo>
                  <a:pt x="109310" y="7186"/>
                  <a:pt x="109310" y="7113"/>
                  <a:pt x="109310" y="7113"/>
                </a:cubicBezTo>
                <a:cubicBezTo>
                  <a:pt x="109281" y="7244"/>
                  <a:pt x="109252" y="7390"/>
                  <a:pt x="109208" y="7521"/>
                </a:cubicBezTo>
                <a:cubicBezTo>
                  <a:pt x="109194" y="7580"/>
                  <a:pt x="109179" y="7623"/>
                  <a:pt x="109150" y="7667"/>
                </a:cubicBezTo>
                <a:cubicBezTo>
                  <a:pt x="109106" y="7492"/>
                  <a:pt x="109092" y="7303"/>
                  <a:pt x="109121" y="7113"/>
                </a:cubicBezTo>
                <a:cubicBezTo>
                  <a:pt x="109179" y="7070"/>
                  <a:pt x="109237" y="7026"/>
                  <a:pt x="109310" y="6982"/>
                </a:cubicBezTo>
                <a:lnTo>
                  <a:pt x="109310" y="6982"/>
                </a:lnTo>
                <a:cubicBezTo>
                  <a:pt x="109310" y="6982"/>
                  <a:pt x="109237" y="7011"/>
                  <a:pt x="109121" y="7055"/>
                </a:cubicBezTo>
                <a:cubicBezTo>
                  <a:pt x="109121" y="7040"/>
                  <a:pt x="109121" y="7026"/>
                  <a:pt x="109135" y="7026"/>
                </a:cubicBezTo>
                <a:cubicBezTo>
                  <a:pt x="109252" y="6880"/>
                  <a:pt x="109412" y="6734"/>
                  <a:pt x="109602" y="6545"/>
                </a:cubicBezTo>
                <a:close/>
                <a:moveTo>
                  <a:pt x="33099" y="7478"/>
                </a:moveTo>
                <a:lnTo>
                  <a:pt x="33099" y="7478"/>
                </a:lnTo>
                <a:cubicBezTo>
                  <a:pt x="33085" y="7551"/>
                  <a:pt x="33056" y="7609"/>
                  <a:pt x="33041" y="7682"/>
                </a:cubicBezTo>
                <a:cubicBezTo>
                  <a:pt x="33041" y="7682"/>
                  <a:pt x="33027" y="7667"/>
                  <a:pt x="33027" y="7667"/>
                </a:cubicBezTo>
                <a:cubicBezTo>
                  <a:pt x="33041" y="7609"/>
                  <a:pt x="33070" y="7536"/>
                  <a:pt x="33099" y="7478"/>
                </a:cubicBezTo>
                <a:close/>
                <a:moveTo>
                  <a:pt x="101775" y="5437"/>
                </a:moveTo>
                <a:cubicBezTo>
                  <a:pt x="101833" y="5743"/>
                  <a:pt x="101863" y="6093"/>
                  <a:pt x="101892" y="6530"/>
                </a:cubicBezTo>
                <a:cubicBezTo>
                  <a:pt x="101702" y="6909"/>
                  <a:pt x="101556" y="7303"/>
                  <a:pt x="101440" y="7711"/>
                </a:cubicBezTo>
                <a:cubicBezTo>
                  <a:pt x="101425" y="7507"/>
                  <a:pt x="101382" y="7303"/>
                  <a:pt x="101309" y="7142"/>
                </a:cubicBezTo>
                <a:cubicBezTo>
                  <a:pt x="101411" y="6691"/>
                  <a:pt x="101556" y="6093"/>
                  <a:pt x="101775" y="5437"/>
                </a:cubicBezTo>
                <a:close/>
                <a:moveTo>
                  <a:pt x="31511" y="5976"/>
                </a:moveTo>
                <a:cubicBezTo>
                  <a:pt x="31584" y="6283"/>
                  <a:pt x="31642" y="6574"/>
                  <a:pt x="31686" y="6851"/>
                </a:cubicBezTo>
                <a:cubicBezTo>
                  <a:pt x="31598" y="6822"/>
                  <a:pt x="31555" y="6807"/>
                  <a:pt x="31555" y="6807"/>
                </a:cubicBezTo>
                <a:lnTo>
                  <a:pt x="31555" y="6807"/>
                </a:lnTo>
                <a:cubicBezTo>
                  <a:pt x="31598" y="6836"/>
                  <a:pt x="31642" y="6866"/>
                  <a:pt x="31686" y="6895"/>
                </a:cubicBezTo>
                <a:cubicBezTo>
                  <a:pt x="31729" y="7157"/>
                  <a:pt x="31759" y="7390"/>
                  <a:pt x="31773" y="7580"/>
                </a:cubicBezTo>
                <a:cubicBezTo>
                  <a:pt x="31744" y="7638"/>
                  <a:pt x="31729" y="7682"/>
                  <a:pt x="31700" y="7725"/>
                </a:cubicBezTo>
                <a:cubicBezTo>
                  <a:pt x="31627" y="7478"/>
                  <a:pt x="31584" y="7215"/>
                  <a:pt x="31555" y="6968"/>
                </a:cubicBezTo>
                <a:cubicBezTo>
                  <a:pt x="31555" y="6968"/>
                  <a:pt x="31525" y="7128"/>
                  <a:pt x="31511" y="7390"/>
                </a:cubicBezTo>
                <a:cubicBezTo>
                  <a:pt x="31438" y="7157"/>
                  <a:pt x="31380" y="6909"/>
                  <a:pt x="31336" y="6676"/>
                </a:cubicBezTo>
                <a:cubicBezTo>
                  <a:pt x="31336" y="6676"/>
                  <a:pt x="31307" y="6997"/>
                  <a:pt x="31336" y="7478"/>
                </a:cubicBezTo>
                <a:cubicBezTo>
                  <a:pt x="31292" y="7332"/>
                  <a:pt x="31249" y="7186"/>
                  <a:pt x="31190" y="7040"/>
                </a:cubicBezTo>
                <a:cubicBezTo>
                  <a:pt x="31292" y="6603"/>
                  <a:pt x="31380" y="6268"/>
                  <a:pt x="31511" y="5976"/>
                </a:cubicBezTo>
                <a:close/>
                <a:moveTo>
                  <a:pt x="38346" y="6895"/>
                </a:moveTo>
                <a:cubicBezTo>
                  <a:pt x="38478" y="7070"/>
                  <a:pt x="38594" y="7215"/>
                  <a:pt x="38711" y="7347"/>
                </a:cubicBezTo>
                <a:cubicBezTo>
                  <a:pt x="38623" y="7492"/>
                  <a:pt x="38521" y="7623"/>
                  <a:pt x="38390" y="7740"/>
                </a:cubicBezTo>
                <a:cubicBezTo>
                  <a:pt x="38434" y="7434"/>
                  <a:pt x="38405" y="7157"/>
                  <a:pt x="38346" y="6895"/>
                </a:cubicBezTo>
                <a:close/>
                <a:moveTo>
                  <a:pt x="113100" y="4942"/>
                </a:moveTo>
                <a:cubicBezTo>
                  <a:pt x="113172" y="5160"/>
                  <a:pt x="113231" y="5423"/>
                  <a:pt x="113289" y="5729"/>
                </a:cubicBezTo>
                <a:cubicBezTo>
                  <a:pt x="113216" y="5933"/>
                  <a:pt x="113143" y="6137"/>
                  <a:pt x="113085" y="6326"/>
                </a:cubicBezTo>
                <a:cubicBezTo>
                  <a:pt x="113027" y="6108"/>
                  <a:pt x="112968" y="5962"/>
                  <a:pt x="112968" y="5962"/>
                </a:cubicBezTo>
                <a:lnTo>
                  <a:pt x="112968" y="5962"/>
                </a:lnTo>
                <a:cubicBezTo>
                  <a:pt x="112998" y="6195"/>
                  <a:pt x="112998" y="6428"/>
                  <a:pt x="112998" y="6661"/>
                </a:cubicBezTo>
                <a:cubicBezTo>
                  <a:pt x="112939" y="6909"/>
                  <a:pt x="112896" y="7142"/>
                  <a:pt x="112866" y="7376"/>
                </a:cubicBezTo>
                <a:lnTo>
                  <a:pt x="112954" y="7376"/>
                </a:lnTo>
                <a:cubicBezTo>
                  <a:pt x="112939" y="7405"/>
                  <a:pt x="112939" y="7419"/>
                  <a:pt x="112939" y="7449"/>
                </a:cubicBezTo>
                <a:cubicBezTo>
                  <a:pt x="112779" y="7580"/>
                  <a:pt x="112589" y="7696"/>
                  <a:pt x="112400" y="7784"/>
                </a:cubicBezTo>
                <a:lnTo>
                  <a:pt x="112385" y="7784"/>
                </a:lnTo>
                <a:cubicBezTo>
                  <a:pt x="112458" y="7580"/>
                  <a:pt x="112502" y="7376"/>
                  <a:pt x="112531" y="7215"/>
                </a:cubicBezTo>
                <a:lnTo>
                  <a:pt x="112633" y="7201"/>
                </a:lnTo>
                <a:cubicBezTo>
                  <a:pt x="112633" y="7201"/>
                  <a:pt x="112648" y="6414"/>
                  <a:pt x="112852" y="5335"/>
                </a:cubicBezTo>
                <a:lnTo>
                  <a:pt x="112866" y="5321"/>
                </a:lnTo>
                <a:cubicBezTo>
                  <a:pt x="112881" y="5291"/>
                  <a:pt x="112910" y="5248"/>
                  <a:pt x="112939" y="5204"/>
                </a:cubicBezTo>
                <a:cubicBezTo>
                  <a:pt x="112954" y="5175"/>
                  <a:pt x="112968" y="5160"/>
                  <a:pt x="112998" y="5131"/>
                </a:cubicBezTo>
                <a:lnTo>
                  <a:pt x="112998" y="5131"/>
                </a:lnTo>
                <a:cubicBezTo>
                  <a:pt x="112997" y="5132"/>
                  <a:pt x="112983" y="5146"/>
                  <a:pt x="112954" y="5160"/>
                </a:cubicBezTo>
                <a:cubicBezTo>
                  <a:pt x="112998" y="5087"/>
                  <a:pt x="113056" y="5015"/>
                  <a:pt x="113100" y="4942"/>
                </a:cubicBezTo>
                <a:close/>
                <a:moveTo>
                  <a:pt x="102897" y="7478"/>
                </a:moveTo>
                <a:lnTo>
                  <a:pt x="102897" y="7478"/>
                </a:lnTo>
                <a:cubicBezTo>
                  <a:pt x="102883" y="7580"/>
                  <a:pt x="102868" y="7667"/>
                  <a:pt x="102868" y="7755"/>
                </a:cubicBezTo>
                <a:lnTo>
                  <a:pt x="102854" y="7755"/>
                </a:lnTo>
                <a:cubicBezTo>
                  <a:pt x="102839" y="7798"/>
                  <a:pt x="102824" y="7842"/>
                  <a:pt x="102810" y="7886"/>
                </a:cubicBezTo>
                <a:cubicBezTo>
                  <a:pt x="102766" y="7827"/>
                  <a:pt x="102752" y="7755"/>
                  <a:pt x="102722" y="7696"/>
                </a:cubicBezTo>
                <a:cubicBezTo>
                  <a:pt x="102781" y="7623"/>
                  <a:pt x="102839" y="7551"/>
                  <a:pt x="102897" y="7478"/>
                </a:cubicBezTo>
                <a:close/>
                <a:moveTo>
                  <a:pt x="37501" y="6953"/>
                </a:moveTo>
                <a:cubicBezTo>
                  <a:pt x="37559" y="7070"/>
                  <a:pt x="37618" y="7172"/>
                  <a:pt x="37676" y="7288"/>
                </a:cubicBezTo>
                <a:cubicBezTo>
                  <a:pt x="37647" y="7478"/>
                  <a:pt x="37618" y="7653"/>
                  <a:pt x="37588" y="7827"/>
                </a:cubicBezTo>
                <a:cubicBezTo>
                  <a:pt x="37559" y="7886"/>
                  <a:pt x="37530" y="7944"/>
                  <a:pt x="37501" y="8002"/>
                </a:cubicBezTo>
                <a:lnTo>
                  <a:pt x="37443" y="8002"/>
                </a:lnTo>
                <a:cubicBezTo>
                  <a:pt x="37530" y="7623"/>
                  <a:pt x="37530" y="7259"/>
                  <a:pt x="37501" y="6953"/>
                </a:cubicBezTo>
                <a:close/>
                <a:moveTo>
                  <a:pt x="117793" y="7740"/>
                </a:moveTo>
                <a:cubicBezTo>
                  <a:pt x="117836" y="7842"/>
                  <a:pt x="117851" y="7944"/>
                  <a:pt x="117880" y="8032"/>
                </a:cubicBezTo>
                <a:cubicBezTo>
                  <a:pt x="117793" y="8075"/>
                  <a:pt x="117691" y="8104"/>
                  <a:pt x="117589" y="8148"/>
                </a:cubicBezTo>
                <a:cubicBezTo>
                  <a:pt x="117661" y="8002"/>
                  <a:pt x="117734" y="7871"/>
                  <a:pt x="117793" y="7740"/>
                </a:cubicBezTo>
                <a:close/>
                <a:moveTo>
                  <a:pt x="34907" y="7434"/>
                </a:moveTo>
                <a:cubicBezTo>
                  <a:pt x="34907" y="7463"/>
                  <a:pt x="34921" y="7492"/>
                  <a:pt x="34921" y="7507"/>
                </a:cubicBezTo>
                <a:cubicBezTo>
                  <a:pt x="34907" y="7755"/>
                  <a:pt x="34921" y="8002"/>
                  <a:pt x="34950" y="8250"/>
                </a:cubicBezTo>
                <a:cubicBezTo>
                  <a:pt x="34921" y="8265"/>
                  <a:pt x="34892" y="8265"/>
                  <a:pt x="34863" y="8265"/>
                </a:cubicBezTo>
                <a:cubicBezTo>
                  <a:pt x="34776" y="8148"/>
                  <a:pt x="34703" y="8017"/>
                  <a:pt x="34630" y="7871"/>
                </a:cubicBezTo>
                <a:cubicBezTo>
                  <a:pt x="34732" y="7725"/>
                  <a:pt x="34819" y="7580"/>
                  <a:pt x="34892" y="7434"/>
                </a:cubicBezTo>
                <a:close/>
                <a:moveTo>
                  <a:pt x="114193" y="7784"/>
                </a:moveTo>
                <a:cubicBezTo>
                  <a:pt x="114222" y="7915"/>
                  <a:pt x="114236" y="8032"/>
                  <a:pt x="114251" y="8148"/>
                </a:cubicBezTo>
                <a:cubicBezTo>
                  <a:pt x="114178" y="8206"/>
                  <a:pt x="114105" y="8265"/>
                  <a:pt x="114032" y="8338"/>
                </a:cubicBezTo>
                <a:cubicBezTo>
                  <a:pt x="114076" y="8148"/>
                  <a:pt x="114134" y="7959"/>
                  <a:pt x="114193" y="7784"/>
                </a:cubicBezTo>
                <a:close/>
                <a:moveTo>
                  <a:pt x="110432" y="7886"/>
                </a:moveTo>
                <a:cubicBezTo>
                  <a:pt x="110462" y="7959"/>
                  <a:pt x="110491" y="8032"/>
                  <a:pt x="110534" y="8119"/>
                </a:cubicBezTo>
                <a:cubicBezTo>
                  <a:pt x="110505" y="8177"/>
                  <a:pt x="110491" y="8250"/>
                  <a:pt x="110462" y="8308"/>
                </a:cubicBezTo>
                <a:cubicBezTo>
                  <a:pt x="110462" y="8308"/>
                  <a:pt x="110462" y="8323"/>
                  <a:pt x="110462" y="8323"/>
                </a:cubicBezTo>
                <a:lnTo>
                  <a:pt x="110272" y="8352"/>
                </a:lnTo>
                <a:cubicBezTo>
                  <a:pt x="110301" y="8221"/>
                  <a:pt x="110360" y="8061"/>
                  <a:pt x="110418" y="7886"/>
                </a:cubicBezTo>
                <a:close/>
                <a:moveTo>
                  <a:pt x="107386" y="7798"/>
                </a:moveTo>
                <a:cubicBezTo>
                  <a:pt x="107386" y="7842"/>
                  <a:pt x="107401" y="7900"/>
                  <a:pt x="107401" y="7944"/>
                </a:cubicBezTo>
                <a:cubicBezTo>
                  <a:pt x="107415" y="8119"/>
                  <a:pt x="107415" y="8279"/>
                  <a:pt x="107415" y="8425"/>
                </a:cubicBezTo>
                <a:cubicBezTo>
                  <a:pt x="107357" y="8410"/>
                  <a:pt x="107313" y="8410"/>
                  <a:pt x="107255" y="8396"/>
                </a:cubicBezTo>
                <a:cubicBezTo>
                  <a:pt x="107226" y="8323"/>
                  <a:pt x="107211" y="8250"/>
                  <a:pt x="107197" y="8177"/>
                </a:cubicBezTo>
                <a:cubicBezTo>
                  <a:pt x="107241" y="8046"/>
                  <a:pt x="107313" y="7915"/>
                  <a:pt x="107386" y="7798"/>
                </a:cubicBezTo>
                <a:close/>
                <a:moveTo>
                  <a:pt x="115548" y="7667"/>
                </a:moveTo>
                <a:cubicBezTo>
                  <a:pt x="115548" y="7740"/>
                  <a:pt x="115548" y="7827"/>
                  <a:pt x="115534" y="7915"/>
                </a:cubicBezTo>
                <a:cubicBezTo>
                  <a:pt x="115490" y="8075"/>
                  <a:pt x="115432" y="8250"/>
                  <a:pt x="115373" y="8454"/>
                </a:cubicBezTo>
                <a:cubicBezTo>
                  <a:pt x="115315" y="8367"/>
                  <a:pt x="115271" y="8279"/>
                  <a:pt x="115227" y="8192"/>
                </a:cubicBezTo>
                <a:cubicBezTo>
                  <a:pt x="115315" y="8017"/>
                  <a:pt x="115432" y="7842"/>
                  <a:pt x="115548" y="7667"/>
                </a:cubicBezTo>
                <a:close/>
                <a:moveTo>
                  <a:pt x="118755" y="7813"/>
                </a:moveTo>
                <a:cubicBezTo>
                  <a:pt x="118623" y="8017"/>
                  <a:pt x="118463" y="8265"/>
                  <a:pt x="118303" y="8556"/>
                </a:cubicBezTo>
                <a:cubicBezTo>
                  <a:pt x="118259" y="8454"/>
                  <a:pt x="118215" y="8367"/>
                  <a:pt x="118186" y="8279"/>
                </a:cubicBezTo>
                <a:cubicBezTo>
                  <a:pt x="118259" y="8221"/>
                  <a:pt x="118346" y="8163"/>
                  <a:pt x="118434" y="8104"/>
                </a:cubicBezTo>
                <a:lnTo>
                  <a:pt x="118434" y="8104"/>
                </a:lnTo>
                <a:cubicBezTo>
                  <a:pt x="118434" y="8104"/>
                  <a:pt x="118332" y="8134"/>
                  <a:pt x="118142" y="8206"/>
                </a:cubicBezTo>
                <a:cubicBezTo>
                  <a:pt x="118128" y="8177"/>
                  <a:pt x="118113" y="8148"/>
                  <a:pt x="118099" y="8134"/>
                </a:cubicBezTo>
                <a:cubicBezTo>
                  <a:pt x="118288" y="8032"/>
                  <a:pt x="118507" y="7929"/>
                  <a:pt x="118755" y="7813"/>
                </a:cubicBezTo>
                <a:close/>
                <a:moveTo>
                  <a:pt x="117938" y="8221"/>
                </a:moveTo>
                <a:cubicBezTo>
                  <a:pt x="117938" y="8236"/>
                  <a:pt x="117953" y="8265"/>
                  <a:pt x="117953" y="8294"/>
                </a:cubicBezTo>
                <a:cubicBezTo>
                  <a:pt x="117793" y="8367"/>
                  <a:pt x="117603" y="8454"/>
                  <a:pt x="117385" y="8571"/>
                </a:cubicBezTo>
                <a:cubicBezTo>
                  <a:pt x="117399" y="8542"/>
                  <a:pt x="117414" y="8527"/>
                  <a:pt x="117414" y="8498"/>
                </a:cubicBezTo>
                <a:cubicBezTo>
                  <a:pt x="117574" y="8410"/>
                  <a:pt x="117734" y="8323"/>
                  <a:pt x="117938" y="8221"/>
                </a:cubicBezTo>
                <a:close/>
                <a:moveTo>
                  <a:pt x="31948" y="8483"/>
                </a:moveTo>
                <a:lnTo>
                  <a:pt x="32400" y="8498"/>
                </a:lnTo>
                <a:cubicBezTo>
                  <a:pt x="32400" y="8512"/>
                  <a:pt x="32400" y="8527"/>
                  <a:pt x="32385" y="8542"/>
                </a:cubicBezTo>
                <a:cubicBezTo>
                  <a:pt x="32254" y="8556"/>
                  <a:pt x="32138" y="8571"/>
                  <a:pt x="32006" y="8585"/>
                </a:cubicBezTo>
                <a:cubicBezTo>
                  <a:pt x="31992" y="8542"/>
                  <a:pt x="31977" y="8512"/>
                  <a:pt x="31948" y="8483"/>
                </a:cubicBezTo>
                <a:close/>
                <a:moveTo>
                  <a:pt x="26774" y="7303"/>
                </a:moveTo>
                <a:cubicBezTo>
                  <a:pt x="26818" y="7536"/>
                  <a:pt x="26862" y="7740"/>
                  <a:pt x="26891" y="7944"/>
                </a:cubicBezTo>
                <a:cubicBezTo>
                  <a:pt x="26803" y="8163"/>
                  <a:pt x="26730" y="8381"/>
                  <a:pt x="26658" y="8614"/>
                </a:cubicBezTo>
                <a:cubicBezTo>
                  <a:pt x="26614" y="8469"/>
                  <a:pt x="26570" y="8308"/>
                  <a:pt x="26512" y="8163"/>
                </a:cubicBezTo>
                <a:cubicBezTo>
                  <a:pt x="26585" y="7813"/>
                  <a:pt x="26658" y="7551"/>
                  <a:pt x="26774" y="7303"/>
                </a:cubicBezTo>
                <a:close/>
                <a:moveTo>
                  <a:pt x="114703" y="8308"/>
                </a:moveTo>
                <a:cubicBezTo>
                  <a:pt x="114732" y="8381"/>
                  <a:pt x="114747" y="8440"/>
                  <a:pt x="114761" y="8512"/>
                </a:cubicBezTo>
                <a:cubicBezTo>
                  <a:pt x="114747" y="8542"/>
                  <a:pt x="114717" y="8585"/>
                  <a:pt x="114688" y="8614"/>
                </a:cubicBezTo>
                <a:cubicBezTo>
                  <a:pt x="114688" y="8556"/>
                  <a:pt x="114674" y="8483"/>
                  <a:pt x="114674" y="8425"/>
                </a:cubicBezTo>
                <a:lnTo>
                  <a:pt x="114703" y="8308"/>
                </a:lnTo>
                <a:close/>
                <a:moveTo>
                  <a:pt x="30461" y="8600"/>
                </a:moveTo>
                <a:cubicBezTo>
                  <a:pt x="30476" y="8629"/>
                  <a:pt x="30505" y="8644"/>
                  <a:pt x="30534" y="8658"/>
                </a:cubicBezTo>
                <a:cubicBezTo>
                  <a:pt x="30520" y="8687"/>
                  <a:pt x="30520" y="8717"/>
                  <a:pt x="30505" y="8760"/>
                </a:cubicBezTo>
                <a:cubicBezTo>
                  <a:pt x="30491" y="8702"/>
                  <a:pt x="30476" y="8658"/>
                  <a:pt x="30461" y="8600"/>
                </a:cubicBezTo>
                <a:close/>
                <a:moveTo>
                  <a:pt x="119993" y="8425"/>
                </a:moveTo>
                <a:cubicBezTo>
                  <a:pt x="120037" y="8542"/>
                  <a:pt x="120081" y="8644"/>
                  <a:pt x="120110" y="8746"/>
                </a:cubicBezTo>
                <a:cubicBezTo>
                  <a:pt x="120052" y="8804"/>
                  <a:pt x="119993" y="8862"/>
                  <a:pt x="119935" y="8906"/>
                </a:cubicBezTo>
                <a:cubicBezTo>
                  <a:pt x="119979" y="8746"/>
                  <a:pt x="119993" y="8585"/>
                  <a:pt x="119993" y="8425"/>
                </a:cubicBezTo>
                <a:close/>
                <a:moveTo>
                  <a:pt x="29733" y="7973"/>
                </a:moveTo>
                <a:cubicBezTo>
                  <a:pt x="29762" y="8046"/>
                  <a:pt x="29791" y="8104"/>
                  <a:pt x="29820" y="8163"/>
                </a:cubicBezTo>
                <a:cubicBezTo>
                  <a:pt x="29806" y="8367"/>
                  <a:pt x="29820" y="8600"/>
                  <a:pt x="29835" y="8848"/>
                </a:cubicBezTo>
                <a:cubicBezTo>
                  <a:pt x="29631" y="8877"/>
                  <a:pt x="29427" y="8906"/>
                  <a:pt x="29223" y="8921"/>
                </a:cubicBezTo>
                <a:cubicBezTo>
                  <a:pt x="29456" y="8600"/>
                  <a:pt x="29616" y="8279"/>
                  <a:pt x="29733" y="7973"/>
                </a:cubicBezTo>
                <a:close/>
                <a:moveTo>
                  <a:pt x="115125" y="8396"/>
                </a:moveTo>
                <a:cubicBezTo>
                  <a:pt x="115155" y="8512"/>
                  <a:pt x="115198" y="8629"/>
                  <a:pt x="115227" y="8746"/>
                </a:cubicBezTo>
                <a:cubicBezTo>
                  <a:pt x="115198" y="8804"/>
                  <a:pt x="115155" y="8862"/>
                  <a:pt x="115125" y="8921"/>
                </a:cubicBezTo>
                <a:cubicBezTo>
                  <a:pt x="115111" y="8819"/>
                  <a:pt x="115082" y="8717"/>
                  <a:pt x="115038" y="8614"/>
                </a:cubicBezTo>
                <a:cubicBezTo>
                  <a:pt x="115053" y="8585"/>
                  <a:pt x="115053" y="8542"/>
                  <a:pt x="115053" y="8512"/>
                </a:cubicBezTo>
                <a:cubicBezTo>
                  <a:pt x="115082" y="8469"/>
                  <a:pt x="115096" y="8425"/>
                  <a:pt x="115125" y="8396"/>
                </a:cubicBezTo>
                <a:close/>
                <a:moveTo>
                  <a:pt x="114266" y="8367"/>
                </a:moveTo>
                <a:lnTo>
                  <a:pt x="114266" y="8425"/>
                </a:lnTo>
                <a:cubicBezTo>
                  <a:pt x="114149" y="8614"/>
                  <a:pt x="114032" y="8804"/>
                  <a:pt x="113916" y="8979"/>
                </a:cubicBezTo>
                <a:cubicBezTo>
                  <a:pt x="113930" y="8921"/>
                  <a:pt x="113945" y="8848"/>
                  <a:pt x="113959" y="8775"/>
                </a:cubicBezTo>
                <a:cubicBezTo>
                  <a:pt x="114032" y="8644"/>
                  <a:pt x="114134" y="8512"/>
                  <a:pt x="114266" y="8367"/>
                </a:cubicBezTo>
                <a:close/>
                <a:moveTo>
                  <a:pt x="116933" y="7128"/>
                </a:moveTo>
                <a:lnTo>
                  <a:pt x="116933" y="7128"/>
                </a:lnTo>
                <a:cubicBezTo>
                  <a:pt x="116947" y="7507"/>
                  <a:pt x="116904" y="7871"/>
                  <a:pt x="116860" y="8236"/>
                </a:cubicBezTo>
                <a:cubicBezTo>
                  <a:pt x="116802" y="8352"/>
                  <a:pt x="116758" y="8469"/>
                  <a:pt x="116729" y="8585"/>
                </a:cubicBezTo>
                <a:cubicBezTo>
                  <a:pt x="116510" y="8717"/>
                  <a:pt x="116291" y="8862"/>
                  <a:pt x="116102" y="9037"/>
                </a:cubicBezTo>
                <a:cubicBezTo>
                  <a:pt x="116204" y="8717"/>
                  <a:pt x="116233" y="8483"/>
                  <a:pt x="116233" y="8483"/>
                </a:cubicBezTo>
                <a:lnTo>
                  <a:pt x="116233" y="8483"/>
                </a:lnTo>
                <a:cubicBezTo>
                  <a:pt x="116175" y="8600"/>
                  <a:pt x="116131" y="8687"/>
                  <a:pt x="116087" y="8775"/>
                </a:cubicBezTo>
                <a:cubicBezTo>
                  <a:pt x="116087" y="8644"/>
                  <a:pt x="116073" y="8498"/>
                  <a:pt x="116058" y="8367"/>
                </a:cubicBezTo>
                <a:cubicBezTo>
                  <a:pt x="116321" y="7959"/>
                  <a:pt x="116612" y="7536"/>
                  <a:pt x="116933" y="7128"/>
                </a:cubicBezTo>
                <a:close/>
                <a:moveTo>
                  <a:pt x="27561" y="6195"/>
                </a:moveTo>
                <a:cubicBezTo>
                  <a:pt x="27926" y="6632"/>
                  <a:pt x="28130" y="6938"/>
                  <a:pt x="28275" y="7274"/>
                </a:cubicBezTo>
                <a:cubicBezTo>
                  <a:pt x="28188" y="7988"/>
                  <a:pt x="28028" y="8644"/>
                  <a:pt x="27882" y="9110"/>
                </a:cubicBezTo>
                <a:cubicBezTo>
                  <a:pt x="27838" y="9110"/>
                  <a:pt x="27780" y="9125"/>
                  <a:pt x="27721" y="9125"/>
                </a:cubicBezTo>
                <a:cubicBezTo>
                  <a:pt x="27780" y="8512"/>
                  <a:pt x="27590" y="7857"/>
                  <a:pt x="27343" y="7274"/>
                </a:cubicBezTo>
                <a:cubicBezTo>
                  <a:pt x="27401" y="7011"/>
                  <a:pt x="27488" y="6749"/>
                  <a:pt x="27590" y="6487"/>
                </a:cubicBezTo>
                <a:lnTo>
                  <a:pt x="27590" y="6487"/>
                </a:lnTo>
                <a:cubicBezTo>
                  <a:pt x="27590" y="6487"/>
                  <a:pt x="27444" y="6720"/>
                  <a:pt x="27255" y="7113"/>
                </a:cubicBezTo>
                <a:cubicBezTo>
                  <a:pt x="27197" y="6997"/>
                  <a:pt x="27138" y="6880"/>
                  <a:pt x="27080" y="6764"/>
                </a:cubicBezTo>
                <a:cubicBezTo>
                  <a:pt x="27211" y="6589"/>
                  <a:pt x="27357" y="6399"/>
                  <a:pt x="27561" y="6195"/>
                </a:cubicBezTo>
                <a:close/>
                <a:moveTo>
                  <a:pt x="114032" y="7244"/>
                </a:moveTo>
                <a:cubicBezTo>
                  <a:pt x="114091" y="7419"/>
                  <a:pt x="114134" y="7580"/>
                  <a:pt x="114178" y="7725"/>
                </a:cubicBezTo>
                <a:cubicBezTo>
                  <a:pt x="114076" y="7900"/>
                  <a:pt x="113901" y="8250"/>
                  <a:pt x="113741" y="8673"/>
                </a:cubicBezTo>
                <a:cubicBezTo>
                  <a:pt x="113610" y="8833"/>
                  <a:pt x="113493" y="9008"/>
                  <a:pt x="113406" y="9197"/>
                </a:cubicBezTo>
                <a:cubicBezTo>
                  <a:pt x="113362" y="9197"/>
                  <a:pt x="113318" y="9197"/>
                  <a:pt x="113274" y="9183"/>
                </a:cubicBezTo>
                <a:cubicBezTo>
                  <a:pt x="113318" y="9023"/>
                  <a:pt x="113333" y="8862"/>
                  <a:pt x="113347" y="8702"/>
                </a:cubicBezTo>
                <a:cubicBezTo>
                  <a:pt x="113493" y="8542"/>
                  <a:pt x="113668" y="8381"/>
                  <a:pt x="113887" y="8163"/>
                </a:cubicBezTo>
                <a:lnTo>
                  <a:pt x="113887" y="8163"/>
                </a:lnTo>
                <a:cubicBezTo>
                  <a:pt x="113886" y="8163"/>
                  <a:pt x="113668" y="8279"/>
                  <a:pt x="113362" y="8498"/>
                </a:cubicBezTo>
                <a:lnTo>
                  <a:pt x="113362" y="8454"/>
                </a:lnTo>
                <a:cubicBezTo>
                  <a:pt x="113377" y="8440"/>
                  <a:pt x="113377" y="8440"/>
                  <a:pt x="113377" y="8425"/>
                </a:cubicBezTo>
                <a:cubicBezTo>
                  <a:pt x="113566" y="8090"/>
                  <a:pt x="113712" y="7755"/>
                  <a:pt x="113814" y="7449"/>
                </a:cubicBezTo>
                <a:cubicBezTo>
                  <a:pt x="113828" y="7419"/>
                  <a:pt x="113857" y="7390"/>
                  <a:pt x="113872" y="7361"/>
                </a:cubicBezTo>
                <a:cubicBezTo>
                  <a:pt x="113901" y="7332"/>
                  <a:pt x="113930" y="7303"/>
                  <a:pt x="113959" y="7288"/>
                </a:cubicBezTo>
                <a:cubicBezTo>
                  <a:pt x="113989" y="7274"/>
                  <a:pt x="114018" y="7259"/>
                  <a:pt x="114032" y="7244"/>
                </a:cubicBezTo>
                <a:close/>
                <a:moveTo>
                  <a:pt x="27007" y="9008"/>
                </a:moveTo>
                <a:cubicBezTo>
                  <a:pt x="27022" y="9095"/>
                  <a:pt x="27022" y="9183"/>
                  <a:pt x="27022" y="9227"/>
                </a:cubicBezTo>
                <a:cubicBezTo>
                  <a:pt x="27007" y="9227"/>
                  <a:pt x="26993" y="9227"/>
                  <a:pt x="26978" y="9241"/>
                </a:cubicBezTo>
                <a:cubicBezTo>
                  <a:pt x="26993" y="9154"/>
                  <a:pt x="27007" y="9081"/>
                  <a:pt x="27007" y="9008"/>
                </a:cubicBezTo>
                <a:close/>
                <a:moveTo>
                  <a:pt x="123783" y="8498"/>
                </a:moveTo>
                <a:lnTo>
                  <a:pt x="123783" y="8498"/>
                </a:lnTo>
                <a:cubicBezTo>
                  <a:pt x="123724" y="8702"/>
                  <a:pt x="123637" y="8964"/>
                  <a:pt x="123564" y="9285"/>
                </a:cubicBezTo>
                <a:cubicBezTo>
                  <a:pt x="123506" y="9314"/>
                  <a:pt x="123462" y="9343"/>
                  <a:pt x="123418" y="9372"/>
                </a:cubicBezTo>
                <a:cubicBezTo>
                  <a:pt x="123520" y="9081"/>
                  <a:pt x="123637" y="8789"/>
                  <a:pt x="123783" y="8498"/>
                </a:cubicBezTo>
                <a:close/>
                <a:moveTo>
                  <a:pt x="124832" y="8775"/>
                </a:moveTo>
                <a:cubicBezTo>
                  <a:pt x="125007" y="8979"/>
                  <a:pt x="125167" y="9154"/>
                  <a:pt x="125284" y="9329"/>
                </a:cubicBezTo>
                <a:cubicBezTo>
                  <a:pt x="125226" y="9372"/>
                  <a:pt x="125167" y="9431"/>
                  <a:pt x="125109" y="9474"/>
                </a:cubicBezTo>
                <a:cubicBezTo>
                  <a:pt x="124992" y="9241"/>
                  <a:pt x="124861" y="9023"/>
                  <a:pt x="124730" y="8833"/>
                </a:cubicBezTo>
                <a:cubicBezTo>
                  <a:pt x="124759" y="8819"/>
                  <a:pt x="124803" y="8789"/>
                  <a:pt x="124832" y="8775"/>
                </a:cubicBezTo>
                <a:close/>
                <a:moveTo>
                  <a:pt x="11880" y="9493"/>
                </a:moveTo>
                <a:cubicBezTo>
                  <a:pt x="11880" y="9497"/>
                  <a:pt x="11879" y="9500"/>
                  <a:pt x="11879" y="9504"/>
                </a:cubicBezTo>
                <a:cubicBezTo>
                  <a:pt x="11881" y="9507"/>
                  <a:pt x="11884" y="9511"/>
                  <a:pt x="11888" y="9516"/>
                </a:cubicBezTo>
                <a:lnTo>
                  <a:pt x="11888" y="9516"/>
                </a:lnTo>
                <a:cubicBezTo>
                  <a:pt x="11885" y="9508"/>
                  <a:pt x="11883" y="9501"/>
                  <a:pt x="11880" y="9493"/>
                </a:cubicBezTo>
                <a:close/>
                <a:moveTo>
                  <a:pt x="25215" y="8571"/>
                </a:moveTo>
                <a:cubicBezTo>
                  <a:pt x="25331" y="8775"/>
                  <a:pt x="25477" y="8964"/>
                  <a:pt x="25652" y="9154"/>
                </a:cubicBezTo>
                <a:cubicBezTo>
                  <a:pt x="25637" y="9256"/>
                  <a:pt x="25608" y="9343"/>
                  <a:pt x="25608" y="9445"/>
                </a:cubicBezTo>
                <a:cubicBezTo>
                  <a:pt x="25404" y="9474"/>
                  <a:pt x="25200" y="9504"/>
                  <a:pt x="25011" y="9533"/>
                </a:cubicBezTo>
                <a:cubicBezTo>
                  <a:pt x="24981" y="9474"/>
                  <a:pt x="24967" y="9416"/>
                  <a:pt x="24938" y="9358"/>
                </a:cubicBezTo>
                <a:cubicBezTo>
                  <a:pt x="24981" y="9110"/>
                  <a:pt x="25069" y="8877"/>
                  <a:pt x="25215" y="8571"/>
                </a:cubicBezTo>
                <a:close/>
                <a:moveTo>
                  <a:pt x="24398" y="9110"/>
                </a:moveTo>
                <a:lnTo>
                  <a:pt x="24398" y="9110"/>
                </a:lnTo>
                <a:cubicBezTo>
                  <a:pt x="24384" y="9299"/>
                  <a:pt x="24384" y="9474"/>
                  <a:pt x="24355" y="9635"/>
                </a:cubicBezTo>
                <a:lnTo>
                  <a:pt x="24194" y="9664"/>
                </a:lnTo>
                <a:cubicBezTo>
                  <a:pt x="24180" y="9635"/>
                  <a:pt x="24180" y="9620"/>
                  <a:pt x="24165" y="9591"/>
                </a:cubicBezTo>
                <a:cubicBezTo>
                  <a:pt x="24224" y="9445"/>
                  <a:pt x="24296" y="9285"/>
                  <a:pt x="24398" y="9110"/>
                </a:cubicBezTo>
                <a:close/>
                <a:moveTo>
                  <a:pt x="9591" y="9664"/>
                </a:moveTo>
                <a:cubicBezTo>
                  <a:pt x="9591" y="9664"/>
                  <a:pt x="9605" y="9678"/>
                  <a:pt x="9605" y="9678"/>
                </a:cubicBezTo>
                <a:cubicBezTo>
                  <a:pt x="9605" y="9664"/>
                  <a:pt x="9591" y="9664"/>
                  <a:pt x="9591" y="9664"/>
                </a:cubicBezTo>
                <a:close/>
                <a:moveTo>
                  <a:pt x="117982" y="8410"/>
                </a:moveTo>
                <a:cubicBezTo>
                  <a:pt x="118026" y="8600"/>
                  <a:pt x="118070" y="8760"/>
                  <a:pt x="118084" y="8906"/>
                </a:cubicBezTo>
                <a:cubicBezTo>
                  <a:pt x="117807" y="9168"/>
                  <a:pt x="117545" y="9474"/>
                  <a:pt x="117341" y="9824"/>
                </a:cubicBezTo>
                <a:cubicBezTo>
                  <a:pt x="117297" y="9810"/>
                  <a:pt x="117253" y="9810"/>
                  <a:pt x="117224" y="9795"/>
                </a:cubicBezTo>
                <a:cubicBezTo>
                  <a:pt x="117210" y="9737"/>
                  <a:pt x="117195" y="9664"/>
                  <a:pt x="117195" y="9591"/>
                </a:cubicBezTo>
                <a:cubicBezTo>
                  <a:pt x="117210" y="9387"/>
                  <a:pt x="117224" y="9168"/>
                  <a:pt x="117224" y="8979"/>
                </a:cubicBezTo>
                <a:cubicBezTo>
                  <a:pt x="117443" y="8804"/>
                  <a:pt x="117691" y="8629"/>
                  <a:pt x="117982" y="8410"/>
                </a:cubicBezTo>
                <a:close/>
                <a:moveTo>
                  <a:pt x="22416" y="9489"/>
                </a:moveTo>
                <a:lnTo>
                  <a:pt x="22416" y="9489"/>
                </a:lnTo>
                <a:cubicBezTo>
                  <a:pt x="22518" y="9620"/>
                  <a:pt x="22620" y="9751"/>
                  <a:pt x="22722" y="9897"/>
                </a:cubicBezTo>
                <a:cubicBezTo>
                  <a:pt x="22635" y="9912"/>
                  <a:pt x="22547" y="9926"/>
                  <a:pt x="22475" y="9941"/>
                </a:cubicBezTo>
                <a:cubicBezTo>
                  <a:pt x="22445" y="9795"/>
                  <a:pt x="22431" y="9649"/>
                  <a:pt x="22416" y="9489"/>
                </a:cubicBezTo>
                <a:close/>
                <a:moveTo>
                  <a:pt x="119571" y="8134"/>
                </a:moveTo>
                <a:cubicBezTo>
                  <a:pt x="119542" y="8512"/>
                  <a:pt x="119425" y="8891"/>
                  <a:pt x="119206" y="9460"/>
                </a:cubicBezTo>
                <a:cubicBezTo>
                  <a:pt x="119031" y="9081"/>
                  <a:pt x="118842" y="8833"/>
                  <a:pt x="118784" y="8789"/>
                </a:cubicBezTo>
                <a:lnTo>
                  <a:pt x="118784" y="8789"/>
                </a:lnTo>
                <a:cubicBezTo>
                  <a:pt x="118915" y="9197"/>
                  <a:pt x="119002" y="9518"/>
                  <a:pt x="119061" y="9795"/>
                </a:cubicBezTo>
                <a:cubicBezTo>
                  <a:pt x="119002" y="9897"/>
                  <a:pt x="118929" y="9999"/>
                  <a:pt x="118842" y="10087"/>
                </a:cubicBezTo>
                <a:cubicBezTo>
                  <a:pt x="118725" y="10072"/>
                  <a:pt x="118609" y="10043"/>
                  <a:pt x="118507" y="10028"/>
                </a:cubicBezTo>
                <a:cubicBezTo>
                  <a:pt x="118521" y="9810"/>
                  <a:pt x="118521" y="9606"/>
                  <a:pt x="118507" y="9416"/>
                </a:cubicBezTo>
                <a:cubicBezTo>
                  <a:pt x="118565" y="9241"/>
                  <a:pt x="118609" y="9081"/>
                  <a:pt x="118638" y="8935"/>
                </a:cubicBezTo>
                <a:cubicBezTo>
                  <a:pt x="118682" y="8891"/>
                  <a:pt x="118740" y="8833"/>
                  <a:pt x="118784" y="8789"/>
                </a:cubicBezTo>
                <a:cubicBezTo>
                  <a:pt x="119002" y="8585"/>
                  <a:pt x="119250" y="8367"/>
                  <a:pt x="119571" y="8134"/>
                </a:cubicBezTo>
                <a:close/>
                <a:moveTo>
                  <a:pt x="21134" y="8396"/>
                </a:moveTo>
                <a:cubicBezTo>
                  <a:pt x="21440" y="8600"/>
                  <a:pt x="21673" y="8775"/>
                  <a:pt x="21877" y="8935"/>
                </a:cubicBezTo>
                <a:cubicBezTo>
                  <a:pt x="21804" y="9299"/>
                  <a:pt x="21746" y="9678"/>
                  <a:pt x="21731" y="10072"/>
                </a:cubicBezTo>
                <a:cubicBezTo>
                  <a:pt x="21469" y="10116"/>
                  <a:pt x="21192" y="10159"/>
                  <a:pt x="20930" y="10218"/>
                </a:cubicBezTo>
                <a:cubicBezTo>
                  <a:pt x="20857" y="10057"/>
                  <a:pt x="20784" y="9912"/>
                  <a:pt x="20711" y="9751"/>
                </a:cubicBezTo>
                <a:cubicBezTo>
                  <a:pt x="20755" y="9343"/>
                  <a:pt x="20886" y="8950"/>
                  <a:pt x="21134" y="8396"/>
                </a:cubicBezTo>
                <a:close/>
                <a:moveTo>
                  <a:pt x="120256" y="9955"/>
                </a:moveTo>
                <a:cubicBezTo>
                  <a:pt x="120241" y="10072"/>
                  <a:pt x="120241" y="10189"/>
                  <a:pt x="120227" y="10305"/>
                </a:cubicBezTo>
                <a:cubicBezTo>
                  <a:pt x="120227" y="10320"/>
                  <a:pt x="120212" y="10334"/>
                  <a:pt x="120212" y="10349"/>
                </a:cubicBezTo>
                <a:cubicBezTo>
                  <a:pt x="120197" y="10334"/>
                  <a:pt x="120168" y="10334"/>
                  <a:pt x="120154" y="10334"/>
                </a:cubicBezTo>
                <a:cubicBezTo>
                  <a:pt x="120183" y="10203"/>
                  <a:pt x="120212" y="10087"/>
                  <a:pt x="120256" y="9955"/>
                </a:cubicBezTo>
                <a:close/>
                <a:moveTo>
                  <a:pt x="121946" y="9882"/>
                </a:moveTo>
                <a:cubicBezTo>
                  <a:pt x="121946" y="9999"/>
                  <a:pt x="121946" y="10101"/>
                  <a:pt x="121946" y="10218"/>
                </a:cubicBezTo>
                <a:cubicBezTo>
                  <a:pt x="121917" y="10261"/>
                  <a:pt x="121874" y="10320"/>
                  <a:pt x="121830" y="10363"/>
                </a:cubicBezTo>
                <a:cubicBezTo>
                  <a:pt x="121830" y="10203"/>
                  <a:pt x="121859" y="10057"/>
                  <a:pt x="121903" y="9912"/>
                </a:cubicBezTo>
                <a:cubicBezTo>
                  <a:pt x="121917" y="9897"/>
                  <a:pt x="121932" y="9897"/>
                  <a:pt x="121946" y="9882"/>
                </a:cubicBezTo>
                <a:close/>
                <a:moveTo>
                  <a:pt x="10582" y="10276"/>
                </a:moveTo>
                <a:lnTo>
                  <a:pt x="10582" y="10276"/>
                </a:lnTo>
                <a:cubicBezTo>
                  <a:pt x="10640" y="10305"/>
                  <a:pt x="10684" y="10334"/>
                  <a:pt x="10727" y="10363"/>
                </a:cubicBezTo>
                <a:cubicBezTo>
                  <a:pt x="10727" y="10378"/>
                  <a:pt x="10727" y="10393"/>
                  <a:pt x="10742" y="10407"/>
                </a:cubicBezTo>
                <a:cubicBezTo>
                  <a:pt x="10698" y="10393"/>
                  <a:pt x="10655" y="10363"/>
                  <a:pt x="10611" y="10349"/>
                </a:cubicBezTo>
                <a:cubicBezTo>
                  <a:pt x="10596" y="10320"/>
                  <a:pt x="10596" y="10291"/>
                  <a:pt x="10582" y="10276"/>
                </a:cubicBezTo>
                <a:close/>
                <a:moveTo>
                  <a:pt x="121232" y="10465"/>
                </a:moveTo>
                <a:cubicBezTo>
                  <a:pt x="121232" y="10495"/>
                  <a:pt x="121232" y="10524"/>
                  <a:pt x="121232" y="10538"/>
                </a:cubicBezTo>
                <a:lnTo>
                  <a:pt x="121174" y="10538"/>
                </a:lnTo>
                <a:lnTo>
                  <a:pt x="121232" y="10465"/>
                </a:lnTo>
                <a:close/>
                <a:moveTo>
                  <a:pt x="124526" y="9023"/>
                </a:moveTo>
                <a:cubicBezTo>
                  <a:pt x="124643" y="9299"/>
                  <a:pt x="124730" y="9533"/>
                  <a:pt x="124803" y="9751"/>
                </a:cubicBezTo>
                <a:cubicBezTo>
                  <a:pt x="124497" y="10028"/>
                  <a:pt x="124205" y="10334"/>
                  <a:pt x="123943" y="10655"/>
                </a:cubicBezTo>
                <a:cubicBezTo>
                  <a:pt x="123914" y="10465"/>
                  <a:pt x="123899" y="10276"/>
                  <a:pt x="123885" y="10072"/>
                </a:cubicBezTo>
                <a:cubicBezTo>
                  <a:pt x="124016" y="9737"/>
                  <a:pt x="124220" y="9416"/>
                  <a:pt x="124526" y="9023"/>
                </a:cubicBezTo>
                <a:close/>
                <a:moveTo>
                  <a:pt x="125687" y="10079"/>
                </a:moveTo>
                <a:cubicBezTo>
                  <a:pt x="125739" y="10201"/>
                  <a:pt x="125767" y="10313"/>
                  <a:pt x="125809" y="10451"/>
                </a:cubicBezTo>
                <a:cubicBezTo>
                  <a:pt x="125721" y="10538"/>
                  <a:pt x="125634" y="10611"/>
                  <a:pt x="125546" y="10699"/>
                </a:cubicBezTo>
                <a:cubicBezTo>
                  <a:pt x="125589" y="10501"/>
                  <a:pt x="125631" y="10303"/>
                  <a:pt x="125687" y="10079"/>
                </a:cubicBezTo>
                <a:close/>
                <a:moveTo>
                  <a:pt x="13803" y="7915"/>
                </a:moveTo>
                <a:cubicBezTo>
                  <a:pt x="13803" y="8279"/>
                  <a:pt x="13846" y="8717"/>
                  <a:pt x="13919" y="9212"/>
                </a:cubicBezTo>
                <a:cubicBezTo>
                  <a:pt x="13788" y="9678"/>
                  <a:pt x="13744" y="10189"/>
                  <a:pt x="13817" y="10728"/>
                </a:cubicBezTo>
                <a:cubicBezTo>
                  <a:pt x="13657" y="10597"/>
                  <a:pt x="13511" y="10451"/>
                  <a:pt x="13395" y="10291"/>
                </a:cubicBezTo>
                <a:cubicBezTo>
                  <a:pt x="13467" y="9533"/>
                  <a:pt x="13584" y="8717"/>
                  <a:pt x="13803" y="7915"/>
                </a:cubicBezTo>
                <a:close/>
                <a:moveTo>
                  <a:pt x="123448" y="9795"/>
                </a:moveTo>
                <a:lnTo>
                  <a:pt x="123418" y="9970"/>
                </a:lnTo>
                <a:cubicBezTo>
                  <a:pt x="123258" y="10232"/>
                  <a:pt x="123127" y="10524"/>
                  <a:pt x="123025" y="10815"/>
                </a:cubicBezTo>
                <a:cubicBezTo>
                  <a:pt x="123069" y="10567"/>
                  <a:pt x="123127" y="10305"/>
                  <a:pt x="123214" y="10028"/>
                </a:cubicBezTo>
                <a:cubicBezTo>
                  <a:pt x="123287" y="9955"/>
                  <a:pt x="123360" y="9868"/>
                  <a:pt x="123448" y="9795"/>
                </a:cubicBezTo>
                <a:close/>
                <a:moveTo>
                  <a:pt x="10786" y="10815"/>
                </a:moveTo>
                <a:cubicBezTo>
                  <a:pt x="10786" y="10815"/>
                  <a:pt x="10800" y="10830"/>
                  <a:pt x="10815" y="10844"/>
                </a:cubicBezTo>
                <a:cubicBezTo>
                  <a:pt x="10829" y="10874"/>
                  <a:pt x="10829" y="10917"/>
                  <a:pt x="10844" y="10961"/>
                </a:cubicBezTo>
                <a:cubicBezTo>
                  <a:pt x="10815" y="10917"/>
                  <a:pt x="10800" y="10859"/>
                  <a:pt x="10786" y="10815"/>
                </a:cubicBezTo>
                <a:close/>
                <a:moveTo>
                  <a:pt x="9664" y="10174"/>
                </a:moveTo>
                <a:lnTo>
                  <a:pt x="9664" y="10174"/>
                </a:lnTo>
                <a:cubicBezTo>
                  <a:pt x="9882" y="10261"/>
                  <a:pt x="10057" y="10349"/>
                  <a:pt x="10203" y="10436"/>
                </a:cubicBezTo>
                <a:cubicBezTo>
                  <a:pt x="10101" y="10597"/>
                  <a:pt x="9999" y="10786"/>
                  <a:pt x="9911" y="10976"/>
                </a:cubicBezTo>
                <a:cubicBezTo>
                  <a:pt x="9824" y="10713"/>
                  <a:pt x="9736" y="10451"/>
                  <a:pt x="9664" y="10174"/>
                </a:cubicBezTo>
                <a:close/>
                <a:moveTo>
                  <a:pt x="16616" y="8921"/>
                </a:moveTo>
                <a:lnTo>
                  <a:pt x="16616" y="8921"/>
                </a:lnTo>
                <a:cubicBezTo>
                  <a:pt x="16863" y="9227"/>
                  <a:pt x="17097" y="9591"/>
                  <a:pt x="17359" y="10057"/>
                </a:cubicBezTo>
                <a:cubicBezTo>
                  <a:pt x="17344" y="10349"/>
                  <a:pt x="17344" y="10626"/>
                  <a:pt x="17359" y="10917"/>
                </a:cubicBezTo>
                <a:cubicBezTo>
                  <a:pt x="17213" y="10946"/>
                  <a:pt x="17082" y="10976"/>
                  <a:pt x="16951" y="11005"/>
                </a:cubicBezTo>
                <a:cubicBezTo>
                  <a:pt x="16834" y="10495"/>
                  <a:pt x="16688" y="9751"/>
                  <a:pt x="16616" y="8921"/>
                </a:cubicBezTo>
                <a:close/>
                <a:moveTo>
                  <a:pt x="124759" y="10684"/>
                </a:moveTo>
                <a:cubicBezTo>
                  <a:pt x="124686" y="10874"/>
                  <a:pt x="124628" y="11063"/>
                  <a:pt x="124584" y="11267"/>
                </a:cubicBezTo>
                <a:cubicBezTo>
                  <a:pt x="124541" y="11252"/>
                  <a:pt x="124482" y="11238"/>
                  <a:pt x="124439" y="11223"/>
                </a:cubicBezTo>
                <a:cubicBezTo>
                  <a:pt x="124526" y="11048"/>
                  <a:pt x="124643" y="10874"/>
                  <a:pt x="124759" y="10684"/>
                </a:cubicBezTo>
                <a:close/>
                <a:moveTo>
                  <a:pt x="9591" y="10203"/>
                </a:moveTo>
                <a:cubicBezTo>
                  <a:pt x="9591" y="10465"/>
                  <a:pt x="9605" y="10844"/>
                  <a:pt x="9649" y="11296"/>
                </a:cubicBezTo>
                <a:cubicBezTo>
                  <a:pt x="9634" y="11282"/>
                  <a:pt x="9634" y="11267"/>
                  <a:pt x="9620" y="11252"/>
                </a:cubicBezTo>
                <a:cubicBezTo>
                  <a:pt x="9547" y="10946"/>
                  <a:pt x="9547" y="10640"/>
                  <a:pt x="9591" y="10203"/>
                </a:cubicBezTo>
                <a:close/>
                <a:moveTo>
                  <a:pt x="15012" y="7565"/>
                </a:moveTo>
                <a:cubicBezTo>
                  <a:pt x="15391" y="7813"/>
                  <a:pt x="15697" y="8032"/>
                  <a:pt x="15945" y="8236"/>
                </a:cubicBezTo>
                <a:cubicBezTo>
                  <a:pt x="15756" y="9168"/>
                  <a:pt x="15668" y="10232"/>
                  <a:pt x="15931" y="11238"/>
                </a:cubicBezTo>
                <a:cubicBezTo>
                  <a:pt x="15814" y="11252"/>
                  <a:pt x="15712" y="11282"/>
                  <a:pt x="15595" y="11311"/>
                </a:cubicBezTo>
                <a:cubicBezTo>
                  <a:pt x="15246" y="10728"/>
                  <a:pt x="14837" y="10014"/>
                  <a:pt x="14502" y="9241"/>
                </a:cubicBezTo>
                <a:cubicBezTo>
                  <a:pt x="14546" y="8746"/>
                  <a:pt x="14706" y="8265"/>
                  <a:pt x="15012" y="7565"/>
                </a:cubicBezTo>
                <a:close/>
                <a:moveTo>
                  <a:pt x="125867" y="11427"/>
                </a:moveTo>
                <a:lnTo>
                  <a:pt x="125867" y="11427"/>
                </a:lnTo>
                <a:cubicBezTo>
                  <a:pt x="125852" y="11471"/>
                  <a:pt x="125838" y="11515"/>
                  <a:pt x="125823" y="11559"/>
                </a:cubicBezTo>
                <a:cubicBezTo>
                  <a:pt x="125809" y="11544"/>
                  <a:pt x="125794" y="11544"/>
                  <a:pt x="125780" y="11544"/>
                </a:cubicBezTo>
                <a:cubicBezTo>
                  <a:pt x="125809" y="11500"/>
                  <a:pt x="125838" y="11457"/>
                  <a:pt x="125867" y="11427"/>
                </a:cubicBezTo>
                <a:close/>
                <a:moveTo>
                  <a:pt x="13335" y="11252"/>
                </a:moveTo>
                <a:lnTo>
                  <a:pt x="13335" y="11252"/>
                </a:lnTo>
                <a:cubicBezTo>
                  <a:pt x="13477" y="11393"/>
                  <a:pt x="13619" y="11534"/>
                  <a:pt x="13788" y="11675"/>
                </a:cubicBezTo>
                <a:cubicBezTo>
                  <a:pt x="13774" y="11704"/>
                  <a:pt x="13774" y="11719"/>
                  <a:pt x="13774" y="11748"/>
                </a:cubicBezTo>
                <a:cubicBezTo>
                  <a:pt x="13613" y="11777"/>
                  <a:pt x="13467" y="11821"/>
                  <a:pt x="13307" y="11865"/>
                </a:cubicBezTo>
                <a:cubicBezTo>
                  <a:pt x="13307" y="11665"/>
                  <a:pt x="13321" y="11465"/>
                  <a:pt x="13335" y="11252"/>
                </a:cubicBezTo>
                <a:close/>
                <a:moveTo>
                  <a:pt x="134116" y="11748"/>
                </a:moveTo>
                <a:cubicBezTo>
                  <a:pt x="134116" y="11763"/>
                  <a:pt x="134131" y="11777"/>
                  <a:pt x="134145" y="11806"/>
                </a:cubicBezTo>
                <a:cubicBezTo>
                  <a:pt x="134072" y="11835"/>
                  <a:pt x="134000" y="11865"/>
                  <a:pt x="133927" y="11908"/>
                </a:cubicBezTo>
                <a:cubicBezTo>
                  <a:pt x="133985" y="11850"/>
                  <a:pt x="134043" y="11792"/>
                  <a:pt x="134116" y="11748"/>
                </a:cubicBezTo>
                <a:close/>
                <a:moveTo>
                  <a:pt x="9270" y="11311"/>
                </a:moveTo>
                <a:cubicBezTo>
                  <a:pt x="9285" y="11617"/>
                  <a:pt x="9357" y="11937"/>
                  <a:pt x="9503" y="12258"/>
                </a:cubicBezTo>
                <a:cubicBezTo>
                  <a:pt x="9314" y="12142"/>
                  <a:pt x="9153" y="12025"/>
                  <a:pt x="9022" y="11894"/>
                </a:cubicBezTo>
                <a:cubicBezTo>
                  <a:pt x="9095" y="11719"/>
                  <a:pt x="9168" y="11529"/>
                  <a:pt x="9270" y="11311"/>
                </a:cubicBezTo>
                <a:close/>
                <a:moveTo>
                  <a:pt x="129583" y="11704"/>
                </a:moveTo>
                <a:cubicBezTo>
                  <a:pt x="129642" y="11879"/>
                  <a:pt x="129671" y="12040"/>
                  <a:pt x="129686" y="12185"/>
                </a:cubicBezTo>
                <a:cubicBezTo>
                  <a:pt x="129569" y="12273"/>
                  <a:pt x="129452" y="12375"/>
                  <a:pt x="129350" y="12477"/>
                </a:cubicBezTo>
                <a:cubicBezTo>
                  <a:pt x="129146" y="12418"/>
                  <a:pt x="128928" y="12360"/>
                  <a:pt x="128724" y="12302"/>
                </a:cubicBezTo>
                <a:cubicBezTo>
                  <a:pt x="128928" y="12112"/>
                  <a:pt x="129190" y="11923"/>
                  <a:pt x="129583" y="11704"/>
                </a:cubicBezTo>
                <a:close/>
                <a:moveTo>
                  <a:pt x="10319" y="10917"/>
                </a:moveTo>
                <a:cubicBezTo>
                  <a:pt x="10421" y="11442"/>
                  <a:pt x="10596" y="12010"/>
                  <a:pt x="10931" y="12506"/>
                </a:cubicBezTo>
                <a:cubicBezTo>
                  <a:pt x="10873" y="12520"/>
                  <a:pt x="10829" y="12535"/>
                  <a:pt x="10771" y="12550"/>
                </a:cubicBezTo>
                <a:cubicBezTo>
                  <a:pt x="10669" y="12448"/>
                  <a:pt x="10567" y="12331"/>
                  <a:pt x="10451" y="12214"/>
                </a:cubicBezTo>
                <a:cubicBezTo>
                  <a:pt x="10349" y="12025"/>
                  <a:pt x="10261" y="11821"/>
                  <a:pt x="10159" y="11617"/>
                </a:cubicBezTo>
                <a:cubicBezTo>
                  <a:pt x="10188" y="11398"/>
                  <a:pt x="10232" y="11165"/>
                  <a:pt x="10319" y="10917"/>
                </a:cubicBezTo>
                <a:close/>
                <a:moveTo>
                  <a:pt x="6472" y="11180"/>
                </a:moveTo>
                <a:lnTo>
                  <a:pt x="6472" y="11180"/>
                </a:lnTo>
                <a:cubicBezTo>
                  <a:pt x="6661" y="11340"/>
                  <a:pt x="6836" y="11500"/>
                  <a:pt x="7040" y="11719"/>
                </a:cubicBezTo>
                <a:cubicBezTo>
                  <a:pt x="7055" y="11981"/>
                  <a:pt x="7084" y="12316"/>
                  <a:pt x="7142" y="12652"/>
                </a:cubicBezTo>
                <a:cubicBezTo>
                  <a:pt x="6953" y="12273"/>
                  <a:pt x="6705" y="11763"/>
                  <a:pt x="6472" y="11180"/>
                </a:cubicBezTo>
                <a:close/>
                <a:moveTo>
                  <a:pt x="134349" y="12273"/>
                </a:moveTo>
                <a:cubicBezTo>
                  <a:pt x="134379" y="12346"/>
                  <a:pt x="134408" y="12433"/>
                  <a:pt x="134437" y="12506"/>
                </a:cubicBezTo>
                <a:cubicBezTo>
                  <a:pt x="134335" y="12550"/>
                  <a:pt x="134233" y="12608"/>
                  <a:pt x="134131" y="12666"/>
                </a:cubicBezTo>
                <a:cubicBezTo>
                  <a:pt x="134189" y="12535"/>
                  <a:pt x="134262" y="12404"/>
                  <a:pt x="134349" y="12273"/>
                </a:cubicBezTo>
                <a:close/>
                <a:moveTo>
                  <a:pt x="131260" y="12185"/>
                </a:moveTo>
                <a:lnTo>
                  <a:pt x="131260" y="12200"/>
                </a:lnTo>
                <a:cubicBezTo>
                  <a:pt x="131187" y="12360"/>
                  <a:pt x="131114" y="12550"/>
                  <a:pt x="131056" y="12739"/>
                </a:cubicBezTo>
                <a:cubicBezTo>
                  <a:pt x="130997" y="12797"/>
                  <a:pt x="130939" y="12870"/>
                  <a:pt x="130881" y="12914"/>
                </a:cubicBezTo>
                <a:cubicBezTo>
                  <a:pt x="130779" y="12885"/>
                  <a:pt x="130691" y="12856"/>
                  <a:pt x="130589" y="12827"/>
                </a:cubicBezTo>
                <a:cubicBezTo>
                  <a:pt x="130793" y="12622"/>
                  <a:pt x="131026" y="12404"/>
                  <a:pt x="131260" y="12185"/>
                </a:cubicBezTo>
                <a:close/>
                <a:moveTo>
                  <a:pt x="4213" y="10801"/>
                </a:moveTo>
                <a:lnTo>
                  <a:pt x="4213" y="10801"/>
                </a:lnTo>
                <a:cubicBezTo>
                  <a:pt x="4300" y="11078"/>
                  <a:pt x="4431" y="11413"/>
                  <a:pt x="4592" y="11777"/>
                </a:cubicBezTo>
                <a:cubicBezTo>
                  <a:pt x="4621" y="12156"/>
                  <a:pt x="4694" y="12564"/>
                  <a:pt x="4883" y="12972"/>
                </a:cubicBezTo>
                <a:cubicBezTo>
                  <a:pt x="4737" y="12885"/>
                  <a:pt x="4592" y="12797"/>
                  <a:pt x="4475" y="12695"/>
                </a:cubicBezTo>
                <a:cubicBezTo>
                  <a:pt x="4344" y="12098"/>
                  <a:pt x="4242" y="11442"/>
                  <a:pt x="4213" y="10801"/>
                </a:cubicBezTo>
                <a:close/>
                <a:moveTo>
                  <a:pt x="132076" y="12579"/>
                </a:moveTo>
                <a:lnTo>
                  <a:pt x="132076" y="12579"/>
                </a:lnTo>
                <a:cubicBezTo>
                  <a:pt x="131945" y="12754"/>
                  <a:pt x="131799" y="12958"/>
                  <a:pt x="131668" y="13162"/>
                </a:cubicBezTo>
                <a:cubicBezTo>
                  <a:pt x="131639" y="13162"/>
                  <a:pt x="131595" y="13147"/>
                  <a:pt x="131566" y="13133"/>
                </a:cubicBezTo>
                <a:cubicBezTo>
                  <a:pt x="131580" y="13060"/>
                  <a:pt x="131595" y="12972"/>
                  <a:pt x="131624" y="12899"/>
                </a:cubicBezTo>
                <a:cubicBezTo>
                  <a:pt x="131755" y="12797"/>
                  <a:pt x="131915" y="12695"/>
                  <a:pt x="132076" y="12579"/>
                </a:cubicBezTo>
                <a:close/>
                <a:moveTo>
                  <a:pt x="134495" y="12666"/>
                </a:moveTo>
                <a:cubicBezTo>
                  <a:pt x="134495" y="12695"/>
                  <a:pt x="134510" y="12725"/>
                  <a:pt x="134510" y="12754"/>
                </a:cubicBezTo>
                <a:cubicBezTo>
                  <a:pt x="134262" y="12987"/>
                  <a:pt x="134000" y="13249"/>
                  <a:pt x="133766" y="13526"/>
                </a:cubicBezTo>
                <a:cubicBezTo>
                  <a:pt x="133810" y="13380"/>
                  <a:pt x="133868" y="13235"/>
                  <a:pt x="133941" y="13074"/>
                </a:cubicBezTo>
                <a:cubicBezTo>
                  <a:pt x="134087" y="12929"/>
                  <a:pt x="134262" y="12812"/>
                  <a:pt x="134495" y="12666"/>
                </a:cubicBezTo>
                <a:close/>
                <a:moveTo>
                  <a:pt x="134218" y="11981"/>
                </a:moveTo>
                <a:cubicBezTo>
                  <a:pt x="134262" y="12054"/>
                  <a:pt x="134291" y="12127"/>
                  <a:pt x="134320" y="12200"/>
                </a:cubicBezTo>
                <a:cubicBezTo>
                  <a:pt x="134160" y="12375"/>
                  <a:pt x="133941" y="12622"/>
                  <a:pt x="133708" y="12943"/>
                </a:cubicBezTo>
                <a:cubicBezTo>
                  <a:pt x="133460" y="13118"/>
                  <a:pt x="133227" y="13337"/>
                  <a:pt x="133038" y="13584"/>
                </a:cubicBezTo>
                <a:cubicBezTo>
                  <a:pt x="133023" y="13380"/>
                  <a:pt x="133052" y="13176"/>
                  <a:pt x="133140" y="12972"/>
                </a:cubicBezTo>
                <a:cubicBezTo>
                  <a:pt x="133358" y="12841"/>
                  <a:pt x="133635" y="12681"/>
                  <a:pt x="133985" y="12477"/>
                </a:cubicBezTo>
                <a:lnTo>
                  <a:pt x="133985" y="12477"/>
                </a:lnTo>
                <a:cubicBezTo>
                  <a:pt x="133985" y="12477"/>
                  <a:pt x="133693" y="12550"/>
                  <a:pt x="133285" y="12739"/>
                </a:cubicBezTo>
                <a:cubicBezTo>
                  <a:pt x="133315" y="12681"/>
                  <a:pt x="133358" y="12637"/>
                  <a:pt x="133387" y="12579"/>
                </a:cubicBezTo>
                <a:cubicBezTo>
                  <a:pt x="133621" y="12404"/>
                  <a:pt x="133883" y="12200"/>
                  <a:pt x="134218" y="11981"/>
                </a:cubicBezTo>
                <a:close/>
                <a:moveTo>
                  <a:pt x="5000" y="10363"/>
                </a:moveTo>
                <a:lnTo>
                  <a:pt x="5000" y="10363"/>
                </a:lnTo>
                <a:cubicBezTo>
                  <a:pt x="5335" y="10495"/>
                  <a:pt x="5597" y="10626"/>
                  <a:pt x="5830" y="10757"/>
                </a:cubicBezTo>
                <a:cubicBezTo>
                  <a:pt x="5918" y="11690"/>
                  <a:pt x="6195" y="12783"/>
                  <a:pt x="6894" y="13614"/>
                </a:cubicBezTo>
                <a:lnTo>
                  <a:pt x="7317" y="13424"/>
                </a:lnTo>
                <a:cubicBezTo>
                  <a:pt x="7346" y="13497"/>
                  <a:pt x="7361" y="13555"/>
                  <a:pt x="7375" y="13628"/>
                </a:cubicBezTo>
                <a:cubicBezTo>
                  <a:pt x="7259" y="13672"/>
                  <a:pt x="7142" y="13716"/>
                  <a:pt x="7026" y="13759"/>
                </a:cubicBezTo>
                <a:cubicBezTo>
                  <a:pt x="6967" y="13745"/>
                  <a:pt x="6923" y="13730"/>
                  <a:pt x="6865" y="13716"/>
                </a:cubicBezTo>
                <a:cubicBezTo>
                  <a:pt x="6413" y="13307"/>
                  <a:pt x="5685" y="12579"/>
                  <a:pt x="5029" y="11733"/>
                </a:cubicBezTo>
                <a:cubicBezTo>
                  <a:pt x="4941" y="11340"/>
                  <a:pt x="4941" y="10932"/>
                  <a:pt x="5000" y="10363"/>
                </a:cubicBezTo>
                <a:close/>
                <a:moveTo>
                  <a:pt x="3630" y="13730"/>
                </a:moveTo>
                <a:cubicBezTo>
                  <a:pt x="3688" y="13788"/>
                  <a:pt x="3746" y="13832"/>
                  <a:pt x="3805" y="13890"/>
                </a:cubicBezTo>
                <a:cubicBezTo>
                  <a:pt x="3819" y="13963"/>
                  <a:pt x="3848" y="14022"/>
                  <a:pt x="3863" y="14095"/>
                </a:cubicBezTo>
                <a:cubicBezTo>
                  <a:pt x="3805" y="14036"/>
                  <a:pt x="3746" y="13978"/>
                  <a:pt x="3702" y="13905"/>
                </a:cubicBezTo>
                <a:cubicBezTo>
                  <a:pt x="3673" y="13847"/>
                  <a:pt x="3644" y="13788"/>
                  <a:pt x="3630" y="13730"/>
                </a:cubicBezTo>
                <a:close/>
                <a:moveTo>
                  <a:pt x="134612" y="13788"/>
                </a:moveTo>
                <a:cubicBezTo>
                  <a:pt x="134612" y="13905"/>
                  <a:pt x="134597" y="14036"/>
                  <a:pt x="134583" y="14167"/>
                </a:cubicBezTo>
                <a:cubicBezTo>
                  <a:pt x="134510" y="14138"/>
                  <a:pt x="134451" y="14124"/>
                  <a:pt x="134393" y="14095"/>
                </a:cubicBezTo>
                <a:cubicBezTo>
                  <a:pt x="134451" y="14007"/>
                  <a:pt x="134524" y="13890"/>
                  <a:pt x="134612" y="13788"/>
                </a:cubicBezTo>
                <a:close/>
                <a:moveTo>
                  <a:pt x="5422" y="13905"/>
                </a:moveTo>
                <a:lnTo>
                  <a:pt x="5422" y="13905"/>
                </a:lnTo>
                <a:cubicBezTo>
                  <a:pt x="5451" y="13920"/>
                  <a:pt x="5481" y="13934"/>
                  <a:pt x="5510" y="13949"/>
                </a:cubicBezTo>
                <a:cubicBezTo>
                  <a:pt x="5597" y="14051"/>
                  <a:pt x="5685" y="14138"/>
                  <a:pt x="5772" y="14226"/>
                </a:cubicBezTo>
                <a:cubicBezTo>
                  <a:pt x="5670" y="14269"/>
                  <a:pt x="5568" y="14313"/>
                  <a:pt x="5481" y="14357"/>
                </a:cubicBezTo>
                <a:cubicBezTo>
                  <a:pt x="5466" y="14197"/>
                  <a:pt x="5451" y="14051"/>
                  <a:pt x="5422" y="13905"/>
                </a:cubicBezTo>
                <a:close/>
                <a:moveTo>
                  <a:pt x="4650" y="13439"/>
                </a:moveTo>
                <a:lnTo>
                  <a:pt x="4650" y="13439"/>
                </a:lnTo>
                <a:cubicBezTo>
                  <a:pt x="4781" y="13526"/>
                  <a:pt x="4927" y="13628"/>
                  <a:pt x="5087" y="13716"/>
                </a:cubicBezTo>
                <a:cubicBezTo>
                  <a:pt x="5116" y="13993"/>
                  <a:pt x="5116" y="14240"/>
                  <a:pt x="5058" y="14517"/>
                </a:cubicBezTo>
                <a:lnTo>
                  <a:pt x="4985" y="14561"/>
                </a:lnTo>
                <a:cubicBezTo>
                  <a:pt x="4970" y="14546"/>
                  <a:pt x="4970" y="14532"/>
                  <a:pt x="4970" y="14532"/>
                </a:cubicBezTo>
                <a:cubicBezTo>
                  <a:pt x="4868" y="14226"/>
                  <a:pt x="4752" y="13861"/>
                  <a:pt x="4650" y="13439"/>
                </a:cubicBezTo>
                <a:close/>
                <a:moveTo>
                  <a:pt x="2449" y="13074"/>
                </a:moveTo>
                <a:cubicBezTo>
                  <a:pt x="2493" y="13089"/>
                  <a:pt x="2537" y="13103"/>
                  <a:pt x="2580" y="13118"/>
                </a:cubicBezTo>
                <a:cubicBezTo>
                  <a:pt x="2770" y="13541"/>
                  <a:pt x="3003" y="13993"/>
                  <a:pt x="3309" y="14415"/>
                </a:cubicBezTo>
                <a:cubicBezTo>
                  <a:pt x="3382" y="14678"/>
                  <a:pt x="3484" y="14925"/>
                  <a:pt x="3615" y="15173"/>
                </a:cubicBezTo>
                <a:cubicBezTo>
                  <a:pt x="3557" y="15202"/>
                  <a:pt x="3484" y="15231"/>
                  <a:pt x="3426" y="15275"/>
                </a:cubicBezTo>
                <a:cubicBezTo>
                  <a:pt x="3120" y="14969"/>
                  <a:pt x="2784" y="14590"/>
                  <a:pt x="2464" y="14167"/>
                </a:cubicBezTo>
                <a:cubicBezTo>
                  <a:pt x="2391" y="13861"/>
                  <a:pt x="2391" y="13541"/>
                  <a:pt x="2434" y="13074"/>
                </a:cubicBezTo>
                <a:close/>
                <a:moveTo>
                  <a:pt x="84198" y="1"/>
                </a:moveTo>
                <a:cubicBezTo>
                  <a:pt x="84198" y="1"/>
                  <a:pt x="81516" y="1663"/>
                  <a:pt x="81706" y="4184"/>
                </a:cubicBezTo>
                <a:cubicBezTo>
                  <a:pt x="81444" y="4490"/>
                  <a:pt x="81167" y="4811"/>
                  <a:pt x="80890" y="5146"/>
                </a:cubicBezTo>
                <a:cubicBezTo>
                  <a:pt x="80846" y="5087"/>
                  <a:pt x="80788" y="5029"/>
                  <a:pt x="80744" y="4971"/>
                </a:cubicBezTo>
                <a:cubicBezTo>
                  <a:pt x="80700" y="4563"/>
                  <a:pt x="80671" y="4126"/>
                  <a:pt x="80686" y="3688"/>
                </a:cubicBezTo>
                <a:cubicBezTo>
                  <a:pt x="80802" y="3499"/>
                  <a:pt x="80948" y="3309"/>
                  <a:pt x="81094" y="3120"/>
                </a:cubicBezTo>
                <a:lnTo>
                  <a:pt x="81094" y="3120"/>
                </a:lnTo>
                <a:cubicBezTo>
                  <a:pt x="81094" y="3120"/>
                  <a:pt x="80933" y="3251"/>
                  <a:pt x="80686" y="3484"/>
                </a:cubicBezTo>
                <a:cubicBezTo>
                  <a:pt x="80700" y="3236"/>
                  <a:pt x="80715" y="2974"/>
                  <a:pt x="80759" y="2712"/>
                </a:cubicBezTo>
                <a:lnTo>
                  <a:pt x="80759" y="2712"/>
                </a:lnTo>
                <a:cubicBezTo>
                  <a:pt x="80758" y="2712"/>
                  <a:pt x="80598" y="3120"/>
                  <a:pt x="80438" y="3747"/>
                </a:cubicBezTo>
                <a:cubicBezTo>
                  <a:pt x="80380" y="3805"/>
                  <a:pt x="80321" y="3863"/>
                  <a:pt x="80263" y="3921"/>
                </a:cubicBezTo>
                <a:cubicBezTo>
                  <a:pt x="79665" y="2916"/>
                  <a:pt x="78718" y="2260"/>
                  <a:pt x="78368" y="2041"/>
                </a:cubicBezTo>
                <a:cubicBezTo>
                  <a:pt x="78558" y="1866"/>
                  <a:pt x="78776" y="1677"/>
                  <a:pt x="79024" y="1458"/>
                </a:cubicBezTo>
                <a:lnTo>
                  <a:pt x="79024" y="1458"/>
                </a:lnTo>
                <a:cubicBezTo>
                  <a:pt x="79024" y="1458"/>
                  <a:pt x="78820" y="1546"/>
                  <a:pt x="78529" y="1706"/>
                </a:cubicBezTo>
                <a:lnTo>
                  <a:pt x="78631" y="1590"/>
                </a:lnTo>
                <a:lnTo>
                  <a:pt x="78631" y="1590"/>
                </a:lnTo>
                <a:cubicBezTo>
                  <a:pt x="78630" y="1590"/>
                  <a:pt x="78558" y="1663"/>
                  <a:pt x="78427" y="1779"/>
                </a:cubicBezTo>
                <a:cubicBezTo>
                  <a:pt x="77800" y="2143"/>
                  <a:pt x="76838" y="2843"/>
                  <a:pt x="76299" y="3863"/>
                </a:cubicBezTo>
                <a:cubicBezTo>
                  <a:pt x="76080" y="3601"/>
                  <a:pt x="75934" y="3441"/>
                  <a:pt x="75934" y="3441"/>
                </a:cubicBezTo>
                <a:lnTo>
                  <a:pt x="75934" y="3441"/>
                </a:lnTo>
                <a:cubicBezTo>
                  <a:pt x="76036" y="3615"/>
                  <a:pt x="76138" y="3805"/>
                  <a:pt x="76226" y="3994"/>
                </a:cubicBezTo>
                <a:cubicBezTo>
                  <a:pt x="76182" y="4096"/>
                  <a:pt x="76124" y="4198"/>
                  <a:pt x="76095" y="4315"/>
                </a:cubicBezTo>
                <a:cubicBezTo>
                  <a:pt x="76051" y="4359"/>
                  <a:pt x="76022" y="4402"/>
                  <a:pt x="75993" y="4446"/>
                </a:cubicBezTo>
                <a:cubicBezTo>
                  <a:pt x="75876" y="4330"/>
                  <a:pt x="75803" y="4257"/>
                  <a:pt x="75803" y="4257"/>
                </a:cubicBezTo>
                <a:lnTo>
                  <a:pt x="75803" y="4257"/>
                </a:lnTo>
                <a:cubicBezTo>
                  <a:pt x="75861" y="4330"/>
                  <a:pt x="75905" y="4402"/>
                  <a:pt x="75963" y="4475"/>
                </a:cubicBezTo>
                <a:cubicBezTo>
                  <a:pt x="75818" y="4665"/>
                  <a:pt x="75687" y="4854"/>
                  <a:pt x="75555" y="5044"/>
                </a:cubicBezTo>
                <a:cubicBezTo>
                  <a:pt x="75380" y="4767"/>
                  <a:pt x="75191" y="4504"/>
                  <a:pt x="75016" y="4257"/>
                </a:cubicBezTo>
                <a:cubicBezTo>
                  <a:pt x="75264" y="3703"/>
                  <a:pt x="75570" y="3134"/>
                  <a:pt x="75934" y="2610"/>
                </a:cubicBezTo>
                <a:lnTo>
                  <a:pt x="75934" y="2610"/>
                </a:lnTo>
                <a:cubicBezTo>
                  <a:pt x="75934" y="2610"/>
                  <a:pt x="75366" y="3135"/>
                  <a:pt x="74754" y="3907"/>
                </a:cubicBezTo>
                <a:cubicBezTo>
                  <a:pt x="74579" y="3688"/>
                  <a:pt x="74419" y="3484"/>
                  <a:pt x="74258" y="3295"/>
                </a:cubicBezTo>
                <a:cubicBezTo>
                  <a:pt x="74346" y="3207"/>
                  <a:pt x="74433" y="3134"/>
                  <a:pt x="74521" y="3047"/>
                </a:cubicBezTo>
                <a:lnTo>
                  <a:pt x="74521" y="3047"/>
                </a:lnTo>
                <a:cubicBezTo>
                  <a:pt x="74520" y="3047"/>
                  <a:pt x="74389" y="3105"/>
                  <a:pt x="74200" y="3222"/>
                </a:cubicBezTo>
                <a:cubicBezTo>
                  <a:pt x="73705" y="2624"/>
                  <a:pt x="73355" y="2275"/>
                  <a:pt x="73355" y="2275"/>
                </a:cubicBezTo>
                <a:lnTo>
                  <a:pt x="73355" y="2275"/>
                </a:lnTo>
                <a:cubicBezTo>
                  <a:pt x="73588" y="2610"/>
                  <a:pt x="73806" y="2960"/>
                  <a:pt x="74025" y="3324"/>
                </a:cubicBezTo>
                <a:cubicBezTo>
                  <a:pt x="73996" y="3338"/>
                  <a:pt x="73952" y="3368"/>
                  <a:pt x="73923" y="3382"/>
                </a:cubicBezTo>
                <a:cubicBezTo>
                  <a:pt x="73500" y="3003"/>
                  <a:pt x="73151" y="2799"/>
                  <a:pt x="73151" y="2799"/>
                </a:cubicBezTo>
                <a:lnTo>
                  <a:pt x="73151" y="2799"/>
                </a:lnTo>
                <a:cubicBezTo>
                  <a:pt x="73369" y="3076"/>
                  <a:pt x="73559" y="3309"/>
                  <a:pt x="73734" y="3513"/>
                </a:cubicBezTo>
                <a:cubicBezTo>
                  <a:pt x="73457" y="3703"/>
                  <a:pt x="73151" y="3951"/>
                  <a:pt x="72859" y="4242"/>
                </a:cubicBezTo>
                <a:cubicBezTo>
                  <a:pt x="72888" y="3834"/>
                  <a:pt x="72947" y="3426"/>
                  <a:pt x="73049" y="3018"/>
                </a:cubicBezTo>
                <a:lnTo>
                  <a:pt x="73049" y="3018"/>
                </a:lnTo>
                <a:cubicBezTo>
                  <a:pt x="73048" y="3018"/>
                  <a:pt x="72640" y="3776"/>
                  <a:pt x="72349" y="4811"/>
                </a:cubicBezTo>
                <a:cubicBezTo>
                  <a:pt x="72320" y="4854"/>
                  <a:pt x="72291" y="4898"/>
                  <a:pt x="72247" y="4942"/>
                </a:cubicBezTo>
                <a:cubicBezTo>
                  <a:pt x="72101" y="4840"/>
                  <a:pt x="71970" y="4752"/>
                  <a:pt x="71883" y="4694"/>
                </a:cubicBezTo>
                <a:cubicBezTo>
                  <a:pt x="71883" y="4650"/>
                  <a:pt x="71897" y="4592"/>
                  <a:pt x="71912" y="4548"/>
                </a:cubicBezTo>
                <a:cubicBezTo>
                  <a:pt x="72087" y="4373"/>
                  <a:pt x="72276" y="4184"/>
                  <a:pt x="72509" y="3980"/>
                </a:cubicBezTo>
                <a:lnTo>
                  <a:pt x="72509" y="3980"/>
                </a:lnTo>
                <a:cubicBezTo>
                  <a:pt x="72509" y="3980"/>
                  <a:pt x="72276" y="4082"/>
                  <a:pt x="71955" y="4286"/>
                </a:cubicBezTo>
                <a:cubicBezTo>
                  <a:pt x="72028" y="3718"/>
                  <a:pt x="71970" y="3324"/>
                  <a:pt x="71970" y="3324"/>
                </a:cubicBezTo>
                <a:lnTo>
                  <a:pt x="71970" y="3324"/>
                </a:lnTo>
                <a:cubicBezTo>
                  <a:pt x="71824" y="3819"/>
                  <a:pt x="71708" y="4213"/>
                  <a:pt x="71591" y="4534"/>
                </a:cubicBezTo>
                <a:cubicBezTo>
                  <a:pt x="71562" y="4548"/>
                  <a:pt x="71547" y="4577"/>
                  <a:pt x="71518" y="4592"/>
                </a:cubicBezTo>
                <a:cubicBezTo>
                  <a:pt x="71912" y="2916"/>
                  <a:pt x="72116" y="2595"/>
                  <a:pt x="73792" y="1007"/>
                </a:cubicBezTo>
                <a:lnTo>
                  <a:pt x="73792" y="1007"/>
                </a:lnTo>
                <a:cubicBezTo>
                  <a:pt x="73792" y="1007"/>
                  <a:pt x="72815" y="1473"/>
                  <a:pt x="71985" y="2333"/>
                </a:cubicBezTo>
                <a:cubicBezTo>
                  <a:pt x="72291" y="1735"/>
                  <a:pt x="72626" y="1123"/>
                  <a:pt x="73005" y="555"/>
                </a:cubicBezTo>
                <a:lnTo>
                  <a:pt x="73005" y="555"/>
                </a:lnTo>
                <a:cubicBezTo>
                  <a:pt x="73004" y="555"/>
                  <a:pt x="71270" y="2435"/>
                  <a:pt x="70192" y="4636"/>
                </a:cubicBezTo>
                <a:cubicBezTo>
                  <a:pt x="70104" y="4432"/>
                  <a:pt x="69988" y="4228"/>
                  <a:pt x="69857" y="4053"/>
                </a:cubicBezTo>
                <a:cubicBezTo>
                  <a:pt x="69886" y="3805"/>
                  <a:pt x="69930" y="3572"/>
                  <a:pt x="69988" y="3338"/>
                </a:cubicBezTo>
                <a:lnTo>
                  <a:pt x="69988" y="3338"/>
                </a:lnTo>
                <a:cubicBezTo>
                  <a:pt x="69988" y="3339"/>
                  <a:pt x="69886" y="3543"/>
                  <a:pt x="69740" y="3892"/>
                </a:cubicBezTo>
                <a:cubicBezTo>
                  <a:pt x="69726" y="3863"/>
                  <a:pt x="69711" y="3849"/>
                  <a:pt x="69682" y="3819"/>
                </a:cubicBezTo>
                <a:cubicBezTo>
                  <a:pt x="69886" y="3164"/>
                  <a:pt x="70148" y="2479"/>
                  <a:pt x="70498" y="1837"/>
                </a:cubicBezTo>
                <a:lnTo>
                  <a:pt x="70498" y="1837"/>
                </a:lnTo>
                <a:cubicBezTo>
                  <a:pt x="70498" y="1838"/>
                  <a:pt x="69915" y="2493"/>
                  <a:pt x="69361" y="3455"/>
                </a:cubicBezTo>
                <a:cubicBezTo>
                  <a:pt x="69157" y="3236"/>
                  <a:pt x="68953" y="3062"/>
                  <a:pt x="68764" y="2901"/>
                </a:cubicBezTo>
                <a:cubicBezTo>
                  <a:pt x="68880" y="2756"/>
                  <a:pt x="69026" y="2595"/>
                  <a:pt x="69172" y="2406"/>
                </a:cubicBezTo>
                <a:lnTo>
                  <a:pt x="69172" y="2406"/>
                </a:lnTo>
                <a:cubicBezTo>
                  <a:pt x="69172" y="2406"/>
                  <a:pt x="68938" y="2552"/>
                  <a:pt x="68632" y="2814"/>
                </a:cubicBezTo>
                <a:cubicBezTo>
                  <a:pt x="68181" y="2464"/>
                  <a:pt x="67816" y="2304"/>
                  <a:pt x="67816" y="2304"/>
                </a:cubicBezTo>
                <a:lnTo>
                  <a:pt x="67816" y="2304"/>
                </a:lnTo>
                <a:cubicBezTo>
                  <a:pt x="68064" y="2551"/>
                  <a:pt x="68268" y="2756"/>
                  <a:pt x="68458" y="2960"/>
                </a:cubicBezTo>
                <a:cubicBezTo>
                  <a:pt x="68210" y="3178"/>
                  <a:pt x="67933" y="3441"/>
                  <a:pt x="67670" y="3776"/>
                </a:cubicBezTo>
                <a:cubicBezTo>
                  <a:pt x="67670" y="3368"/>
                  <a:pt x="67685" y="2945"/>
                  <a:pt x="67743" y="2537"/>
                </a:cubicBezTo>
                <a:lnTo>
                  <a:pt x="67743" y="2537"/>
                </a:lnTo>
                <a:cubicBezTo>
                  <a:pt x="67743" y="2537"/>
                  <a:pt x="67423" y="3324"/>
                  <a:pt x="67248" y="4388"/>
                </a:cubicBezTo>
                <a:cubicBezTo>
                  <a:pt x="67117" y="4606"/>
                  <a:pt x="67000" y="4840"/>
                  <a:pt x="66898" y="5087"/>
                </a:cubicBezTo>
                <a:cubicBezTo>
                  <a:pt x="66840" y="5029"/>
                  <a:pt x="66767" y="4971"/>
                  <a:pt x="66709" y="4927"/>
                </a:cubicBezTo>
                <a:cubicBezTo>
                  <a:pt x="66781" y="4825"/>
                  <a:pt x="66869" y="4723"/>
                  <a:pt x="66971" y="4606"/>
                </a:cubicBezTo>
                <a:lnTo>
                  <a:pt x="66971" y="4606"/>
                </a:lnTo>
                <a:cubicBezTo>
                  <a:pt x="66971" y="4607"/>
                  <a:pt x="66825" y="4694"/>
                  <a:pt x="66636" y="4869"/>
                </a:cubicBezTo>
                <a:cubicBezTo>
                  <a:pt x="66548" y="4796"/>
                  <a:pt x="66461" y="4738"/>
                  <a:pt x="66388" y="4694"/>
                </a:cubicBezTo>
                <a:cubicBezTo>
                  <a:pt x="66621" y="4373"/>
                  <a:pt x="66927" y="4009"/>
                  <a:pt x="67306" y="3543"/>
                </a:cubicBezTo>
                <a:lnTo>
                  <a:pt x="67306" y="3543"/>
                </a:lnTo>
                <a:cubicBezTo>
                  <a:pt x="67306" y="3543"/>
                  <a:pt x="66913" y="3790"/>
                  <a:pt x="66417" y="4242"/>
                </a:cubicBezTo>
                <a:cubicBezTo>
                  <a:pt x="66650" y="2537"/>
                  <a:pt x="66811" y="2202"/>
                  <a:pt x="68268" y="438"/>
                </a:cubicBezTo>
                <a:lnTo>
                  <a:pt x="68268" y="438"/>
                </a:lnTo>
                <a:cubicBezTo>
                  <a:pt x="68268" y="438"/>
                  <a:pt x="66126" y="1779"/>
                  <a:pt x="65805" y="3863"/>
                </a:cubicBezTo>
                <a:cubicBezTo>
                  <a:pt x="65397" y="4257"/>
                  <a:pt x="64916" y="4883"/>
                  <a:pt x="64858" y="5670"/>
                </a:cubicBezTo>
                <a:cubicBezTo>
                  <a:pt x="64741" y="4883"/>
                  <a:pt x="64712" y="3994"/>
                  <a:pt x="64828" y="3149"/>
                </a:cubicBezTo>
                <a:lnTo>
                  <a:pt x="64828" y="3149"/>
                </a:lnTo>
                <a:cubicBezTo>
                  <a:pt x="64828" y="3149"/>
                  <a:pt x="64289" y="4490"/>
                  <a:pt x="64216" y="6006"/>
                </a:cubicBezTo>
                <a:cubicBezTo>
                  <a:pt x="64202" y="5700"/>
                  <a:pt x="64216" y="5379"/>
                  <a:pt x="64260" y="5073"/>
                </a:cubicBezTo>
                <a:lnTo>
                  <a:pt x="64260" y="5073"/>
                </a:lnTo>
                <a:cubicBezTo>
                  <a:pt x="64260" y="5073"/>
                  <a:pt x="63954" y="5802"/>
                  <a:pt x="63881" y="6676"/>
                </a:cubicBezTo>
                <a:cubicBezTo>
                  <a:pt x="63750" y="6691"/>
                  <a:pt x="63619" y="6691"/>
                  <a:pt x="63488" y="6691"/>
                </a:cubicBezTo>
                <a:cubicBezTo>
                  <a:pt x="64187" y="5277"/>
                  <a:pt x="63808" y="3936"/>
                  <a:pt x="63808" y="3936"/>
                </a:cubicBezTo>
                <a:lnTo>
                  <a:pt x="63808" y="3936"/>
                </a:lnTo>
                <a:cubicBezTo>
                  <a:pt x="63560" y="5394"/>
                  <a:pt x="63400" y="5962"/>
                  <a:pt x="62817" y="6705"/>
                </a:cubicBezTo>
                <a:lnTo>
                  <a:pt x="62671" y="6705"/>
                </a:lnTo>
                <a:lnTo>
                  <a:pt x="62671" y="6691"/>
                </a:lnTo>
                <a:cubicBezTo>
                  <a:pt x="62919" y="5379"/>
                  <a:pt x="63444" y="3105"/>
                  <a:pt x="64493" y="1167"/>
                </a:cubicBezTo>
                <a:lnTo>
                  <a:pt x="64493" y="1167"/>
                </a:lnTo>
                <a:cubicBezTo>
                  <a:pt x="64493" y="1167"/>
                  <a:pt x="63546" y="2348"/>
                  <a:pt x="62744" y="3936"/>
                </a:cubicBezTo>
                <a:cubicBezTo>
                  <a:pt x="62788" y="3441"/>
                  <a:pt x="62744" y="3120"/>
                  <a:pt x="62744" y="3120"/>
                </a:cubicBezTo>
                <a:cubicBezTo>
                  <a:pt x="62467" y="4053"/>
                  <a:pt x="62278" y="4621"/>
                  <a:pt x="62016" y="5087"/>
                </a:cubicBezTo>
                <a:cubicBezTo>
                  <a:pt x="61914" y="4942"/>
                  <a:pt x="61797" y="4811"/>
                  <a:pt x="61680" y="4679"/>
                </a:cubicBezTo>
                <a:cubicBezTo>
                  <a:pt x="62147" y="3397"/>
                  <a:pt x="62832" y="1779"/>
                  <a:pt x="63764" y="351"/>
                </a:cubicBezTo>
                <a:lnTo>
                  <a:pt x="63764" y="351"/>
                </a:lnTo>
                <a:cubicBezTo>
                  <a:pt x="63764" y="351"/>
                  <a:pt x="62919" y="1269"/>
                  <a:pt x="62045" y="2581"/>
                </a:cubicBezTo>
                <a:cubicBezTo>
                  <a:pt x="62059" y="2551"/>
                  <a:pt x="62059" y="2537"/>
                  <a:pt x="62074" y="2508"/>
                </a:cubicBezTo>
                <a:lnTo>
                  <a:pt x="62074" y="2508"/>
                </a:lnTo>
                <a:cubicBezTo>
                  <a:pt x="62074" y="2508"/>
                  <a:pt x="61622" y="3120"/>
                  <a:pt x="61199" y="3994"/>
                </a:cubicBezTo>
                <a:cubicBezTo>
                  <a:pt x="61170" y="4038"/>
                  <a:pt x="61141" y="4082"/>
                  <a:pt x="61112" y="4140"/>
                </a:cubicBezTo>
                <a:cubicBezTo>
                  <a:pt x="60908" y="3965"/>
                  <a:pt x="60704" y="3805"/>
                  <a:pt x="60500" y="3674"/>
                </a:cubicBezTo>
                <a:cubicBezTo>
                  <a:pt x="60485" y="3659"/>
                  <a:pt x="60471" y="3645"/>
                  <a:pt x="60456" y="3615"/>
                </a:cubicBezTo>
                <a:cubicBezTo>
                  <a:pt x="60471" y="3601"/>
                  <a:pt x="60471" y="3572"/>
                  <a:pt x="60485" y="3543"/>
                </a:cubicBezTo>
                <a:cubicBezTo>
                  <a:pt x="60573" y="3411"/>
                  <a:pt x="60675" y="3280"/>
                  <a:pt x="60791" y="3120"/>
                </a:cubicBezTo>
                <a:lnTo>
                  <a:pt x="60791" y="3120"/>
                </a:lnTo>
                <a:cubicBezTo>
                  <a:pt x="60791" y="3120"/>
                  <a:pt x="60704" y="3178"/>
                  <a:pt x="60573" y="3295"/>
                </a:cubicBezTo>
                <a:cubicBezTo>
                  <a:pt x="60748" y="2741"/>
                  <a:pt x="60981" y="2173"/>
                  <a:pt x="61272" y="1633"/>
                </a:cubicBezTo>
                <a:lnTo>
                  <a:pt x="61272" y="1633"/>
                </a:lnTo>
                <a:cubicBezTo>
                  <a:pt x="61272" y="1634"/>
                  <a:pt x="60689" y="2304"/>
                  <a:pt x="60135" y="3251"/>
                </a:cubicBezTo>
                <a:cubicBezTo>
                  <a:pt x="59931" y="3032"/>
                  <a:pt x="59727" y="2858"/>
                  <a:pt x="59538" y="2712"/>
                </a:cubicBezTo>
                <a:cubicBezTo>
                  <a:pt x="59654" y="2551"/>
                  <a:pt x="59800" y="2391"/>
                  <a:pt x="59946" y="2202"/>
                </a:cubicBezTo>
                <a:lnTo>
                  <a:pt x="59946" y="2202"/>
                </a:lnTo>
                <a:cubicBezTo>
                  <a:pt x="59946" y="2202"/>
                  <a:pt x="59713" y="2347"/>
                  <a:pt x="59407" y="2610"/>
                </a:cubicBezTo>
                <a:cubicBezTo>
                  <a:pt x="59203" y="2449"/>
                  <a:pt x="59013" y="2333"/>
                  <a:pt x="58882" y="2245"/>
                </a:cubicBezTo>
                <a:cubicBezTo>
                  <a:pt x="59057" y="1954"/>
                  <a:pt x="59290" y="1619"/>
                  <a:pt x="59582" y="1211"/>
                </a:cubicBezTo>
                <a:lnTo>
                  <a:pt x="59582" y="1211"/>
                </a:lnTo>
                <a:cubicBezTo>
                  <a:pt x="59581" y="1211"/>
                  <a:pt x="59115" y="1531"/>
                  <a:pt x="58620" y="2100"/>
                </a:cubicBezTo>
                <a:lnTo>
                  <a:pt x="58591" y="2100"/>
                </a:lnTo>
                <a:lnTo>
                  <a:pt x="58605" y="2114"/>
                </a:lnTo>
                <a:cubicBezTo>
                  <a:pt x="58270" y="2508"/>
                  <a:pt x="57920" y="3003"/>
                  <a:pt x="57701" y="3601"/>
                </a:cubicBezTo>
                <a:cubicBezTo>
                  <a:pt x="57556" y="3717"/>
                  <a:pt x="57381" y="3863"/>
                  <a:pt x="57191" y="4053"/>
                </a:cubicBezTo>
                <a:cubicBezTo>
                  <a:pt x="57425" y="2333"/>
                  <a:pt x="57585" y="1998"/>
                  <a:pt x="59042" y="234"/>
                </a:cubicBezTo>
                <a:lnTo>
                  <a:pt x="59042" y="234"/>
                </a:lnTo>
                <a:cubicBezTo>
                  <a:pt x="59042" y="234"/>
                  <a:pt x="56375" y="1896"/>
                  <a:pt x="56550" y="4402"/>
                </a:cubicBezTo>
                <a:cubicBezTo>
                  <a:pt x="56506" y="4461"/>
                  <a:pt x="56463" y="4519"/>
                  <a:pt x="56419" y="4592"/>
                </a:cubicBezTo>
                <a:cubicBezTo>
                  <a:pt x="56404" y="4402"/>
                  <a:pt x="56390" y="4198"/>
                  <a:pt x="56404" y="4009"/>
                </a:cubicBezTo>
                <a:lnTo>
                  <a:pt x="56404" y="4009"/>
                </a:lnTo>
                <a:cubicBezTo>
                  <a:pt x="56404" y="4009"/>
                  <a:pt x="56302" y="4359"/>
                  <a:pt x="56215" y="4883"/>
                </a:cubicBezTo>
                <a:cubicBezTo>
                  <a:pt x="56186" y="4956"/>
                  <a:pt x="56142" y="5015"/>
                  <a:pt x="56098" y="5087"/>
                </a:cubicBezTo>
                <a:cubicBezTo>
                  <a:pt x="55982" y="4956"/>
                  <a:pt x="55850" y="4840"/>
                  <a:pt x="55719" y="4752"/>
                </a:cubicBezTo>
                <a:cubicBezTo>
                  <a:pt x="55807" y="4650"/>
                  <a:pt x="55880" y="4548"/>
                  <a:pt x="55982" y="4432"/>
                </a:cubicBezTo>
                <a:lnTo>
                  <a:pt x="55982" y="4432"/>
                </a:lnTo>
                <a:cubicBezTo>
                  <a:pt x="55982" y="4432"/>
                  <a:pt x="55836" y="4519"/>
                  <a:pt x="55646" y="4679"/>
                </a:cubicBezTo>
                <a:cubicBezTo>
                  <a:pt x="55603" y="4665"/>
                  <a:pt x="55574" y="4636"/>
                  <a:pt x="55544" y="4606"/>
                </a:cubicBezTo>
                <a:cubicBezTo>
                  <a:pt x="55515" y="4067"/>
                  <a:pt x="55530" y="3499"/>
                  <a:pt x="55603" y="2945"/>
                </a:cubicBezTo>
                <a:lnTo>
                  <a:pt x="55603" y="2945"/>
                </a:lnTo>
                <a:cubicBezTo>
                  <a:pt x="55603" y="2945"/>
                  <a:pt x="55369" y="3543"/>
                  <a:pt x="55180" y="4388"/>
                </a:cubicBezTo>
                <a:cubicBezTo>
                  <a:pt x="55151" y="4373"/>
                  <a:pt x="55137" y="4359"/>
                  <a:pt x="55136" y="4359"/>
                </a:cubicBezTo>
                <a:lnTo>
                  <a:pt x="55136" y="4359"/>
                </a:lnTo>
                <a:cubicBezTo>
                  <a:pt x="55151" y="4373"/>
                  <a:pt x="55165" y="4388"/>
                  <a:pt x="55180" y="4402"/>
                </a:cubicBezTo>
                <a:cubicBezTo>
                  <a:pt x="55122" y="4636"/>
                  <a:pt x="55078" y="4883"/>
                  <a:pt x="55049" y="5146"/>
                </a:cubicBezTo>
                <a:cubicBezTo>
                  <a:pt x="55049" y="4942"/>
                  <a:pt x="55063" y="4723"/>
                  <a:pt x="55093" y="4519"/>
                </a:cubicBezTo>
                <a:lnTo>
                  <a:pt x="55093" y="4519"/>
                </a:lnTo>
                <a:cubicBezTo>
                  <a:pt x="55093" y="4519"/>
                  <a:pt x="54889" y="5015"/>
                  <a:pt x="54772" y="5670"/>
                </a:cubicBezTo>
                <a:cubicBezTo>
                  <a:pt x="54626" y="5918"/>
                  <a:pt x="54510" y="6181"/>
                  <a:pt x="54466" y="6487"/>
                </a:cubicBezTo>
                <a:cubicBezTo>
                  <a:pt x="54335" y="6297"/>
                  <a:pt x="54262" y="6079"/>
                  <a:pt x="54247" y="5860"/>
                </a:cubicBezTo>
                <a:cubicBezTo>
                  <a:pt x="54393" y="5656"/>
                  <a:pt x="54582" y="5437"/>
                  <a:pt x="54816" y="5146"/>
                </a:cubicBezTo>
                <a:lnTo>
                  <a:pt x="54816" y="5146"/>
                </a:lnTo>
                <a:cubicBezTo>
                  <a:pt x="54816" y="5146"/>
                  <a:pt x="54568" y="5292"/>
                  <a:pt x="54262" y="5583"/>
                </a:cubicBezTo>
                <a:cubicBezTo>
                  <a:pt x="54408" y="4519"/>
                  <a:pt x="54510" y="4300"/>
                  <a:pt x="55428" y="3207"/>
                </a:cubicBezTo>
                <a:lnTo>
                  <a:pt x="55428" y="3207"/>
                </a:lnTo>
                <a:cubicBezTo>
                  <a:pt x="55427" y="3208"/>
                  <a:pt x="53621" y="4315"/>
                  <a:pt x="53883" y="5991"/>
                </a:cubicBezTo>
                <a:cubicBezTo>
                  <a:pt x="53679" y="6253"/>
                  <a:pt x="53475" y="6574"/>
                  <a:pt x="53358" y="6953"/>
                </a:cubicBezTo>
                <a:cubicBezTo>
                  <a:pt x="53242" y="6355"/>
                  <a:pt x="53169" y="5612"/>
                  <a:pt x="53271" y="4898"/>
                </a:cubicBezTo>
                <a:lnTo>
                  <a:pt x="53271" y="4898"/>
                </a:lnTo>
                <a:cubicBezTo>
                  <a:pt x="53271" y="4898"/>
                  <a:pt x="52848" y="5918"/>
                  <a:pt x="52877" y="6997"/>
                </a:cubicBezTo>
                <a:cubicBezTo>
                  <a:pt x="52644" y="7011"/>
                  <a:pt x="52411" y="7026"/>
                  <a:pt x="52192" y="7026"/>
                </a:cubicBezTo>
                <a:cubicBezTo>
                  <a:pt x="53314" y="5437"/>
                  <a:pt x="52819" y="3761"/>
                  <a:pt x="52819" y="3761"/>
                </a:cubicBezTo>
                <a:lnTo>
                  <a:pt x="52819" y="3761"/>
                </a:lnTo>
                <a:cubicBezTo>
                  <a:pt x="52557" y="5321"/>
                  <a:pt x="52396" y="5860"/>
                  <a:pt x="51711" y="6676"/>
                </a:cubicBezTo>
                <a:cubicBezTo>
                  <a:pt x="51711" y="6632"/>
                  <a:pt x="51697" y="6574"/>
                  <a:pt x="51697" y="6516"/>
                </a:cubicBezTo>
                <a:cubicBezTo>
                  <a:pt x="51930" y="5204"/>
                  <a:pt x="52455" y="2930"/>
                  <a:pt x="53504" y="992"/>
                </a:cubicBezTo>
                <a:lnTo>
                  <a:pt x="53504" y="992"/>
                </a:lnTo>
                <a:cubicBezTo>
                  <a:pt x="53504" y="992"/>
                  <a:pt x="51974" y="2902"/>
                  <a:pt x="51157" y="5117"/>
                </a:cubicBezTo>
                <a:cubicBezTo>
                  <a:pt x="50968" y="4825"/>
                  <a:pt x="50749" y="4563"/>
                  <a:pt x="50516" y="4330"/>
                </a:cubicBezTo>
                <a:cubicBezTo>
                  <a:pt x="50633" y="3674"/>
                  <a:pt x="50808" y="2989"/>
                  <a:pt x="51085" y="2347"/>
                </a:cubicBezTo>
                <a:lnTo>
                  <a:pt x="51085" y="2347"/>
                </a:lnTo>
                <a:cubicBezTo>
                  <a:pt x="51084" y="2348"/>
                  <a:pt x="50589" y="3018"/>
                  <a:pt x="50137" y="3965"/>
                </a:cubicBezTo>
                <a:cubicBezTo>
                  <a:pt x="49904" y="3776"/>
                  <a:pt x="49656" y="3601"/>
                  <a:pt x="49438" y="3455"/>
                </a:cubicBezTo>
                <a:cubicBezTo>
                  <a:pt x="49540" y="3295"/>
                  <a:pt x="49656" y="3134"/>
                  <a:pt x="49787" y="2945"/>
                </a:cubicBezTo>
                <a:lnTo>
                  <a:pt x="49787" y="2945"/>
                </a:lnTo>
                <a:cubicBezTo>
                  <a:pt x="49787" y="2945"/>
                  <a:pt x="49583" y="3091"/>
                  <a:pt x="49292" y="3353"/>
                </a:cubicBezTo>
                <a:cubicBezTo>
                  <a:pt x="48782" y="3047"/>
                  <a:pt x="48388" y="2887"/>
                  <a:pt x="48388" y="2887"/>
                </a:cubicBezTo>
                <a:lnTo>
                  <a:pt x="48388" y="2887"/>
                </a:lnTo>
                <a:cubicBezTo>
                  <a:pt x="48665" y="3120"/>
                  <a:pt x="48913" y="3324"/>
                  <a:pt x="49132" y="3513"/>
                </a:cubicBezTo>
                <a:cubicBezTo>
                  <a:pt x="48913" y="3732"/>
                  <a:pt x="48665" y="4009"/>
                  <a:pt x="48432" y="4344"/>
                </a:cubicBezTo>
                <a:cubicBezTo>
                  <a:pt x="48374" y="3936"/>
                  <a:pt x="48345" y="3528"/>
                  <a:pt x="48345" y="3120"/>
                </a:cubicBezTo>
                <a:cubicBezTo>
                  <a:pt x="48345" y="3120"/>
                  <a:pt x="48126" y="3907"/>
                  <a:pt x="48068" y="4956"/>
                </a:cubicBezTo>
                <a:cubicBezTo>
                  <a:pt x="47980" y="5160"/>
                  <a:pt x="47893" y="5379"/>
                  <a:pt x="47834" y="5612"/>
                </a:cubicBezTo>
                <a:cubicBezTo>
                  <a:pt x="47878" y="5146"/>
                  <a:pt x="47849" y="4723"/>
                  <a:pt x="47805" y="4446"/>
                </a:cubicBezTo>
                <a:cubicBezTo>
                  <a:pt x="47878" y="4344"/>
                  <a:pt x="47951" y="4228"/>
                  <a:pt x="48024" y="4126"/>
                </a:cubicBezTo>
                <a:lnTo>
                  <a:pt x="48024" y="4126"/>
                </a:lnTo>
                <a:cubicBezTo>
                  <a:pt x="48024" y="4126"/>
                  <a:pt x="47936" y="4184"/>
                  <a:pt x="47776" y="4315"/>
                </a:cubicBezTo>
                <a:cubicBezTo>
                  <a:pt x="47732" y="4126"/>
                  <a:pt x="47703" y="4009"/>
                  <a:pt x="47703" y="4009"/>
                </a:cubicBezTo>
                <a:cubicBezTo>
                  <a:pt x="47689" y="4155"/>
                  <a:pt x="47674" y="4286"/>
                  <a:pt x="47645" y="4417"/>
                </a:cubicBezTo>
                <a:cubicBezTo>
                  <a:pt x="47514" y="4534"/>
                  <a:pt x="47368" y="4679"/>
                  <a:pt x="47208" y="4854"/>
                </a:cubicBezTo>
                <a:cubicBezTo>
                  <a:pt x="47208" y="4592"/>
                  <a:pt x="47208" y="4359"/>
                  <a:pt x="47222" y="4155"/>
                </a:cubicBezTo>
                <a:cubicBezTo>
                  <a:pt x="47383" y="3484"/>
                  <a:pt x="47601" y="2785"/>
                  <a:pt x="47878" y="2100"/>
                </a:cubicBezTo>
                <a:cubicBezTo>
                  <a:pt x="48053" y="1794"/>
                  <a:pt x="48301" y="1458"/>
                  <a:pt x="48607" y="1036"/>
                </a:cubicBezTo>
                <a:lnTo>
                  <a:pt x="48607" y="1036"/>
                </a:lnTo>
                <a:cubicBezTo>
                  <a:pt x="48607" y="1036"/>
                  <a:pt x="48432" y="1152"/>
                  <a:pt x="48199" y="1356"/>
                </a:cubicBezTo>
                <a:cubicBezTo>
                  <a:pt x="48213" y="1313"/>
                  <a:pt x="48228" y="1269"/>
                  <a:pt x="48257" y="1225"/>
                </a:cubicBezTo>
                <a:lnTo>
                  <a:pt x="48257" y="1225"/>
                </a:lnTo>
                <a:cubicBezTo>
                  <a:pt x="48257" y="1225"/>
                  <a:pt x="48199" y="1298"/>
                  <a:pt x="48111" y="1444"/>
                </a:cubicBezTo>
                <a:cubicBezTo>
                  <a:pt x="47528" y="1968"/>
                  <a:pt x="46639" y="2974"/>
                  <a:pt x="46537" y="4286"/>
                </a:cubicBezTo>
                <a:cubicBezTo>
                  <a:pt x="46377" y="4650"/>
                  <a:pt x="46231" y="5029"/>
                  <a:pt x="46115" y="5408"/>
                </a:cubicBezTo>
                <a:cubicBezTo>
                  <a:pt x="45911" y="5131"/>
                  <a:pt x="45692" y="4883"/>
                  <a:pt x="45459" y="4650"/>
                </a:cubicBezTo>
                <a:cubicBezTo>
                  <a:pt x="45444" y="4636"/>
                  <a:pt x="45444" y="4606"/>
                  <a:pt x="45444" y="4592"/>
                </a:cubicBezTo>
                <a:cubicBezTo>
                  <a:pt x="45532" y="3951"/>
                  <a:pt x="45663" y="3280"/>
                  <a:pt x="45911" y="2639"/>
                </a:cubicBezTo>
                <a:lnTo>
                  <a:pt x="45911" y="2639"/>
                </a:lnTo>
                <a:cubicBezTo>
                  <a:pt x="45910" y="2639"/>
                  <a:pt x="45444" y="3324"/>
                  <a:pt x="45036" y="4300"/>
                </a:cubicBezTo>
                <a:cubicBezTo>
                  <a:pt x="44788" y="4096"/>
                  <a:pt x="44541" y="3936"/>
                  <a:pt x="44307" y="3805"/>
                </a:cubicBezTo>
                <a:cubicBezTo>
                  <a:pt x="44409" y="3645"/>
                  <a:pt x="44526" y="3470"/>
                  <a:pt x="44643" y="3280"/>
                </a:cubicBezTo>
                <a:lnTo>
                  <a:pt x="44643" y="3280"/>
                </a:lnTo>
                <a:cubicBezTo>
                  <a:pt x="44642" y="3280"/>
                  <a:pt x="44438" y="3441"/>
                  <a:pt x="44162" y="3717"/>
                </a:cubicBezTo>
                <a:cubicBezTo>
                  <a:pt x="43637" y="3411"/>
                  <a:pt x="43229" y="3266"/>
                  <a:pt x="43229" y="3266"/>
                </a:cubicBezTo>
                <a:lnTo>
                  <a:pt x="43229" y="3266"/>
                </a:lnTo>
                <a:cubicBezTo>
                  <a:pt x="43535" y="3484"/>
                  <a:pt x="43783" y="3688"/>
                  <a:pt x="44016" y="3863"/>
                </a:cubicBezTo>
                <a:cubicBezTo>
                  <a:pt x="43797" y="4096"/>
                  <a:pt x="43564" y="4373"/>
                  <a:pt x="43345" y="4723"/>
                </a:cubicBezTo>
                <a:cubicBezTo>
                  <a:pt x="43273" y="4315"/>
                  <a:pt x="43214" y="3907"/>
                  <a:pt x="43200" y="3499"/>
                </a:cubicBezTo>
                <a:cubicBezTo>
                  <a:pt x="43200" y="3499"/>
                  <a:pt x="43010" y="4300"/>
                  <a:pt x="43025" y="5350"/>
                </a:cubicBezTo>
                <a:cubicBezTo>
                  <a:pt x="42850" y="5743"/>
                  <a:pt x="42733" y="6181"/>
                  <a:pt x="42733" y="6661"/>
                </a:cubicBezTo>
                <a:cubicBezTo>
                  <a:pt x="42471" y="6355"/>
                  <a:pt x="42282" y="6049"/>
                  <a:pt x="42194" y="5700"/>
                </a:cubicBezTo>
                <a:cubicBezTo>
                  <a:pt x="42384" y="5379"/>
                  <a:pt x="42617" y="5000"/>
                  <a:pt x="42937" y="4504"/>
                </a:cubicBezTo>
                <a:lnTo>
                  <a:pt x="42937" y="4504"/>
                </a:lnTo>
                <a:cubicBezTo>
                  <a:pt x="42937" y="4505"/>
                  <a:pt x="42558" y="4781"/>
                  <a:pt x="42150" y="5262"/>
                </a:cubicBezTo>
                <a:cubicBezTo>
                  <a:pt x="42063" y="3572"/>
                  <a:pt x="42165" y="3222"/>
                  <a:pt x="43360" y="1415"/>
                </a:cubicBezTo>
                <a:lnTo>
                  <a:pt x="43360" y="1415"/>
                </a:lnTo>
                <a:cubicBezTo>
                  <a:pt x="43360" y="1415"/>
                  <a:pt x="40722" y="3339"/>
                  <a:pt x="41640" y="5933"/>
                </a:cubicBezTo>
                <a:cubicBezTo>
                  <a:pt x="41363" y="6385"/>
                  <a:pt x="41130" y="6909"/>
                  <a:pt x="41057" y="7492"/>
                </a:cubicBezTo>
                <a:cubicBezTo>
                  <a:pt x="40693" y="6559"/>
                  <a:pt x="40343" y="5408"/>
                  <a:pt x="40299" y="4286"/>
                </a:cubicBezTo>
                <a:cubicBezTo>
                  <a:pt x="40299" y="4286"/>
                  <a:pt x="40095" y="5160"/>
                  <a:pt x="40124" y="6297"/>
                </a:cubicBezTo>
                <a:cubicBezTo>
                  <a:pt x="40095" y="6224"/>
                  <a:pt x="40081" y="6195"/>
                  <a:pt x="40081" y="6195"/>
                </a:cubicBezTo>
                <a:lnTo>
                  <a:pt x="40081" y="6195"/>
                </a:lnTo>
                <a:cubicBezTo>
                  <a:pt x="40154" y="6720"/>
                  <a:pt x="40139" y="7274"/>
                  <a:pt x="40066" y="7798"/>
                </a:cubicBezTo>
                <a:cubicBezTo>
                  <a:pt x="40037" y="7813"/>
                  <a:pt x="39993" y="7813"/>
                  <a:pt x="39950" y="7813"/>
                </a:cubicBezTo>
                <a:cubicBezTo>
                  <a:pt x="40081" y="7041"/>
                  <a:pt x="40037" y="6414"/>
                  <a:pt x="40037" y="6414"/>
                </a:cubicBezTo>
                <a:lnTo>
                  <a:pt x="40037" y="6414"/>
                </a:lnTo>
                <a:cubicBezTo>
                  <a:pt x="39950" y="6909"/>
                  <a:pt x="39789" y="7405"/>
                  <a:pt x="39585" y="7842"/>
                </a:cubicBezTo>
                <a:cubicBezTo>
                  <a:pt x="39527" y="7842"/>
                  <a:pt x="39483" y="7857"/>
                  <a:pt x="39425" y="7857"/>
                </a:cubicBezTo>
                <a:cubicBezTo>
                  <a:pt x="39367" y="7769"/>
                  <a:pt x="39294" y="7682"/>
                  <a:pt x="39235" y="7609"/>
                </a:cubicBezTo>
                <a:cubicBezTo>
                  <a:pt x="39279" y="7361"/>
                  <a:pt x="39279" y="7128"/>
                  <a:pt x="39265" y="6909"/>
                </a:cubicBezTo>
                <a:cubicBezTo>
                  <a:pt x="39600" y="5525"/>
                  <a:pt x="38463" y="4403"/>
                  <a:pt x="38463" y="4402"/>
                </a:cubicBezTo>
                <a:lnTo>
                  <a:pt x="38463" y="4402"/>
                </a:lnTo>
                <a:cubicBezTo>
                  <a:pt x="38769" y="5073"/>
                  <a:pt x="38915" y="5452"/>
                  <a:pt x="38944" y="5831"/>
                </a:cubicBezTo>
                <a:cubicBezTo>
                  <a:pt x="38390" y="4738"/>
                  <a:pt x="37283" y="4097"/>
                  <a:pt x="37282" y="4096"/>
                </a:cubicBezTo>
                <a:lnTo>
                  <a:pt x="37282" y="4096"/>
                </a:lnTo>
                <a:cubicBezTo>
                  <a:pt x="38332" y="5321"/>
                  <a:pt x="38550" y="5656"/>
                  <a:pt x="38682" y="6661"/>
                </a:cubicBezTo>
                <a:cubicBezTo>
                  <a:pt x="38550" y="6487"/>
                  <a:pt x="38448" y="6385"/>
                  <a:pt x="38448" y="6385"/>
                </a:cubicBezTo>
                <a:lnTo>
                  <a:pt x="38448" y="6385"/>
                </a:lnTo>
                <a:cubicBezTo>
                  <a:pt x="38565" y="6647"/>
                  <a:pt x="38652" y="6851"/>
                  <a:pt x="38740" y="7040"/>
                </a:cubicBezTo>
                <a:cubicBezTo>
                  <a:pt x="38740" y="7055"/>
                  <a:pt x="38740" y="7084"/>
                  <a:pt x="38740" y="7099"/>
                </a:cubicBezTo>
                <a:cubicBezTo>
                  <a:pt x="38594" y="6968"/>
                  <a:pt x="38463" y="6866"/>
                  <a:pt x="38346" y="6778"/>
                </a:cubicBezTo>
                <a:cubicBezTo>
                  <a:pt x="38419" y="6181"/>
                  <a:pt x="38376" y="5729"/>
                  <a:pt x="38376" y="5729"/>
                </a:cubicBezTo>
                <a:lnTo>
                  <a:pt x="38376" y="5729"/>
                </a:lnTo>
                <a:cubicBezTo>
                  <a:pt x="38332" y="5991"/>
                  <a:pt x="38259" y="6239"/>
                  <a:pt x="38186" y="6501"/>
                </a:cubicBezTo>
                <a:cubicBezTo>
                  <a:pt x="38084" y="6268"/>
                  <a:pt x="37967" y="6079"/>
                  <a:pt x="37865" y="5918"/>
                </a:cubicBezTo>
                <a:cubicBezTo>
                  <a:pt x="38011" y="5816"/>
                  <a:pt x="38186" y="5714"/>
                  <a:pt x="38376" y="5583"/>
                </a:cubicBezTo>
                <a:lnTo>
                  <a:pt x="38376" y="5583"/>
                </a:lnTo>
                <a:cubicBezTo>
                  <a:pt x="38375" y="5583"/>
                  <a:pt x="38128" y="5656"/>
                  <a:pt x="37778" y="5802"/>
                </a:cubicBezTo>
                <a:cubicBezTo>
                  <a:pt x="37720" y="5714"/>
                  <a:pt x="37647" y="5641"/>
                  <a:pt x="37603" y="5583"/>
                </a:cubicBezTo>
                <a:cubicBezTo>
                  <a:pt x="37559" y="5539"/>
                  <a:pt x="37530" y="5510"/>
                  <a:pt x="37530" y="5510"/>
                </a:cubicBezTo>
                <a:lnTo>
                  <a:pt x="37530" y="5510"/>
                </a:lnTo>
                <a:cubicBezTo>
                  <a:pt x="37545" y="5539"/>
                  <a:pt x="37559" y="5568"/>
                  <a:pt x="37574" y="5598"/>
                </a:cubicBezTo>
                <a:lnTo>
                  <a:pt x="37574" y="5598"/>
                </a:lnTo>
                <a:cubicBezTo>
                  <a:pt x="37579" y="5593"/>
                  <a:pt x="37584" y="5588"/>
                  <a:pt x="37588" y="5583"/>
                </a:cubicBezTo>
                <a:cubicBezTo>
                  <a:pt x="37618" y="5656"/>
                  <a:pt x="37661" y="5729"/>
                  <a:pt x="37691" y="5802"/>
                </a:cubicBezTo>
                <a:cubicBezTo>
                  <a:pt x="37691" y="5802"/>
                  <a:pt x="37691" y="5816"/>
                  <a:pt x="37691" y="5831"/>
                </a:cubicBezTo>
                <a:cubicBezTo>
                  <a:pt x="37559" y="5889"/>
                  <a:pt x="37414" y="5976"/>
                  <a:pt x="37268" y="6064"/>
                </a:cubicBezTo>
                <a:cubicBezTo>
                  <a:pt x="37239" y="5991"/>
                  <a:pt x="37224" y="5947"/>
                  <a:pt x="37224" y="5947"/>
                </a:cubicBezTo>
                <a:cubicBezTo>
                  <a:pt x="37224" y="5991"/>
                  <a:pt x="37224" y="6035"/>
                  <a:pt x="37224" y="6079"/>
                </a:cubicBezTo>
                <a:cubicBezTo>
                  <a:pt x="37210" y="6049"/>
                  <a:pt x="37210" y="6006"/>
                  <a:pt x="37195" y="5976"/>
                </a:cubicBezTo>
                <a:cubicBezTo>
                  <a:pt x="37308" y="5850"/>
                  <a:pt x="37434" y="5737"/>
                  <a:pt x="37574" y="5598"/>
                </a:cubicBezTo>
                <a:lnTo>
                  <a:pt x="37574" y="5598"/>
                </a:lnTo>
                <a:cubicBezTo>
                  <a:pt x="37501" y="5641"/>
                  <a:pt x="37341" y="5714"/>
                  <a:pt x="37137" y="5860"/>
                </a:cubicBezTo>
                <a:cubicBezTo>
                  <a:pt x="37078" y="5627"/>
                  <a:pt x="37005" y="5423"/>
                  <a:pt x="36947" y="5291"/>
                </a:cubicBezTo>
                <a:cubicBezTo>
                  <a:pt x="37035" y="4767"/>
                  <a:pt x="37151" y="4228"/>
                  <a:pt x="37312" y="3717"/>
                </a:cubicBezTo>
                <a:lnTo>
                  <a:pt x="37312" y="3717"/>
                </a:lnTo>
                <a:cubicBezTo>
                  <a:pt x="37311" y="3718"/>
                  <a:pt x="36962" y="4359"/>
                  <a:pt x="36627" y="5291"/>
                </a:cubicBezTo>
                <a:cubicBezTo>
                  <a:pt x="36495" y="4840"/>
                  <a:pt x="36379" y="4548"/>
                  <a:pt x="36379" y="4548"/>
                </a:cubicBezTo>
                <a:lnTo>
                  <a:pt x="36379" y="4548"/>
                </a:lnTo>
                <a:cubicBezTo>
                  <a:pt x="36437" y="4985"/>
                  <a:pt x="36452" y="5437"/>
                  <a:pt x="36423" y="5874"/>
                </a:cubicBezTo>
                <a:cubicBezTo>
                  <a:pt x="36393" y="5947"/>
                  <a:pt x="36379" y="6035"/>
                  <a:pt x="36350" y="6122"/>
                </a:cubicBezTo>
                <a:cubicBezTo>
                  <a:pt x="36058" y="4942"/>
                  <a:pt x="35563" y="3966"/>
                  <a:pt x="35563" y="3965"/>
                </a:cubicBezTo>
                <a:lnTo>
                  <a:pt x="35563" y="3965"/>
                </a:lnTo>
                <a:cubicBezTo>
                  <a:pt x="35752" y="4621"/>
                  <a:pt x="35869" y="5321"/>
                  <a:pt x="35942" y="5962"/>
                </a:cubicBezTo>
                <a:cubicBezTo>
                  <a:pt x="35781" y="5729"/>
                  <a:pt x="35635" y="5554"/>
                  <a:pt x="35533" y="5437"/>
                </a:cubicBezTo>
                <a:cubicBezTo>
                  <a:pt x="35548" y="5291"/>
                  <a:pt x="35577" y="5146"/>
                  <a:pt x="35606" y="5015"/>
                </a:cubicBezTo>
                <a:lnTo>
                  <a:pt x="35606" y="5015"/>
                </a:lnTo>
                <a:cubicBezTo>
                  <a:pt x="35606" y="5015"/>
                  <a:pt x="35548" y="5131"/>
                  <a:pt x="35461" y="5335"/>
                </a:cubicBezTo>
                <a:cubicBezTo>
                  <a:pt x="35417" y="5292"/>
                  <a:pt x="35402" y="5277"/>
                  <a:pt x="35402" y="5277"/>
                </a:cubicBezTo>
                <a:lnTo>
                  <a:pt x="35402" y="5277"/>
                </a:lnTo>
                <a:lnTo>
                  <a:pt x="35446" y="5364"/>
                </a:lnTo>
                <a:cubicBezTo>
                  <a:pt x="35417" y="5423"/>
                  <a:pt x="35402" y="5481"/>
                  <a:pt x="35373" y="5554"/>
                </a:cubicBezTo>
                <a:cubicBezTo>
                  <a:pt x="35271" y="3339"/>
                  <a:pt x="32896" y="1969"/>
                  <a:pt x="32895" y="1968"/>
                </a:cubicBezTo>
                <a:lnTo>
                  <a:pt x="32895" y="1968"/>
                </a:lnTo>
                <a:cubicBezTo>
                  <a:pt x="34367" y="3659"/>
                  <a:pt x="34528" y="3994"/>
                  <a:pt x="34703" y="5685"/>
                </a:cubicBezTo>
                <a:lnTo>
                  <a:pt x="34659" y="5641"/>
                </a:lnTo>
                <a:cubicBezTo>
                  <a:pt x="34659" y="5627"/>
                  <a:pt x="34674" y="5612"/>
                  <a:pt x="34674" y="5612"/>
                </a:cubicBezTo>
                <a:lnTo>
                  <a:pt x="34674" y="5612"/>
                </a:lnTo>
                <a:cubicBezTo>
                  <a:pt x="34674" y="5612"/>
                  <a:pt x="34659" y="5612"/>
                  <a:pt x="34644" y="5627"/>
                </a:cubicBezTo>
                <a:cubicBezTo>
                  <a:pt x="34572" y="5554"/>
                  <a:pt x="34499" y="5496"/>
                  <a:pt x="34426" y="5437"/>
                </a:cubicBezTo>
                <a:cubicBezTo>
                  <a:pt x="34426" y="5394"/>
                  <a:pt x="34440" y="5364"/>
                  <a:pt x="34455" y="5321"/>
                </a:cubicBezTo>
                <a:lnTo>
                  <a:pt x="34455" y="5321"/>
                </a:lnTo>
                <a:cubicBezTo>
                  <a:pt x="34455" y="5321"/>
                  <a:pt x="34440" y="5365"/>
                  <a:pt x="34397" y="5423"/>
                </a:cubicBezTo>
                <a:cubicBezTo>
                  <a:pt x="34280" y="5335"/>
                  <a:pt x="34178" y="5262"/>
                  <a:pt x="34091" y="5189"/>
                </a:cubicBezTo>
                <a:cubicBezTo>
                  <a:pt x="33887" y="4927"/>
                  <a:pt x="33697" y="4709"/>
                  <a:pt x="33566" y="4548"/>
                </a:cubicBezTo>
                <a:cubicBezTo>
                  <a:pt x="33464" y="4228"/>
                  <a:pt x="33376" y="4024"/>
                  <a:pt x="33376" y="4023"/>
                </a:cubicBezTo>
                <a:lnTo>
                  <a:pt x="33376" y="4023"/>
                </a:lnTo>
                <a:cubicBezTo>
                  <a:pt x="33390" y="4079"/>
                  <a:pt x="33391" y="4134"/>
                  <a:pt x="33404" y="4190"/>
                </a:cubicBezTo>
                <a:lnTo>
                  <a:pt x="33404" y="4190"/>
                </a:lnTo>
                <a:cubicBezTo>
                  <a:pt x="33404" y="4188"/>
                  <a:pt x="33405" y="4186"/>
                  <a:pt x="33406" y="4184"/>
                </a:cubicBezTo>
                <a:cubicBezTo>
                  <a:pt x="33420" y="4242"/>
                  <a:pt x="33420" y="4300"/>
                  <a:pt x="33420" y="4359"/>
                </a:cubicBezTo>
                <a:cubicBezTo>
                  <a:pt x="33391" y="4330"/>
                  <a:pt x="33376" y="4300"/>
                  <a:pt x="33362" y="4300"/>
                </a:cubicBezTo>
                <a:cubicBezTo>
                  <a:pt x="33391" y="4330"/>
                  <a:pt x="33406" y="4373"/>
                  <a:pt x="33435" y="4402"/>
                </a:cubicBezTo>
                <a:cubicBezTo>
                  <a:pt x="33449" y="4679"/>
                  <a:pt x="33449" y="4942"/>
                  <a:pt x="33435" y="5219"/>
                </a:cubicBezTo>
                <a:cubicBezTo>
                  <a:pt x="33333" y="5087"/>
                  <a:pt x="33216" y="4971"/>
                  <a:pt x="33099" y="4854"/>
                </a:cubicBezTo>
                <a:cubicBezTo>
                  <a:pt x="33172" y="4694"/>
                  <a:pt x="33260" y="4504"/>
                  <a:pt x="33362" y="4300"/>
                </a:cubicBezTo>
                <a:cubicBezTo>
                  <a:pt x="33374" y="4265"/>
                  <a:pt x="33386" y="4239"/>
                  <a:pt x="33398" y="4206"/>
                </a:cubicBezTo>
                <a:lnTo>
                  <a:pt x="33398" y="4206"/>
                </a:lnTo>
                <a:cubicBezTo>
                  <a:pt x="33332" y="4273"/>
                  <a:pt x="33149" y="4458"/>
                  <a:pt x="32954" y="4738"/>
                </a:cubicBezTo>
                <a:cubicBezTo>
                  <a:pt x="32837" y="4636"/>
                  <a:pt x="32735" y="4548"/>
                  <a:pt x="32633" y="4461"/>
                </a:cubicBezTo>
                <a:cubicBezTo>
                  <a:pt x="32837" y="4257"/>
                  <a:pt x="33056" y="4038"/>
                  <a:pt x="33318" y="3790"/>
                </a:cubicBezTo>
                <a:lnTo>
                  <a:pt x="33318" y="3790"/>
                </a:lnTo>
                <a:cubicBezTo>
                  <a:pt x="33318" y="3790"/>
                  <a:pt x="32939" y="3980"/>
                  <a:pt x="32458" y="4315"/>
                </a:cubicBezTo>
                <a:cubicBezTo>
                  <a:pt x="32152" y="4067"/>
                  <a:pt x="31919" y="3936"/>
                  <a:pt x="31919" y="3936"/>
                </a:cubicBezTo>
                <a:lnTo>
                  <a:pt x="31919" y="3936"/>
                </a:lnTo>
                <a:cubicBezTo>
                  <a:pt x="32065" y="4111"/>
                  <a:pt x="32196" y="4271"/>
                  <a:pt x="32327" y="4417"/>
                </a:cubicBezTo>
                <a:cubicBezTo>
                  <a:pt x="32123" y="4577"/>
                  <a:pt x="31904" y="4767"/>
                  <a:pt x="31686" y="4985"/>
                </a:cubicBezTo>
                <a:cubicBezTo>
                  <a:pt x="31132" y="4053"/>
                  <a:pt x="30564" y="3412"/>
                  <a:pt x="30564" y="3411"/>
                </a:cubicBezTo>
                <a:lnTo>
                  <a:pt x="30564" y="3411"/>
                </a:lnTo>
                <a:cubicBezTo>
                  <a:pt x="30913" y="4038"/>
                  <a:pt x="31161" y="4709"/>
                  <a:pt x="31351" y="5350"/>
                </a:cubicBezTo>
                <a:cubicBezTo>
                  <a:pt x="31132" y="5598"/>
                  <a:pt x="30957" y="5874"/>
                  <a:pt x="30797" y="6181"/>
                </a:cubicBezTo>
                <a:cubicBezTo>
                  <a:pt x="29747" y="4024"/>
                  <a:pt x="28013" y="2217"/>
                  <a:pt x="28013" y="2216"/>
                </a:cubicBezTo>
                <a:lnTo>
                  <a:pt x="28013" y="2216"/>
                </a:lnTo>
                <a:cubicBezTo>
                  <a:pt x="29266" y="4082"/>
                  <a:pt x="30039" y="6312"/>
                  <a:pt x="30418" y="7609"/>
                </a:cubicBezTo>
                <a:cubicBezTo>
                  <a:pt x="30418" y="7667"/>
                  <a:pt x="30418" y="7725"/>
                  <a:pt x="30418" y="7769"/>
                </a:cubicBezTo>
                <a:cubicBezTo>
                  <a:pt x="30199" y="7551"/>
                  <a:pt x="30024" y="7347"/>
                  <a:pt x="29879" y="7142"/>
                </a:cubicBezTo>
                <a:cubicBezTo>
                  <a:pt x="29908" y="6283"/>
                  <a:pt x="29485" y="5568"/>
                  <a:pt x="29033" y="5044"/>
                </a:cubicBezTo>
                <a:cubicBezTo>
                  <a:pt x="29019" y="5000"/>
                  <a:pt x="29004" y="4971"/>
                  <a:pt x="29004" y="4927"/>
                </a:cubicBezTo>
                <a:cubicBezTo>
                  <a:pt x="29004" y="4927"/>
                  <a:pt x="28989" y="4956"/>
                  <a:pt x="28989" y="5000"/>
                </a:cubicBezTo>
                <a:cubicBezTo>
                  <a:pt x="28465" y="4403"/>
                  <a:pt x="27897" y="4082"/>
                  <a:pt x="27896" y="4082"/>
                </a:cubicBezTo>
                <a:lnTo>
                  <a:pt x="27896" y="4082"/>
                </a:lnTo>
                <a:cubicBezTo>
                  <a:pt x="28450" y="4723"/>
                  <a:pt x="28771" y="5131"/>
                  <a:pt x="28975" y="5510"/>
                </a:cubicBezTo>
                <a:cubicBezTo>
                  <a:pt x="28975" y="5904"/>
                  <a:pt x="29048" y="6443"/>
                  <a:pt x="29296" y="7026"/>
                </a:cubicBezTo>
                <a:cubicBezTo>
                  <a:pt x="28931" y="6705"/>
                  <a:pt x="28625" y="6530"/>
                  <a:pt x="28625" y="6530"/>
                </a:cubicBezTo>
                <a:lnTo>
                  <a:pt x="28625" y="6530"/>
                </a:lnTo>
                <a:cubicBezTo>
                  <a:pt x="28931" y="6895"/>
                  <a:pt x="29179" y="7186"/>
                  <a:pt x="29368" y="7434"/>
                </a:cubicBezTo>
                <a:cubicBezTo>
                  <a:pt x="29339" y="7711"/>
                  <a:pt x="29223" y="7973"/>
                  <a:pt x="29062" y="8236"/>
                </a:cubicBezTo>
                <a:cubicBezTo>
                  <a:pt x="28989" y="7857"/>
                  <a:pt x="28844" y="7507"/>
                  <a:pt x="28654" y="7201"/>
                </a:cubicBezTo>
                <a:cubicBezTo>
                  <a:pt x="28538" y="6370"/>
                  <a:pt x="28275" y="5744"/>
                  <a:pt x="28275" y="5743"/>
                </a:cubicBezTo>
                <a:lnTo>
                  <a:pt x="28275" y="5743"/>
                </a:lnTo>
                <a:cubicBezTo>
                  <a:pt x="28319" y="6064"/>
                  <a:pt x="28334" y="6399"/>
                  <a:pt x="28319" y="6720"/>
                </a:cubicBezTo>
                <a:cubicBezTo>
                  <a:pt x="28100" y="6472"/>
                  <a:pt x="27882" y="6268"/>
                  <a:pt x="27678" y="6093"/>
                </a:cubicBezTo>
                <a:cubicBezTo>
                  <a:pt x="27838" y="5933"/>
                  <a:pt x="28013" y="5758"/>
                  <a:pt x="28232" y="5554"/>
                </a:cubicBezTo>
                <a:lnTo>
                  <a:pt x="28232" y="5554"/>
                </a:lnTo>
                <a:cubicBezTo>
                  <a:pt x="28231" y="5554"/>
                  <a:pt x="27925" y="5700"/>
                  <a:pt x="27547" y="5976"/>
                </a:cubicBezTo>
                <a:cubicBezTo>
                  <a:pt x="27284" y="5787"/>
                  <a:pt x="27095" y="5670"/>
                  <a:pt x="27095" y="5670"/>
                </a:cubicBezTo>
                <a:lnTo>
                  <a:pt x="27095" y="5670"/>
                </a:lnTo>
                <a:cubicBezTo>
                  <a:pt x="27226" y="5816"/>
                  <a:pt x="27328" y="5947"/>
                  <a:pt x="27430" y="6064"/>
                </a:cubicBezTo>
                <a:cubicBezTo>
                  <a:pt x="27270" y="6195"/>
                  <a:pt x="27095" y="6341"/>
                  <a:pt x="26920" y="6516"/>
                </a:cubicBezTo>
                <a:cubicBezTo>
                  <a:pt x="26468" y="5773"/>
                  <a:pt x="26002" y="5248"/>
                  <a:pt x="26002" y="5248"/>
                </a:cubicBezTo>
                <a:lnTo>
                  <a:pt x="26002" y="5248"/>
                </a:lnTo>
                <a:cubicBezTo>
                  <a:pt x="26293" y="5758"/>
                  <a:pt x="26497" y="6297"/>
                  <a:pt x="26643" y="6822"/>
                </a:cubicBezTo>
                <a:cubicBezTo>
                  <a:pt x="26468" y="7011"/>
                  <a:pt x="26322" y="7230"/>
                  <a:pt x="26191" y="7478"/>
                </a:cubicBezTo>
                <a:cubicBezTo>
                  <a:pt x="25346" y="5744"/>
                  <a:pt x="23947" y="4286"/>
                  <a:pt x="23947" y="4286"/>
                </a:cubicBezTo>
                <a:lnTo>
                  <a:pt x="23947" y="4286"/>
                </a:lnTo>
                <a:cubicBezTo>
                  <a:pt x="24909" y="5714"/>
                  <a:pt x="25521" y="7405"/>
                  <a:pt x="25841" y="8454"/>
                </a:cubicBezTo>
                <a:cubicBezTo>
                  <a:pt x="25827" y="8498"/>
                  <a:pt x="25812" y="8556"/>
                  <a:pt x="25798" y="8600"/>
                </a:cubicBezTo>
                <a:cubicBezTo>
                  <a:pt x="25754" y="8571"/>
                  <a:pt x="25696" y="8527"/>
                  <a:pt x="25652" y="8498"/>
                </a:cubicBezTo>
                <a:cubicBezTo>
                  <a:pt x="25564" y="8396"/>
                  <a:pt x="25477" y="8294"/>
                  <a:pt x="25404" y="8177"/>
                </a:cubicBezTo>
                <a:cubicBezTo>
                  <a:pt x="25448" y="8119"/>
                  <a:pt x="25477" y="8046"/>
                  <a:pt x="25521" y="7973"/>
                </a:cubicBezTo>
                <a:lnTo>
                  <a:pt x="25521" y="7973"/>
                </a:lnTo>
                <a:cubicBezTo>
                  <a:pt x="25521" y="7973"/>
                  <a:pt x="25462" y="8032"/>
                  <a:pt x="25375" y="8119"/>
                </a:cubicBezTo>
                <a:cubicBezTo>
                  <a:pt x="25127" y="7725"/>
                  <a:pt x="24967" y="7274"/>
                  <a:pt x="24748" y="6472"/>
                </a:cubicBezTo>
                <a:lnTo>
                  <a:pt x="24748" y="6472"/>
                </a:lnTo>
                <a:cubicBezTo>
                  <a:pt x="24748" y="6472"/>
                  <a:pt x="24603" y="7245"/>
                  <a:pt x="24967" y="8134"/>
                </a:cubicBezTo>
                <a:cubicBezTo>
                  <a:pt x="24792" y="8061"/>
                  <a:pt x="24661" y="8017"/>
                  <a:pt x="24661" y="8017"/>
                </a:cubicBezTo>
                <a:lnTo>
                  <a:pt x="24661" y="8017"/>
                </a:lnTo>
                <a:cubicBezTo>
                  <a:pt x="24807" y="8119"/>
                  <a:pt x="24923" y="8206"/>
                  <a:pt x="25040" y="8279"/>
                </a:cubicBezTo>
                <a:cubicBezTo>
                  <a:pt x="25054" y="8338"/>
                  <a:pt x="25083" y="8381"/>
                  <a:pt x="25113" y="8440"/>
                </a:cubicBezTo>
                <a:cubicBezTo>
                  <a:pt x="25011" y="8571"/>
                  <a:pt x="24909" y="8746"/>
                  <a:pt x="24807" y="8935"/>
                </a:cubicBezTo>
                <a:cubicBezTo>
                  <a:pt x="24734" y="8687"/>
                  <a:pt x="24690" y="8425"/>
                  <a:pt x="24661" y="8177"/>
                </a:cubicBezTo>
                <a:cubicBezTo>
                  <a:pt x="24661" y="8177"/>
                  <a:pt x="24617" y="8440"/>
                  <a:pt x="24617" y="8848"/>
                </a:cubicBezTo>
                <a:cubicBezTo>
                  <a:pt x="24515" y="8411"/>
                  <a:pt x="24384" y="8148"/>
                  <a:pt x="24384" y="8148"/>
                </a:cubicBezTo>
                <a:lnTo>
                  <a:pt x="24384" y="8148"/>
                </a:lnTo>
                <a:cubicBezTo>
                  <a:pt x="24398" y="8469"/>
                  <a:pt x="24398" y="8746"/>
                  <a:pt x="24398" y="8979"/>
                </a:cubicBezTo>
                <a:cubicBezTo>
                  <a:pt x="24311" y="9066"/>
                  <a:pt x="24209" y="9197"/>
                  <a:pt x="24107" y="9343"/>
                </a:cubicBezTo>
                <a:cubicBezTo>
                  <a:pt x="23990" y="8265"/>
                  <a:pt x="24034" y="8046"/>
                  <a:pt x="24661" y="6836"/>
                </a:cubicBezTo>
                <a:lnTo>
                  <a:pt x="24661" y="6836"/>
                </a:lnTo>
                <a:cubicBezTo>
                  <a:pt x="24661" y="6837"/>
                  <a:pt x="24311" y="7157"/>
                  <a:pt x="24034" y="7653"/>
                </a:cubicBezTo>
                <a:cubicBezTo>
                  <a:pt x="24136" y="6953"/>
                  <a:pt x="24282" y="6224"/>
                  <a:pt x="24500" y="5525"/>
                </a:cubicBezTo>
                <a:lnTo>
                  <a:pt x="24500" y="5525"/>
                </a:lnTo>
                <a:cubicBezTo>
                  <a:pt x="24500" y="5525"/>
                  <a:pt x="23451" y="7449"/>
                  <a:pt x="23101" y="9562"/>
                </a:cubicBezTo>
                <a:cubicBezTo>
                  <a:pt x="23043" y="9314"/>
                  <a:pt x="22985" y="9052"/>
                  <a:pt x="22970" y="8804"/>
                </a:cubicBezTo>
                <a:cubicBezTo>
                  <a:pt x="22970" y="8804"/>
                  <a:pt x="22926" y="9023"/>
                  <a:pt x="22926" y="9372"/>
                </a:cubicBezTo>
                <a:cubicBezTo>
                  <a:pt x="22752" y="9197"/>
                  <a:pt x="22562" y="9037"/>
                  <a:pt x="22373" y="8906"/>
                </a:cubicBezTo>
                <a:cubicBezTo>
                  <a:pt x="22358" y="8294"/>
                  <a:pt x="22402" y="7638"/>
                  <a:pt x="22533" y="7026"/>
                </a:cubicBezTo>
                <a:lnTo>
                  <a:pt x="22533" y="7026"/>
                </a:lnTo>
                <a:cubicBezTo>
                  <a:pt x="22533" y="7026"/>
                  <a:pt x="22198" y="7696"/>
                  <a:pt x="21950" y="8614"/>
                </a:cubicBezTo>
                <a:cubicBezTo>
                  <a:pt x="21702" y="8454"/>
                  <a:pt x="21454" y="8323"/>
                  <a:pt x="21221" y="8206"/>
                </a:cubicBezTo>
                <a:cubicBezTo>
                  <a:pt x="21294" y="8061"/>
                  <a:pt x="21367" y="7900"/>
                  <a:pt x="21454" y="7711"/>
                </a:cubicBezTo>
                <a:lnTo>
                  <a:pt x="21454" y="7711"/>
                </a:lnTo>
                <a:cubicBezTo>
                  <a:pt x="21454" y="7711"/>
                  <a:pt x="21279" y="7871"/>
                  <a:pt x="21075" y="8148"/>
                </a:cubicBezTo>
                <a:cubicBezTo>
                  <a:pt x="20536" y="7900"/>
                  <a:pt x="20143" y="7798"/>
                  <a:pt x="20143" y="7798"/>
                </a:cubicBezTo>
                <a:lnTo>
                  <a:pt x="20143" y="7798"/>
                </a:lnTo>
                <a:cubicBezTo>
                  <a:pt x="20449" y="7988"/>
                  <a:pt x="20711" y="8148"/>
                  <a:pt x="20944" y="8294"/>
                </a:cubicBezTo>
                <a:cubicBezTo>
                  <a:pt x="20784" y="8527"/>
                  <a:pt x="20609" y="8804"/>
                  <a:pt x="20463" y="9139"/>
                </a:cubicBezTo>
                <a:cubicBezTo>
                  <a:pt x="20332" y="8760"/>
                  <a:pt x="20216" y="8396"/>
                  <a:pt x="20157" y="8017"/>
                </a:cubicBezTo>
                <a:lnTo>
                  <a:pt x="20157" y="8017"/>
                </a:lnTo>
                <a:cubicBezTo>
                  <a:pt x="20157" y="8017"/>
                  <a:pt x="20084" y="8775"/>
                  <a:pt x="20245" y="9737"/>
                </a:cubicBezTo>
                <a:cubicBezTo>
                  <a:pt x="20186" y="9941"/>
                  <a:pt x="20157" y="10159"/>
                  <a:pt x="20143" y="10378"/>
                </a:cubicBezTo>
                <a:cubicBezTo>
                  <a:pt x="19997" y="10407"/>
                  <a:pt x="19851" y="10436"/>
                  <a:pt x="19720" y="10465"/>
                </a:cubicBezTo>
                <a:cubicBezTo>
                  <a:pt x="19647" y="10349"/>
                  <a:pt x="19589" y="10247"/>
                  <a:pt x="19531" y="10130"/>
                </a:cubicBezTo>
                <a:cubicBezTo>
                  <a:pt x="19662" y="9810"/>
                  <a:pt x="19822" y="9445"/>
                  <a:pt x="20055" y="8964"/>
                </a:cubicBezTo>
                <a:lnTo>
                  <a:pt x="20055" y="8964"/>
                </a:lnTo>
                <a:cubicBezTo>
                  <a:pt x="20055" y="8964"/>
                  <a:pt x="19764" y="9227"/>
                  <a:pt x="19472" y="9664"/>
                </a:cubicBezTo>
                <a:cubicBezTo>
                  <a:pt x="19531" y="8964"/>
                  <a:pt x="19414" y="8338"/>
                  <a:pt x="19297" y="7900"/>
                </a:cubicBezTo>
                <a:cubicBezTo>
                  <a:pt x="19385" y="7419"/>
                  <a:pt x="19603" y="6909"/>
                  <a:pt x="19997" y="6079"/>
                </a:cubicBezTo>
                <a:lnTo>
                  <a:pt x="19997" y="6079"/>
                </a:lnTo>
                <a:cubicBezTo>
                  <a:pt x="19997" y="6079"/>
                  <a:pt x="19487" y="6560"/>
                  <a:pt x="19093" y="7317"/>
                </a:cubicBezTo>
                <a:cubicBezTo>
                  <a:pt x="19064" y="7274"/>
                  <a:pt x="19064" y="7244"/>
                  <a:pt x="19064" y="7244"/>
                </a:cubicBezTo>
                <a:cubicBezTo>
                  <a:pt x="19064" y="7303"/>
                  <a:pt x="19064" y="7347"/>
                  <a:pt x="19064" y="7390"/>
                </a:cubicBezTo>
                <a:cubicBezTo>
                  <a:pt x="18729" y="8061"/>
                  <a:pt x="18525" y="8950"/>
                  <a:pt x="18846" y="9912"/>
                </a:cubicBezTo>
                <a:cubicBezTo>
                  <a:pt x="18758" y="10174"/>
                  <a:pt x="18641" y="10422"/>
                  <a:pt x="18481" y="10713"/>
                </a:cubicBezTo>
                <a:lnTo>
                  <a:pt x="18467" y="10713"/>
                </a:lnTo>
                <a:cubicBezTo>
                  <a:pt x="18437" y="10655"/>
                  <a:pt x="18423" y="10597"/>
                  <a:pt x="18408" y="10538"/>
                </a:cubicBezTo>
                <a:cubicBezTo>
                  <a:pt x="18379" y="9008"/>
                  <a:pt x="18452" y="6355"/>
                  <a:pt x="19195" y="4009"/>
                </a:cubicBezTo>
                <a:lnTo>
                  <a:pt x="19195" y="4009"/>
                </a:lnTo>
                <a:cubicBezTo>
                  <a:pt x="19195" y="4009"/>
                  <a:pt x="17898" y="6385"/>
                  <a:pt x="17476" y="9008"/>
                </a:cubicBezTo>
                <a:cubicBezTo>
                  <a:pt x="17199" y="8702"/>
                  <a:pt x="16893" y="8425"/>
                  <a:pt x="16572" y="8192"/>
                </a:cubicBezTo>
                <a:cubicBezTo>
                  <a:pt x="16543" y="7434"/>
                  <a:pt x="16586" y="6632"/>
                  <a:pt x="16761" y="5860"/>
                </a:cubicBezTo>
                <a:lnTo>
                  <a:pt x="16761" y="5860"/>
                </a:lnTo>
                <a:cubicBezTo>
                  <a:pt x="16761" y="5860"/>
                  <a:pt x="16339" y="6691"/>
                  <a:pt x="16047" y="7827"/>
                </a:cubicBezTo>
                <a:cubicBezTo>
                  <a:pt x="15727" y="7638"/>
                  <a:pt x="15420" y="7478"/>
                  <a:pt x="15129" y="7332"/>
                </a:cubicBezTo>
                <a:cubicBezTo>
                  <a:pt x="15216" y="7142"/>
                  <a:pt x="15318" y="6938"/>
                  <a:pt x="15420" y="6720"/>
                </a:cubicBezTo>
                <a:lnTo>
                  <a:pt x="15420" y="6720"/>
                </a:lnTo>
                <a:cubicBezTo>
                  <a:pt x="15420" y="6720"/>
                  <a:pt x="15216" y="6909"/>
                  <a:pt x="14940" y="7244"/>
                </a:cubicBezTo>
                <a:cubicBezTo>
                  <a:pt x="14284" y="6953"/>
                  <a:pt x="13788" y="6822"/>
                  <a:pt x="13788" y="6822"/>
                </a:cubicBezTo>
                <a:lnTo>
                  <a:pt x="13788" y="6822"/>
                </a:lnTo>
                <a:cubicBezTo>
                  <a:pt x="14182" y="7055"/>
                  <a:pt x="14502" y="7259"/>
                  <a:pt x="14794" y="7449"/>
                </a:cubicBezTo>
                <a:cubicBezTo>
                  <a:pt x="14590" y="7725"/>
                  <a:pt x="14371" y="8075"/>
                  <a:pt x="14182" y="8469"/>
                </a:cubicBezTo>
                <a:cubicBezTo>
                  <a:pt x="14080" y="8177"/>
                  <a:pt x="13978" y="7857"/>
                  <a:pt x="13905" y="7551"/>
                </a:cubicBezTo>
                <a:cubicBezTo>
                  <a:pt x="13919" y="7507"/>
                  <a:pt x="13934" y="7449"/>
                  <a:pt x="13948" y="7405"/>
                </a:cubicBezTo>
                <a:lnTo>
                  <a:pt x="13948" y="7405"/>
                </a:lnTo>
                <a:cubicBezTo>
                  <a:pt x="13948" y="7406"/>
                  <a:pt x="13933" y="7449"/>
                  <a:pt x="13890" y="7507"/>
                </a:cubicBezTo>
                <a:cubicBezTo>
                  <a:pt x="13861" y="7376"/>
                  <a:pt x="13832" y="7230"/>
                  <a:pt x="13803" y="7099"/>
                </a:cubicBezTo>
                <a:cubicBezTo>
                  <a:pt x="13803" y="7099"/>
                  <a:pt x="13774" y="7332"/>
                  <a:pt x="13788" y="7725"/>
                </a:cubicBezTo>
                <a:cubicBezTo>
                  <a:pt x="13686" y="7915"/>
                  <a:pt x="13555" y="8206"/>
                  <a:pt x="13409" y="8556"/>
                </a:cubicBezTo>
                <a:cubicBezTo>
                  <a:pt x="13263" y="8717"/>
                  <a:pt x="13089" y="8935"/>
                  <a:pt x="12899" y="9212"/>
                </a:cubicBezTo>
                <a:cubicBezTo>
                  <a:pt x="12506" y="7288"/>
                  <a:pt x="12564" y="6880"/>
                  <a:pt x="13613" y="4679"/>
                </a:cubicBezTo>
                <a:lnTo>
                  <a:pt x="13613" y="4679"/>
                </a:lnTo>
                <a:cubicBezTo>
                  <a:pt x="13613" y="4680"/>
                  <a:pt x="10932" y="7157"/>
                  <a:pt x="12433" y="10043"/>
                </a:cubicBezTo>
                <a:cubicBezTo>
                  <a:pt x="12404" y="10116"/>
                  <a:pt x="12374" y="10203"/>
                  <a:pt x="12331" y="10276"/>
                </a:cubicBezTo>
                <a:cubicBezTo>
                  <a:pt x="12154" y="9869"/>
                  <a:pt x="11940" y="9588"/>
                  <a:pt x="11888" y="9516"/>
                </a:cubicBezTo>
                <a:lnTo>
                  <a:pt x="11888" y="9516"/>
                </a:lnTo>
                <a:cubicBezTo>
                  <a:pt x="12043" y="9997"/>
                  <a:pt x="12157" y="10340"/>
                  <a:pt x="12214" y="10640"/>
                </a:cubicBezTo>
                <a:cubicBezTo>
                  <a:pt x="12170" y="10757"/>
                  <a:pt x="12141" y="10874"/>
                  <a:pt x="12127" y="10990"/>
                </a:cubicBezTo>
                <a:cubicBezTo>
                  <a:pt x="12039" y="10917"/>
                  <a:pt x="11952" y="10844"/>
                  <a:pt x="11879" y="10786"/>
                </a:cubicBezTo>
                <a:cubicBezTo>
                  <a:pt x="11864" y="10728"/>
                  <a:pt x="11850" y="10670"/>
                  <a:pt x="11821" y="10611"/>
                </a:cubicBezTo>
                <a:cubicBezTo>
                  <a:pt x="11821" y="10247"/>
                  <a:pt x="11835" y="9868"/>
                  <a:pt x="11879" y="9489"/>
                </a:cubicBezTo>
                <a:cubicBezTo>
                  <a:pt x="11879" y="9490"/>
                  <a:pt x="11880" y="9492"/>
                  <a:pt x="11880" y="9493"/>
                </a:cubicBezTo>
                <a:lnTo>
                  <a:pt x="11880" y="9493"/>
                </a:lnTo>
                <a:cubicBezTo>
                  <a:pt x="11909" y="9293"/>
                  <a:pt x="11938" y="9092"/>
                  <a:pt x="11981" y="8891"/>
                </a:cubicBezTo>
                <a:lnTo>
                  <a:pt x="11981" y="8891"/>
                </a:lnTo>
                <a:cubicBezTo>
                  <a:pt x="11981" y="8892"/>
                  <a:pt x="11806" y="9241"/>
                  <a:pt x="11617" y="9780"/>
                </a:cubicBezTo>
                <a:cubicBezTo>
                  <a:pt x="11456" y="9037"/>
                  <a:pt x="11340" y="8236"/>
                  <a:pt x="11340" y="7463"/>
                </a:cubicBezTo>
                <a:cubicBezTo>
                  <a:pt x="11340" y="7463"/>
                  <a:pt x="11092" y="8760"/>
                  <a:pt x="11223" y="10232"/>
                </a:cubicBezTo>
                <a:cubicBezTo>
                  <a:pt x="10961" y="9606"/>
                  <a:pt x="10742" y="8935"/>
                  <a:pt x="10611" y="8279"/>
                </a:cubicBezTo>
                <a:lnTo>
                  <a:pt x="10611" y="8279"/>
                </a:lnTo>
                <a:cubicBezTo>
                  <a:pt x="10611" y="8279"/>
                  <a:pt x="10567" y="8921"/>
                  <a:pt x="10655" y="9839"/>
                </a:cubicBezTo>
                <a:cubicBezTo>
                  <a:pt x="10611" y="9897"/>
                  <a:pt x="10567" y="9955"/>
                  <a:pt x="10509" y="10014"/>
                </a:cubicBezTo>
                <a:cubicBezTo>
                  <a:pt x="10509" y="10014"/>
                  <a:pt x="10494" y="9999"/>
                  <a:pt x="10494" y="9999"/>
                </a:cubicBezTo>
                <a:cubicBezTo>
                  <a:pt x="10392" y="9635"/>
                  <a:pt x="10305" y="9270"/>
                  <a:pt x="10276" y="8891"/>
                </a:cubicBezTo>
                <a:cubicBezTo>
                  <a:pt x="10276" y="8891"/>
                  <a:pt x="10217" y="9299"/>
                  <a:pt x="10217" y="9882"/>
                </a:cubicBezTo>
                <a:cubicBezTo>
                  <a:pt x="9955" y="9780"/>
                  <a:pt x="9736" y="9708"/>
                  <a:pt x="9649" y="9678"/>
                </a:cubicBezTo>
                <a:lnTo>
                  <a:pt x="9649" y="9678"/>
                </a:lnTo>
                <a:cubicBezTo>
                  <a:pt x="9868" y="9810"/>
                  <a:pt x="10057" y="9926"/>
                  <a:pt x="10232" y="10043"/>
                </a:cubicBezTo>
                <a:cubicBezTo>
                  <a:pt x="10232" y="10087"/>
                  <a:pt x="10232" y="10130"/>
                  <a:pt x="10232" y="10189"/>
                </a:cubicBezTo>
                <a:cubicBezTo>
                  <a:pt x="10028" y="10101"/>
                  <a:pt x="9809" y="10028"/>
                  <a:pt x="9620" y="9984"/>
                </a:cubicBezTo>
                <a:cubicBezTo>
                  <a:pt x="9620" y="9970"/>
                  <a:pt x="9620" y="9955"/>
                  <a:pt x="9620" y="9941"/>
                </a:cubicBezTo>
                <a:cubicBezTo>
                  <a:pt x="9620" y="9868"/>
                  <a:pt x="9634" y="9780"/>
                  <a:pt x="9649" y="9678"/>
                </a:cubicBezTo>
                <a:cubicBezTo>
                  <a:pt x="9649" y="9649"/>
                  <a:pt x="9664" y="9620"/>
                  <a:pt x="9664" y="9576"/>
                </a:cubicBezTo>
                <a:lnTo>
                  <a:pt x="9664" y="9576"/>
                </a:lnTo>
                <a:cubicBezTo>
                  <a:pt x="9663" y="9576"/>
                  <a:pt x="9634" y="9606"/>
                  <a:pt x="9605" y="9678"/>
                </a:cubicBezTo>
                <a:cubicBezTo>
                  <a:pt x="9576" y="9737"/>
                  <a:pt x="9532" y="9839"/>
                  <a:pt x="9489" y="9955"/>
                </a:cubicBezTo>
                <a:cubicBezTo>
                  <a:pt x="9051" y="9853"/>
                  <a:pt x="8745" y="9824"/>
                  <a:pt x="8745" y="9824"/>
                </a:cubicBezTo>
                <a:lnTo>
                  <a:pt x="8745" y="9824"/>
                </a:lnTo>
                <a:cubicBezTo>
                  <a:pt x="9008" y="9926"/>
                  <a:pt x="9241" y="10014"/>
                  <a:pt x="9430" y="10101"/>
                </a:cubicBezTo>
                <a:cubicBezTo>
                  <a:pt x="9372" y="10291"/>
                  <a:pt x="9314" y="10538"/>
                  <a:pt x="9285" y="10815"/>
                </a:cubicBezTo>
                <a:cubicBezTo>
                  <a:pt x="9095" y="10553"/>
                  <a:pt x="8935" y="10276"/>
                  <a:pt x="8804" y="9984"/>
                </a:cubicBezTo>
                <a:lnTo>
                  <a:pt x="8804" y="9984"/>
                </a:lnTo>
                <a:cubicBezTo>
                  <a:pt x="8804" y="9985"/>
                  <a:pt x="8906" y="10495"/>
                  <a:pt x="9197" y="11165"/>
                </a:cubicBezTo>
                <a:cubicBezTo>
                  <a:pt x="9095" y="11282"/>
                  <a:pt x="8993" y="11427"/>
                  <a:pt x="8876" y="11602"/>
                </a:cubicBezTo>
                <a:cubicBezTo>
                  <a:pt x="8862" y="11573"/>
                  <a:pt x="8862" y="11559"/>
                  <a:pt x="8862" y="11529"/>
                </a:cubicBezTo>
                <a:cubicBezTo>
                  <a:pt x="8876" y="11311"/>
                  <a:pt x="8906" y="11048"/>
                  <a:pt x="8949" y="10742"/>
                </a:cubicBezTo>
                <a:lnTo>
                  <a:pt x="8949" y="10742"/>
                </a:lnTo>
                <a:cubicBezTo>
                  <a:pt x="8949" y="10742"/>
                  <a:pt x="8862" y="10874"/>
                  <a:pt x="8774" y="11107"/>
                </a:cubicBezTo>
                <a:cubicBezTo>
                  <a:pt x="8585" y="9941"/>
                  <a:pt x="8702" y="9518"/>
                  <a:pt x="9445" y="7944"/>
                </a:cubicBezTo>
                <a:lnTo>
                  <a:pt x="9445" y="7944"/>
                </a:lnTo>
                <a:cubicBezTo>
                  <a:pt x="9445" y="7944"/>
                  <a:pt x="8483" y="8833"/>
                  <a:pt x="8206" y="10101"/>
                </a:cubicBezTo>
                <a:cubicBezTo>
                  <a:pt x="8191" y="10072"/>
                  <a:pt x="8162" y="10043"/>
                  <a:pt x="8148" y="10014"/>
                </a:cubicBezTo>
                <a:cubicBezTo>
                  <a:pt x="8104" y="9635"/>
                  <a:pt x="8148" y="9212"/>
                  <a:pt x="8235" y="8512"/>
                </a:cubicBezTo>
                <a:lnTo>
                  <a:pt x="8235" y="8512"/>
                </a:lnTo>
                <a:cubicBezTo>
                  <a:pt x="8235" y="8513"/>
                  <a:pt x="7973" y="8950"/>
                  <a:pt x="7871" y="9606"/>
                </a:cubicBezTo>
                <a:cubicBezTo>
                  <a:pt x="7842" y="9562"/>
                  <a:pt x="7827" y="9547"/>
                  <a:pt x="7827" y="9547"/>
                </a:cubicBezTo>
                <a:lnTo>
                  <a:pt x="7827" y="9547"/>
                </a:lnTo>
                <a:cubicBezTo>
                  <a:pt x="7842" y="9591"/>
                  <a:pt x="7856" y="9620"/>
                  <a:pt x="7871" y="9649"/>
                </a:cubicBezTo>
                <a:cubicBezTo>
                  <a:pt x="7798" y="10189"/>
                  <a:pt x="7827" y="10830"/>
                  <a:pt x="8206" y="11486"/>
                </a:cubicBezTo>
                <a:cubicBezTo>
                  <a:pt x="8235" y="11588"/>
                  <a:pt x="8264" y="11690"/>
                  <a:pt x="8293" y="11792"/>
                </a:cubicBezTo>
                <a:cubicBezTo>
                  <a:pt x="8279" y="11952"/>
                  <a:pt x="8264" y="12127"/>
                  <a:pt x="8221" y="12316"/>
                </a:cubicBezTo>
                <a:cubicBezTo>
                  <a:pt x="8191" y="12273"/>
                  <a:pt x="8162" y="12229"/>
                  <a:pt x="8133" y="12185"/>
                </a:cubicBezTo>
                <a:cubicBezTo>
                  <a:pt x="7754" y="11005"/>
                  <a:pt x="7186" y="8935"/>
                  <a:pt x="7171" y="7011"/>
                </a:cubicBezTo>
                <a:cubicBezTo>
                  <a:pt x="7171" y="7011"/>
                  <a:pt x="6795" y="9020"/>
                  <a:pt x="7095" y="11110"/>
                </a:cubicBezTo>
                <a:lnTo>
                  <a:pt x="7095" y="11110"/>
                </a:lnTo>
                <a:cubicBezTo>
                  <a:pt x="7068" y="11025"/>
                  <a:pt x="7054" y="10928"/>
                  <a:pt x="7040" y="10844"/>
                </a:cubicBezTo>
                <a:cubicBezTo>
                  <a:pt x="7040" y="10844"/>
                  <a:pt x="7026" y="10932"/>
                  <a:pt x="7026" y="11078"/>
                </a:cubicBezTo>
                <a:cubicBezTo>
                  <a:pt x="6778" y="10903"/>
                  <a:pt x="6515" y="10757"/>
                  <a:pt x="6268" y="10626"/>
                </a:cubicBezTo>
                <a:cubicBezTo>
                  <a:pt x="6064" y="10043"/>
                  <a:pt x="5903" y="9416"/>
                  <a:pt x="5845" y="8789"/>
                </a:cubicBezTo>
                <a:cubicBezTo>
                  <a:pt x="5845" y="8789"/>
                  <a:pt x="5743" y="9489"/>
                  <a:pt x="5801" y="10422"/>
                </a:cubicBezTo>
                <a:cubicBezTo>
                  <a:pt x="5524" y="10320"/>
                  <a:pt x="5262" y="10232"/>
                  <a:pt x="5029" y="10159"/>
                </a:cubicBezTo>
                <a:cubicBezTo>
                  <a:pt x="5043" y="9999"/>
                  <a:pt x="5058" y="9839"/>
                  <a:pt x="5087" y="9649"/>
                </a:cubicBezTo>
                <a:lnTo>
                  <a:pt x="5087" y="9649"/>
                </a:lnTo>
                <a:cubicBezTo>
                  <a:pt x="5087" y="9649"/>
                  <a:pt x="4985" y="9824"/>
                  <a:pt x="4868" y="10116"/>
                </a:cubicBezTo>
                <a:cubicBezTo>
                  <a:pt x="4329" y="9985"/>
                  <a:pt x="3950" y="9955"/>
                  <a:pt x="3950" y="9955"/>
                </a:cubicBezTo>
                <a:lnTo>
                  <a:pt x="3950" y="9955"/>
                </a:lnTo>
                <a:cubicBezTo>
                  <a:pt x="4271" y="10072"/>
                  <a:pt x="4562" y="10189"/>
                  <a:pt x="4810" y="10291"/>
                </a:cubicBezTo>
                <a:cubicBezTo>
                  <a:pt x="4723" y="10538"/>
                  <a:pt x="4650" y="10844"/>
                  <a:pt x="4621" y="11180"/>
                </a:cubicBezTo>
                <a:cubicBezTo>
                  <a:pt x="4460" y="10961"/>
                  <a:pt x="4329" y="10728"/>
                  <a:pt x="4198" y="10509"/>
                </a:cubicBezTo>
                <a:cubicBezTo>
                  <a:pt x="4198" y="10465"/>
                  <a:pt x="4198" y="10422"/>
                  <a:pt x="4198" y="10378"/>
                </a:cubicBezTo>
                <a:cubicBezTo>
                  <a:pt x="4198" y="10378"/>
                  <a:pt x="4183" y="10422"/>
                  <a:pt x="4183" y="10465"/>
                </a:cubicBezTo>
                <a:cubicBezTo>
                  <a:pt x="4125" y="10363"/>
                  <a:pt x="4067" y="10261"/>
                  <a:pt x="4023" y="10159"/>
                </a:cubicBezTo>
                <a:lnTo>
                  <a:pt x="4023" y="10159"/>
                </a:lnTo>
                <a:cubicBezTo>
                  <a:pt x="4023" y="10160"/>
                  <a:pt x="4052" y="10349"/>
                  <a:pt x="4154" y="10655"/>
                </a:cubicBezTo>
                <a:cubicBezTo>
                  <a:pt x="4125" y="10815"/>
                  <a:pt x="4096" y="11048"/>
                  <a:pt x="4081" y="11340"/>
                </a:cubicBezTo>
                <a:cubicBezTo>
                  <a:pt x="4009" y="11486"/>
                  <a:pt x="3936" y="11690"/>
                  <a:pt x="3863" y="11937"/>
                </a:cubicBezTo>
                <a:cubicBezTo>
                  <a:pt x="3134" y="10495"/>
                  <a:pt x="3076" y="10174"/>
                  <a:pt x="3324" y="8323"/>
                </a:cubicBezTo>
                <a:lnTo>
                  <a:pt x="3324" y="8323"/>
                </a:lnTo>
                <a:cubicBezTo>
                  <a:pt x="3323" y="8323"/>
                  <a:pt x="1968" y="10611"/>
                  <a:pt x="3732" y="12637"/>
                </a:cubicBezTo>
                <a:cubicBezTo>
                  <a:pt x="3702" y="12885"/>
                  <a:pt x="3702" y="13147"/>
                  <a:pt x="3732" y="13424"/>
                </a:cubicBezTo>
                <a:cubicBezTo>
                  <a:pt x="3644" y="13380"/>
                  <a:pt x="3557" y="13337"/>
                  <a:pt x="3455" y="13293"/>
                </a:cubicBezTo>
                <a:cubicBezTo>
                  <a:pt x="3309" y="12812"/>
                  <a:pt x="3178" y="12316"/>
                  <a:pt x="3134" y="11821"/>
                </a:cubicBezTo>
                <a:cubicBezTo>
                  <a:pt x="3134" y="11821"/>
                  <a:pt x="3047" y="12375"/>
                  <a:pt x="3090" y="13133"/>
                </a:cubicBezTo>
                <a:cubicBezTo>
                  <a:pt x="3061" y="13118"/>
                  <a:pt x="3032" y="13103"/>
                  <a:pt x="3003" y="13089"/>
                </a:cubicBezTo>
                <a:cubicBezTo>
                  <a:pt x="2624" y="12608"/>
                  <a:pt x="2274" y="12069"/>
                  <a:pt x="1997" y="11529"/>
                </a:cubicBezTo>
                <a:lnTo>
                  <a:pt x="1997" y="11529"/>
                </a:lnTo>
                <a:cubicBezTo>
                  <a:pt x="1997" y="11530"/>
                  <a:pt x="2114" y="12040"/>
                  <a:pt x="2405" y="12739"/>
                </a:cubicBezTo>
                <a:cubicBezTo>
                  <a:pt x="2376" y="12783"/>
                  <a:pt x="2362" y="12827"/>
                  <a:pt x="2347" y="12885"/>
                </a:cubicBezTo>
                <a:cubicBezTo>
                  <a:pt x="1895" y="12768"/>
                  <a:pt x="1589" y="12754"/>
                  <a:pt x="1589" y="12754"/>
                </a:cubicBezTo>
                <a:lnTo>
                  <a:pt x="1589" y="12754"/>
                </a:lnTo>
                <a:cubicBezTo>
                  <a:pt x="1866" y="12856"/>
                  <a:pt x="2085" y="12943"/>
                  <a:pt x="2289" y="13031"/>
                </a:cubicBezTo>
                <a:cubicBezTo>
                  <a:pt x="2230" y="13220"/>
                  <a:pt x="2158" y="13468"/>
                  <a:pt x="2128" y="13730"/>
                </a:cubicBezTo>
                <a:cubicBezTo>
                  <a:pt x="1954" y="13468"/>
                  <a:pt x="1793" y="13191"/>
                  <a:pt x="1647" y="12914"/>
                </a:cubicBezTo>
                <a:lnTo>
                  <a:pt x="1647" y="12914"/>
                </a:lnTo>
                <a:cubicBezTo>
                  <a:pt x="1648" y="12914"/>
                  <a:pt x="1779" y="13512"/>
                  <a:pt x="2128" y="14240"/>
                </a:cubicBezTo>
                <a:cubicBezTo>
                  <a:pt x="2143" y="14546"/>
                  <a:pt x="2201" y="14867"/>
                  <a:pt x="2347" y="15202"/>
                </a:cubicBezTo>
                <a:cubicBezTo>
                  <a:pt x="2099" y="15042"/>
                  <a:pt x="1866" y="14852"/>
                  <a:pt x="1706" y="14634"/>
                </a:cubicBezTo>
                <a:cubicBezTo>
                  <a:pt x="1720" y="14371"/>
                  <a:pt x="1749" y="14065"/>
                  <a:pt x="1808" y="13672"/>
                </a:cubicBezTo>
                <a:lnTo>
                  <a:pt x="1808" y="13672"/>
                </a:lnTo>
                <a:cubicBezTo>
                  <a:pt x="1808" y="13672"/>
                  <a:pt x="1647" y="13934"/>
                  <a:pt x="1531" y="14342"/>
                </a:cubicBezTo>
                <a:cubicBezTo>
                  <a:pt x="933" y="13176"/>
                  <a:pt x="904" y="12929"/>
                  <a:pt x="1094" y="11442"/>
                </a:cubicBezTo>
                <a:lnTo>
                  <a:pt x="1094" y="11442"/>
                </a:lnTo>
                <a:cubicBezTo>
                  <a:pt x="1093" y="11442"/>
                  <a:pt x="1" y="13278"/>
                  <a:pt x="1414" y="14911"/>
                </a:cubicBezTo>
                <a:cubicBezTo>
                  <a:pt x="1385" y="15202"/>
                  <a:pt x="1400" y="15523"/>
                  <a:pt x="1473" y="15873"/>
                </a:cubicBezTo>
                <a:lnTo>
                  <a:pt x="1473" y="15843"/>
                </a:lnTo>
                <a:lnTo>
                  <a:pt x="1910" y="15843"/>
                </a:lnTo>
                <a:cubicBezTo>
                  <a:pt x="1822" y="15610"/>
                  <a:pt x="1764" y="15406"/>
                  <a:pt x="1735" y="15202"/>
                </a:cubicBezTo>
                <a:lnTo>
                  <a:pt x="1735" y="15202"/>
                </a:lnTo>
                <a:cubicBezTo>
                  <a:pt x="1939" y="15392"/>
                  <a:pt x="2201" y="15581"/>
                  <a:pt x="2493" y="15756"/>
                </a:cubicBezTo>
                <a:cubicBezTo>
                  <a:pt x="2434" y="15785"/>
                  <a:pt x="2391" y="15814"/>
                  <a:pt x="2347" y="15843"/>
                </a:cubicBezTo>
                <a:lnTo>
                  <a:pt x="138416" y="15843"/>
                </a:lnTo>
                <a:cubicBezTo>
                  <a:pt x="138357" y="15814"/>
                  <a:pt x="138299" y="15785"/>
                  <a:pt x="138226" y="15741"/>
                </a:cubicBezTo>
                <a:cubicBezTo>
                  <a:pt x="138285" y="15610"/>
                  <a:pt x="138343" y="15465"/>
                  <a:pt x="138401" y="15319"/>
                </a:cubicBezTo>
                <a:cubicBezTo>
                  <a:pt x="138620" y="15115"/>
                  <a:pt x="138882" y="14925"/>
                  <a:pt x="139290" y="14692"/>
                </a:cubicBezTo>
                <a:cubicBezTo>
                  <a:pt x="139348" y="14867"/>
                  <a:pt x="139392" y="15027"/>
                  <a:pt x="139407" y="15173"/>
                </a:cubicBezTo>
                <a:cubicBezTo>
                  <a:pt x="139159" y="15377"/>
                  <a:pt x="138897" y="15596"/>
                  <a:pt x="138663" y="15843"/>
                </a:cubicBezTo>
                <a:lnTo>
                  <a:pt x="139217" y="15843"/>
                </a:lnTo>
                <a:cubicBezTo>
                  <a:pt x="139276" y="15771"/>
                  <a:pt x="139334" y="15683"/>
                  <a:pt x="139407" y="15596"/>
                </a:cubicBezTo>
                <a:lnTo>
                  <a:pt x="139407" y="15596"/>
                </a:lnTo>
                <a:cubicBezTo>
                  <a:pt x="139407" y="15683"/>
                  <a:pt x="139378" y="15756"/>
                  <a:pt x="139363" y="15843"/>
                </a:cubicBezTo>
                <a:lnTo>
                  <a:pt x="140281" y="15843"/>
                </a:lnTo>
                <a:cubicBezTo>
                  <a:pt x="140879" y="15246"/>
                  <a:pt x="141651" y="14561"/>
                  <a:pt x="142497" y="13978"/>
                </a:cubicBezTo>
                <a:lnTo>
                  <a:pt x="142497" y="13978"/>
                </a:lnTo>
                <a:cubicBezTo>
                  <a:pt x="142496" y="13978"/>
                  <a:pt x="140981" y="14751"/>
                  <a:pt x="139742" y="15800"/>
                </a:cubicBezTo>
                <a:cubicBezTo>
                  <a:pt x="139757" y="15610"/>
                  <a:pt x="139727" y="15435"/>
                  <a:pt x="139698" y="15275"/>
                </a:cubicBezTo>
                <a:cubicBezTo>
                  <a:pt x="139990" y="14940"/>
                  <a:pt x="140340" y="14590"/>
                  <a:pt x="140718" y="14299"/>
                </a:cubicBezTo>
                <a:lnTo>
                  <a:pt x="140718" y="14299"/>
                </a:lnTo>
                <a:cubicBezTo>
                  <a:pt x="140718" y="14299"/>
                  <a:pt x="140208" y="14576"/>
                  <a:pt x="139625" y="15013"/>
                </a:cubicBezTo>
                <a:cubicBezTo>
                  <a:pt x="139567" y="14852"/>
                  <a:pt x="139509" y="14721"/>
                  <a:pt x="139451" y="14605"/>
                </a:cubicBezTo>
                <a:cubicBezTo>
                  <a:pt x="139567" y="14546"/>
                  <a:pt x="139684" y="14473"/>
                  <a:pt x="139815" y="14401"/>
                </a:cubicBezTo>
                <a:lnTo>
                  <a:pt x="139815" y="14401"/>
                </a:lnTo>
                <a:cubicBezTo>
                  <a:pt x="139815" y="14401"/>
                  <a:pt x="139654" y="14444"/>
                  <a:pt x="139407" y="14532"/>
                </a:cubicBezTo>
                <a:cubicBezTo>
                  <a:pt x="139247" y="14270"/>
                  <a:pt x="139101" y="14109"/>
                  <a:pt x="139101" y="14109"/>
                </a:cubicBezTo>
                <a:lnTo>
                  <a:pt x="139101" y="14109"/>
                </a:lnTo>
                <a:cubicBezTo>
                  <a:pt x="139174" y="14299"/>
                  <a:pt x="139217" y="14444"/>
                  <a:pt x="139261" y="14590"/>
                </a:cubicBezTo>
                <a:cubicBezTo>
                  <a:pt x="139072" y="14663"/>
                  <a:pt x="138838" y="14780"/>
                  <a:pt x="138591" y="14911"/>
                </a:cubicBezTo>
                <a:cubicBezTo>
                  <a:pt x="138707" y="14678"/>
                  <a:pt x="138838" y="14459"/>
                  <a:pt x="138999" y="14240"/>
                </a:cubicBezTo>
                <a:lnTo>
                  <a:pt x="138999" y="14240"/>
                </a:lnTo>
                <a:cubicBezTo>
                  <a:pt x="138998" y="14240"/>
                  <a:pt x="138590" y="14619"/>
                  <a:pt x="138168" y="15188"/>
                </a:cubicBezTo>
                <a:cubicBezTo>
                  <a:pt x="138037" y="15290"/>
                  <a:pt x="137906" y="15392"/>
                  <a:pt x="137774" y="15523"/>
                </a:cubicBezTo>
                <a:cubicBezTo>
                  <a:pt x="137702" y="15479"/>
                  <a:pt x="137629" y="15450"/>
                  <a:pt x="137541" y="15406"/>
                </a:cubicBezTo>
                <a:cubicBezTo>
                  <a:pt x="137556" y="15348"/>
                  <a:pt x="137585" y="15275"/>
                  <a:pt x="137614" y="15217"/>
                </a:cubicBezTo>
                <a:cubicBezTo>
                  <a:pt x="137833" y="15071"/>
                  <a:pt x="138110" y="14925"/>
                  <a:pt x="138459" y="14721"/>
                </a:cubicBezTo>
                <a:lnTo>
                  <a:pt x="138459" y="14721"/>
                </a:lnTo>
                <a:cubicBezTo>
                  <a:pt x="138459" y="14721"/>
                  <a:pt x="138153" y="14794"/>
                  <a:pt x="137760" y="14969"/>
                </a:cubicBezTo>
                <a:cubicBezTo>
                  <a:pt x="138372" y="14051"/>
                  <a:pt x="138561" y="13890"/>
                  <a:pt x="139888" y="13147"/>
                </a:cubicBezTo>
                <a:lnTo>
                  <a:pt x="139888" y="13147"/>
                </a:lnTo>
                <a:cubicBezTo>
                  <a:pt x="139887" y="13147"/>
                  <a:pt x="137774" y="13687"/>
                  <a:pt x="137235" y="15246"/>
                </a:cubicBezTo>
                <a:lnTo>
                  <a:pt x="137206" y="15246"/>
                </a:lnTo>
                <a:cubicBezTo>
                  <a:pt x="137046" y="15173"/>
                  <a:pt x="136871" y="15100"/>
                  <a:pt x="136681" y="15013"/>
                </a:cubicBezTo>
                <a:cubicBezTo>
                  <a:pt x="136812" y="14707"/>
                  <a:pt x="136987" y="14401"/>
                  <a:pt x="137191" y="14109"/>
                </a:cubicBezTo>
                <a:lnTo>
                  <a:pt x="137191" y="14109"/>
                </a:lnTo>
                <a:cubicBezTo>
                  <a:pt x="137191" y="14109"/>
                  <a:pt x="136842" y="14430"/>
                  <a:pt x="136463" y="14925"/>
                </a:cubicBezTo>
                <a:cubicBezTo>
                  <a:pt x="136404" y="14896"/>
                  <a:pt x="136346" y="14867"/>
                  <a:pt x="136273" y="14838"/>
                </a:cubicBezTo>
                <a:cubicBezTo>
                  <a:pt x="137118" y="13891"/>
                  <a:pt x="137323" y="12973"/>
                  <a:pt x="137323" y="12972"/>
                </a:cubicBezTo>
                <a:lnTo>
                  <a:pt x="137323" y="12972"/>
                </a:lnTo>
                <a:cubicBezTo>
                  <a:pt x="136710" y="13803"/>
                  <a:pt x="136332" y="14284"/>
                  <a:pt x="135880" y="14678"/>
                </a:cubicBezTo>
                <a:cubicBezTo>
                  <a:pt x="135763" y="14619"/>
                  <a:pt x="135632" y="14575"/>
                  <a:pt x="135501" y="14517"/>
                </a:cubicBezTo>
                <a:cubicBezTo>
                  <a:pt x="136244" y="13978"/>
                  <a:pt x="136550" y="13337"/>
                  <a:pt x="136638" y="13162"/>
                </a:cubicBezTo>
                <a:cubicBezTo>
                  <a:pt x="137031" y="12710"/>
                  <a:pt x="137468" y="12244"/>
                  <a:pt x="137949" y="11792"/>
                </a:cubicBezTo>
                <a:cubicBezTo>
                  <a:pt x="137978" y="11777"/>
                  <a:pt x="138008" y="11748"/>
                  <a:pt x="138037" y="11733"/>
                </a:cubicBezTo>
                <a:lnTo>
                  <a:pt x="138037" y="11733"/>
                </a:lnTo>
                <a:cubicBezTo>
                  <a:pt x="138035" y="11734"/>
                  <a:pt x="138007" y="11748"/>
                  <a:pt x="137978" y="11763"/>
                </a:cubicBezTo>
                <a:cubicBezTo>
                  <a:pt x="138372" y="11384"/>
                  <a:pt x="138780" y="11019"/>
                  <a:pt x="139217" y="10684"/>
                </a:cubicBezTo>
                <a:lnTo>
                  <a:pt x="139217" y="10684"/>
                </a:lnTo>
                <a:cubicBezTo>
                  <a:pt x="139217" y="10684"/>
                  <a:pt x="137643" y="11602"/>
                  <a:pt x="136098" y="12929"/>
                </a:cubicBezTo>
                <a:cubicBezTo>
                  <a:pt x="135821" y="13118"/>
                  <a:pt x="135545" y="13337"/>
                  <a:pt x="135282" y="13555"/>
                </a:cubicBezTo>
                <a:cubicBezTo>
                  <a:pt x="135282" y="13366"/>
                  <a:pt x="135268" y="13191"/>
                  <a:pt x="135238" y="13031"/>
                </a:cubicBezTo>
                <a:cubicBezTo>
                  <a:pt x="135530" y="12695"/>
                  <a:pt x="135880" y="12346"/>
                  <a:pt x="136259" y="12054"/>
                </a:cubicBezTo>
                <a:lnTo>
                  <a:pt x="136259" y="12054"/>
                </a:lnTo>
                <a:cubicBezTo>
                  <a:pt x="136258" y="12054"/>
                  <a:pt x="135748" y="12331"/>
                  <a:pt x="135166" y="12768"/>
                </a:cubicBezTo>
                <a:cubicBezTo>
                  <a:pt x="135151" y="12739"/>
                  <a:pt x="135151" y="12725"/>
                  <a:pt x="135136" y="12710"/>
                </a:cubicBezTo>
                <a:cubicBezTo>
                  <a:pt x="135515" y="12214"/>
                  <a:pt x="135953" y="11719"/>
                  <a:pt x="136434" y="11267"/>
                </a:cubicBezTo>
                <a:lnTo>
                  <a:pt x="136434" y="11267"/>
                </a:lnTo>
                <a:cubicBezTo>
                  <a:pt x="136433" y="11267"/>
                  <a:pt x="135836" y="11632"/>
                  <a:pt x="135107" y="12229"/>
                </a:cubicBezTo>
                <a:cubicBezTo>
                  <a:pt x="135064" y="12244"/>
                  <a:pt x="135005" y="12273"/>
                  <a:pt x="134947" y="12287"/>
                </a:cubicBezTo>
                <a:cubicBezTo>
                  <a:pt x="134787" y="12025"/>
                  <a:pt x="134641" y="11879"/>
                  <a:pt x="134641" y="11879"/>
                </a:cubicBezTo>
                <a:lnTo>
                  <a:pt x="134641" y="11879"/>
                </a:lnTo>
                <a:cubicBezTo>
                  <a:pt x="134699" y="12054"/>
                  <a:pt x="134757" y="12200"/>
                  <a:pt x="134801" y="12346"/>
                </a:cubicBezTo>
                <a:cubicBezTo>
                  <a:pt x="134787" y="12346"/>
                  <a:pt x="134787" y="12346"/>
                  <a:pt x="134772" y="12360"/>
                </a:cubicBezTo>
                <a:cubicBezTo>
                  <a:pt x="134670" y="12171"/>
                  <a:pt x="134553" y="11981"/>
                  <a:pt x="134451" y="11835"/>
                </a:cubicBezTo>
                <a:cubicBezTo>
                  <a:pt x="134612" y="11719"/>
                  <a:pt x="134801" y="11602"/>
                  <a:pt x="134991" y="11471"/>
                </a:cubicBezTo>
                <a:lnTo>
                  <a:pt x="134991" y="11471"/>
                </a:lnTo>
                <a:cubicBezTo>
                  <a:pt x="134991" y="11471"/>
                  <a:pt x="134743" y="11544"/>
                  <a:pt x="134364" y="11704"/>
                </a:cubicBezTo>
                <a:cubicBezTo>
                  <a:pt x="134335" y="11675"/>
                  <a:pt x="134306" y="11646"/>
                  <a:pt x="134277" y="11617"/>
                </a:cubicBezTo>
                <a:cubicBezTo>
                  <a:pt x="134553" y="11413"/>
                  <a:pt x="134903" y="11209"/>
                  <a:pt x="135428" y="10917"/>
                </a:cubicBezTo>
                <a:lnTo>
                  <a:pt x="135428" y="10917"/>
                </a:lnTo>
                <a:cubicBezTo>
                  <a:pt x="135428" y="10917"/>
                  <a:pt x="134816" y="11063"/>
                  <a:pt x="134160" y="11457"/>
                </a:cubicBezTo>
                <a:cubicBezTo>
                  <a:pt x="133941" y="11194"/>
                  <a:pt x="133767" y="11049"/>
                  <a:pt x="133766" y="11048"/>
                </a:cubicBezTo>
                <a:lnTo>
                  <a:pt x="133766" y="11048"/>
                </a:lnTo>
                <a:cubicBezTo>
                  <a:pt x="133868" y="11223"/>
                  <a:pt x="133941" y="11384"/>
                  <a:pt x="134014" y="11544"/>
                </a:cubicBezTo>
                <a:cubicBezTo>
                  <a:pt x="133708" y="11733"/>
                  <a:pt x="133402" y="11981"/>
                  <a:pt x="133169" y="12287"/>
                </a:cubicBezTo>
                <a:cubicBezTo>
                  <a:pt x="133285" y="11937"/>
                  <a:pt x="133446" y="11588"/>
                  <a:pt x="133621" y="11252"/>
                </a:cubicBezTo>
                <a:lnTo>
                  <a:pt x="133621" y="11252"/>
                </a:lnTo>
                <a:cubicBezTo>
                  <a:pt x="133620" y="11253"/>
                  <a:pt x="133052" y="11894"/>
                  <a:pt x="132528" y="12827"/>
                </a:cubicBezTo>
                <a:cubicBezTo>
                  <a:pt x="132367" y="12972"/>
                  <a:pt x="132207" y="13118"/>
                  <a:pt x="132061" y="13293"/>
                </a:cubicBezTo>
                <a:lnTo>
                  <a:pt x="132003" y="13278"/>
                </a:lnTo>
                <a:cubicBezTo>
                  <a:pt x="132119" y="12972"/>
                  <a:pt x="132251" y="12666"/>
                  <a:pt x="132426" y="12360"/>
                </a:cubicBezTo>
                <a:cubicBezTo>
                  <a:pt x="132557" y="12273"/>
                  <a:pt x="132717" y="12171"/>
                  <a:pt x="132877" y="12069"/>
                </a:cubicBezTo>
                <a:lnTo>
                  <a:pt x="132877" y="12069"/>
                </a:lnTo>
                <a:cubicBezTo>
                  <a:pt x="132877" y="12069"/>
                  <a:pt x="132746" y="12098"/>
                  <a:pt x="132528" y="12185"/>
                </a:cubicBezTo>
                <a:cubicBezTo>
                  <a:pt x="132586" y="12083"/>
                  <a:pt x="132659" y="11967"/>
                  <a:pt x="132732" y="11865"/>
                </a:cubicBezTo>
                <a:lnTo>
                  <a:pt x="132732" y="11865"/>
                </a:lnTo>
                <a:cubicBezTo>
                  <a:pt x="132731" y="11865"/>
                  <a:pt x="132571" y="12010"/>
                  <a:pt x="132367" y="12244"/>
                </a:cubicBezTo>
                <a:cubicBezTo>
                  <a:pt x="132207" y="12316"/>
                  <a:pt x="132017" y="12404"/>
                  <a:pt x="131799" y="12506"/>
                </a:cubicBezTo>
                <a:cubicBezTo>
                  <a:pt x="132163" y="11821"/>
                  <a:pt x="132411" y="11384"/>
                  <a:pt x="132761" y="11005"/>
                </a:cubicBezTo>
                <a:cubicBezTo>
                  <a:pt x="132775" y="10990"/>
                  <a:pt x="132775" y="10990"/>
                  <a:pt x="132775" y="10990"/>
                </a:cubicBezTo>
                <a:cubicBezTo>
                  <a:pt x="133198" y="10538"/>
                  <a:pt x="133752" y="10145"/>
                  <a:pt x="134830" y="9460"/>
                </a:cubicBezTo>
                <a:lnTo>
                  <a:pt x="134830" y="9460"/>
                </a:lnTo>
                <a:cubicBezTo>
                  <a:pt x="134830" y="9460"/>
                  <a:pt x="132629" y="10101"/>
                  <a:pt x="131551" y="11704"/>
                </a:cubicBezTo>
                <a:cubicBezTo>
                  <a:pt x="131114" y="11981"/>
                  <a:pt x="130618" y="12331"/>
                  <a:pt x="130166" y="12710"/>
                </a:cubicBezTo>
                <a:cubicBezTo>
                  <a:pt x="130123" y="12695"/>
                  <a:pt x="130094" y="12681"/>
                  <a:pt x="130050" y="12666"/>
                </a:cubicBezTo>
                <a:cubicBezTo>
                  <a:pt x="130123" y="12418"/>
                  <a:pt x="130210" y="12171"/>
                  <a:pt x="130312" y="11923"/>
                </a:cubicBezTo>
                <a:cubicBezTo>
                  <a:pt x="130531" y="11704"/>
                  <a:pt x="130764" y="11500"/>
                  <a:pt x="131012" y="11296"/>
                </a:cubicBezTo>
                <a:lnTo>
                  <a:pt x="131012" y="11296"/>
                </a:lnTo>
                <a:cubicBezTo>
                  <a:pt x="131012" y="11296"/>
                  <a:pt x="130764" y="11427"/>
                  <a:pt x="130429" y="11661"/>
                </a:cubicBezTo>
                <a:cubicBezTo>
                  <a:pt x="130502" y="11471"/>
                  <a:pt x="130589" y="11296"/>
                  <a:pt x="130691" y="11121"/>
                </a:cubicBezTo>
                <a:lnTo>
                  <a:pt x="130691" y="11121"/>
                </a:lnTo>
                <a:cubicBezTo>
                  <a:pt x="130691" y="11121"/>
                  <a:pt x="130429" y="11413"/>
                  <a:pt x="130108" y="11865"/>
                </a:cubicBezTo>
                <a:cubicBezTo>
                  <a:pt x="130050" y="11908"/>
                  <a:pt x="129977" y="11967"/>
                  <a:pt x="129919" y="12010"/>
                </a:cubicBezTo>
                <a:cubicBezTo>
                  <a:pt x="129860" y="11865"/>
                  <a:pt x="129802" y="11733"/>
                  <a:pt x="129744" y="11617"/>
                </a:cubicBezTo>
                <a:cubicBezTo>
                  <a:pt x="129846" y="11544"/>
                  <a:pt x="129977" y="11471"/>
                  <a:pt x="130108" y="11398"/>
                </a:cubicBezTo>
                <a:lnTo>
                  <a:pt x="130108" y="11398"/>
                </a:lnTo>
                <a:cubicBezTo>
                  <a:pt x="130108" y="11398"/>
                  <a:pt x="129948" y="11442"/>
                  <a:pt x="129700" y="11529"/>
                </a:cubicBezTo>
                <a:cubicBezTo>
                  <a:pt x="129540" y="11267"/>
                  <a:pt x="129394" y="11121"/>
                  <a:pt x="129394" y="11121"/>
                </a:cubicBezTo>
                <a:lnTo>
                  <a:pt x="129394" y="11121"/>
                </a:lnTo>
                <a:cubicBezTo>
                  <a:pt x="129452" y="11296"/>
                  <a:pt x="129511" y="11457"/>
                  <a:pt x="129554" y="11588"/>
                </a:cubicBezTo>
                <a:cubicBezTo>
                  <a:pt x="129350" y="11675"/>
                  <a:pt x="129117" y="11777"/>
                  <a:pt x="128884" y="11923"/>
                </a:cubicBezTo>
                <a:cubicBezTo>
                  <a:pt x="129001" y="11690"/>
                  <a:pt x="129132" y="11457"/>
                  <a:pt x="129277" y="11238"/>
                </a:cubicBezTo>
                <a:lnTo>
                  <a:pt x="129277" y="11238"/>
                </a:lnTo>
                <a:cubicBezTo>
                  <a:pt x="129277" y="11238"/>
                  <a:pt x="128869" y="11632"/>
                  <a:pt x="128461" y="12185"/>
                </a:cubicBezTo>
                <a:cubicBezTo>
                  <a:pt x="128447" y="12200"/>
                  <a:pt x="128447" y="12200"/>
                  <a:pt x="128432" y="12214"/>
                </a:cubicBezTo>
                <a:cubicBezTo>
                  <a:pt x="128315" y="12185"/>
                  <a:pt x="128199" y="12156"/>
                  <a:pt x="128068" y="12112"/>
                </a:cubicBezTo>
                <a:cubicBezTo>
                  <a:pt x="128257" y="12010"/>
                  <a:pt x="128476" y="11879"/>
                  <a:pt x="128753" y="11733"/>
                </a:cubicBezTo>
                <a:lnTo>
                  <a:pt x="128753" y="11733"/>
                </a:lnTo>
                <a:cubicBezTo>
                  <a:pt x="128753" y="11733"/>
                  <a:pt x="128447" y="11806"/>
                  <a:pt x="128039" y="11981"/>
                </a:cubicBezTo>
                <a:cubicBezTo>
                  <a:pt x="128665" y="11063"/>
                  <a:pt x="128855" y="10903"/>
                  <a:pt x="130181" y="10159"/>
                </a:cubicBezTo>
                <a:lnTo>
                  <a:pt x="130181" y="10159"/>
                </a:lnTo>
                <a:cubicBezTo>
                  <a:pt x="130181" y="10159"/>
                  <a:pt x="128286" y="10640"/>
                  <a:pt x="127616" y="11996"/>
                </a:cubicBezTo>
                <a:cubicBezTo>
                  <a:pt x="127514" y="11967"/>
                  <a:pt x="127426" y="11952"/>
                  <a:pt x="127324" y="11923"/>
                </a:cubicBezTo>
                <a:cubicBezTo>
                  <a:pt x="128374" y="10436"/>
                  <a:pt x="128155" y="8906"/>
                  <a:pt x="128155" y="8906"/>
                </a:cubicBezTo>
                <a:lnTo>
                  <a:pt x="128155" y="8906"/>
                </a:lnTo>
                <a:cubicBezTo>
                  <a:pt x="127689" y="10451"/>
                  <a:pt x="127470" y="11005"/>
                  <a:pt x="126741" y="11777"/>
                </a:cubicBezTo>
                <a:cubicBezTo>
                  <a:pt x="126727" y="11777"/>
                  <a:pt x="126712" y="11763"/>
                  <a:pt x="126698" y="11763"/>
                </a:cubicBezTo>
                <a:lnTo>
                  <a:pt x="126698" y="11690"/>
                </a:lnTo>
                <a:cubicBezTo>
                  <a:pt x="127426" y="10801"/>
                  <a:pt x="127601" y="9985"/>
                  <a:pt x="127601" y="9984"/>
                </a:cubicBezTo>
                <a:lnTo>
                  <a:pt x="127601" y="9984"/>
                </a:lnTo>
                <a:cubicBezTo>
                  <a:pt x="127368" y="10305"/>
                  <a:pt x="127164" y="10582"/>
                  <a:pt x="126975" y="10830"/>
                </a:cubicBezTo>
                <a:cubicBezTo>
                  <a:pt x="127091" y="10465"/>
                  <a:pt x="127237" y="10057"/>
                  <a:pt x="127397" y="9649"/>
                </a:cubicBezTo>
                <a:cubicBezTo>
                  <a:pt x="128024" y="8979"/>
                  <a:pt x="128738" y="8294"/>
                  <a:pt x="129496" y="7682"/>
                </a:cubicBezTo>
                <a:lnTo>
                  <a:pt x="129496" y="7682"/>
                </a:lnTo>
                <a:cubicBezTo>
                  <a:pt x="129496" y="7682"/>
                  <a:pt x="128723" y="8148"/>
                  <a:pt x="127718" y="8877"/>
                </a:cubicBezTo>
                <a:cubicBezTo>
                  <a:pt x="128111" y="7973"/>
                  <a:pt x="128592" y="7026"/>
                  <a:pt x="129175" y="6137"/>
                </a:cubicBezTo>
                <a:lnTo>
                  <a:pt x="129175" y="6137"/>
                </a:lnTo>
                <a:cubicBezTo>
                  <a:pt x="129175" y="6137"/>
                  <a:pt x="127703" y="7755"/>
                  <a:pt x="126625" y="9737"/>
                </a:cubicBezTo>
                <a:cubicBezTo>
                  <a:pt x="126508" y="9824"/>
                  <a:pt x="126392" y="9926"/>
                  <a:pt x="126275" y="10028"/>
                </a:cubicBezTo>
                <a:cubicBezTo>
                  <a:pt x="126158" y="9810"/>
                  <a:pt x="126013" y="9606"/>
                  <a:pt x="125867" y="9416"/>
                </a:cubicBezTo>
                <a:cubicBezTo>
                  <a:pt x="125896" y="9285"/>
                  <a:pt x="125940" y="9154"/>
                  <a:pt x="125984" y="9037"/>
                </a:cubicBezTo>
                <a:cubicBezTo>
                  <a:pt x="126217" y="8775"/>
                  <a:pt x="126465" y="8512"/>
                  <a:pt x="126727" y="8279"/>
                </a:cubicBezTo>
                <a:lnTo>
                  <a:pt x="126727" y="8279"/>
                </a:lnTo>
                <a:cubicBezTo>
                  <a:pt x="126727" y="8279"/>
                  <a:pt x="126464" y="8425"/>
                  <a:pt x="126100" y="8702"/>
                </a:cubicBezTo>
                <a:cubicBezTo>
                  <a:pt x="126260" y="8265"/>
                  <a:pt x="126450" y="7842"/>
                  <a:pt x="126669" y="7434"/>
                </a:cubicBezTo>
                <a:lnTo>
                  <a:pt x="126669" y="7434"/>
                </a:lnTo>
                <a:cubicBezTo>
                  <a:pt x="126668" y="7434"/>
                  <a:pt x="126100" y="8090"/>
                  <a:pt x="125532" y="9037"/>
                </a:cubicBezTo>
                <a:cubicBezTo>
                  <a:pt x="125386" y="8877"/>
                  <a:pt x="125226" y="8746"/>
                  <a:pt x="125080" y="8614"/>
                </a:cubicBezTo>
                <a:cubicBezTo>
                  <a:pt x="125138" y="8571"/>
                  <a:pt x="125211" y="8527"/>
                  <a:pt x="125284" y="8483"/>
                </a:cubicBezTo>
                <a:lnTo>
                  <a:pt x="125284" y="8483"/>
                </a:lnTo>
                <a:cubicBezTo>
                  <a:pt x="125284" y="8483"/>
                  <a:pt x="125182" y="8512"/>
                  <a:pt x="125022" y="8571"/>
                </a:cubicBezTo>
                <a:cubicBezTo>
                  <a:pt x="124992" y="8542"/>
                  <a:pt x="124963" y="8512"/>
                  <a:pt x="124934" y="8498"/>
                </a:cubicBezTo>
                <a:cubicBezTo>
                  <a:pt x="125051" y="8338"/>
                  <a:pt x="125197" y="8177"/>
                  <a:pt x="125342" y="8002"/>
                </a:cubicBezTo>
                <a:lnTo>
                  <a:pt x="125342" y="8002"/>
                </a:lnTo>
                <a:cubicBezTo>
                  <a:pt x="125342" y="8002"/>
                  <a:pt x="125124" y="8134"/>
                  <a:pt x="124803" y="8396"/>
                </a:cubicBezTo>
                <a:cubicBezTo>
                  <a:pt x="124351" y="8061"/>
                  <a:pt x="123987" y="7886"/>
                  <a:pt x="123987" y="7886"/>
                </a:cubicBezTo>
                <a:lnTo>
                  <a:pt x="123987" y="7886"/>
                </a:lnTo>
                <a:cubicBezTo>
                  <a:pt x="124235" y="8134"/>
                  <a:pt x="124453" y="8352"/>
                  <a:pt x="124628" y="8542"/>
                </a:cubicBezTo>
                <a:cubicBezTo>
                  <a:pt x="124599" y="8571"/>
                  <a:pt x="124584" y="8585"/>
                  <a:pt x="124555" y="8614"/>
                </a:cubicBezTo>
                <a:cubicBezTo>
                  <a:pt x="124278" y="8265"/>
                  <a:pt x="124060" y="8061"/>
                  <a:pt x="124060" y="8061"/>
                </a:cubicBezTo>
                <a:lnTo>
                  <a:pt x="124060" y="8061"/>
                </a:lnTo>
                <a:cubicBezTo>
                  <a:pt x="124191" y="8323"/>
                  <a:pt x="124307" y="8542"/>
                  <a:pt x="124395" y="8760"/>
                </a:cubicBezTo>
                <a:cubicBezTo>
                  <a:pt x="124351" y="8804"/>
                  <a:pt x="124307" y="8848"/>
                  <a:pt x="124264" y="8891"/>
                </a:cubicBezTo>
                <a:cubicBezTo>
                  <a:pt x="124133" y="8950"/>
                  <a:pt x="123987" y="9023"/>
                  <a:pt x="123841" y="9110"/>
                </a:cubicBezTo>
                <a:cubicBezTo>
                  <a:pt x="123856" y="8833"/>
                  <a:pt x="123870" y="8556"/>
                  <a:pt x="123899" y="8279"/>
                </a:cubicBezTo>
                <a:cubicBezTo>
                  <a:pt x="123899" y="8265"/>
                  <a:pt x="123914" y="8265"/>
                  <a:pt x="123914" y="8265"/>
                </a:cubicBezTo>
                <a:lnTo>
                  <a:pt x="123899" y="8265"/>
                </a:lnTo>
                <a:cubicBezTo>
                  <a:pt x="123914" y="8221"/>
                  <a:pt x="123914" y="8163"/>
                  <a:pt x="123914" y="8119"/>
                </a:cubicBezTo>
                <a:lnTo>
                  <a:pt x="123914" y="8119"/>
                </a:lnTo>
                <a:cubicBezTo>
                  <a:pt x="123914" y="8119"/>
                  <a:pt x="123885" y="8206"/>
                  <a:pt x="123841" y="8338"/>
                </a:cubicBezTo>
                <a:cubicBezTo>
                  <a:pt x="123695" y="8512"/>
                  <a:pt x="123389" y="8906"/>
                  <a:pt x="123039" y="9445"/>
                </a:cubicBezTo>
                <a:cubicBezTo>
                  <a:pt x="122908" y="9547"/>
                  <a:pt x="122763" y="9678"/>
                  <a:pt x="122588" y="9839"/>
                </a:cubicBezTo>
                <a:cubicBezTo>
                  <a:pt x="122588" y="9824"/>
                  <a:pt x="122588" y="9824"/>
                  <a:pt x="122588" y="9810"/>
                </a:cubicBezTo>
                <a:cubicBezTo>
                  <a:pt x="122690" y="9620"/>
                  <a:pt x="122763" y="9445"/>
                  <a:pt x="122806" y="9299"/>
                </a:cubicBezTo>
                <a:cubicBezTo>
                  <a:pt x="122923" y="9227"/>
                  <a:pt x="123039" y="9154"/>
                  <a:pt x="123156" y="9066"/>
                </a:cubicBezTo>
                <a:lnTo>
                  <a:pt x="123156" y="9066"/>
                </a:lnTo>
                <a:cubicBezTo>
                  <a:pt x="123156" y="9066"/>
                  <a:pt x="123039" y="9110"/>
                  <a:pt x="122850" y="9183"/>
                </a:cubicBezTo>
                <a:cubicBezTo>
                  <a:pt x="122908" y="9008"/>
                  <a:pt x="122923" y="8891"/>
                  <a:pt x="122923" y="8891"/>
                </a:cubicBezTo>
                <a:lnTo>
                  <a:pt x="122923" y="8891"/>
                </a:lnTo>
                <a:cubicBezTo>
                  <a:pt x="122835" y="9023"/>
                  <a:pt x="122763" y="9139"/>
                  <a:pt x="122690" y="9241"/>
                </a:cubicBezTo>
                <a:lnTo>
                  <a:pt x="122675" y="9241"/>
                </a:lnTo>
                <a:cubicBezTo>
                  <a:pt x="122733" y="8906"/>
                  <a:pt x="122792" y="8614"/>
                  <a:pt x="122894" y="8352"/>
                </a:cubicBezTo>
                <a:cubicBezTo>
                  <a:pt x="123229" y="7973"/>
                  <a:pt x="123579" y="7594"/>
                  <a:pt x="123972" y="7230"/>
                </a:cubicBezTo>
                <a:cubicBezTo>
                  <a:pt x="124264" y="7011"/>
                  <a:pt x="124643" y="6764"/>
                  <a:pt x="125109" y="6472"/>
                </a:cubicBezTo>
                <a:lnTo>
                  <a:pt x="125109" y="6472"/>
                </a:lnTo>
                <a:cubicBezTo>
                  <a:pt x="125109" y="6472"/>
                  <a:pt x="124905" y="6530"/>
                  <a:pt x="124584" y="6661"/>
                </a:cubicBezTo>
                <a:cubicBezTo>
                  <a:pt x="124628" y="6618"/>
                  <a:pt x="124672" y="6589"/>
                  <a:pt x="124701" y="6559"/>
                </a:cubicBezTo>
                <a:lnTo>
                  <a:pt x="124701" y="6559"/>
                </a:lnTo>
                <a:cubicBezTo>
                  <a:pt x="124701" y="6560"/>
                  <a:pt x="124628" y="6603"/>
                  <a:pt x="124482" y="6705"/>
                </a:cubicBezTo>
                <a:cubicBezTo>
                  <a:pt x="124205" y="6822"/>
                  <a:pt x="123870" y="6982"/>
                  <a:pt x="123520" y="7186"/>
                </a:cubicBezTo>
                <a:cubicBezTo>
                  <a:pt x="123754" y="6866"/>
                  <a:pt x="124045" y="6501"/>
                  <a:pt x="124439" y="6020"/>
                </a:cubicBezTo>
                <a:lnTo>
                  <a:pt x="124439" y="6020"/>
                </a:lnTo>
                <a:cubicBezTo>
                  <a:pt x="124438" y="6020"/>
                  <a:pt x="123375" y="6691"/>
                  <a:pt x="122631" y="7827"/>
                </a:cubicBezTo>
                <a:cubicBezTo>
                  <a:pt x="122296" y="8104"/>
                  <a:pt x="121990" y="8440"/>
                  <a:pt x="121757" y="8833"/>
                </a:cubicBezTo>
                <a:cubicBezTo>
                  <a:pt x="121465" y="9081"/>
                  <a:pt x="121189" y="9358"/>
                  <a:pt x="120926" y="9635"/>
                </a:cubicBezTo>
                <a:cubicBezTo>
                  <a:pt x="120941" y="9343"/>
                  <a:pt x="120955" y="9037"/>
                  <a:pt x="120999" y="8746"/>
                </a:cubicBezTo>
                <a:lnTo>
                  <a:pt x="120999" y="8746"/>
                </a:lnTo>
                <a:cubicBezTo>
                  <a:pt x="120999" y="8746"/>
                  <a:pt x="120941" y="8877"/>
                  <a:pt x="120868" y="9110"/>
                </a:cubicBezTo>
                <a:cubicBezTo>
                  <a:pt x="120882" y="9008"/>
                  <a:pt x="120882" y="8964"/>
                  <a:pt x="120882" y="8964"/>
                </a:cubicBezTo>
                <a:lnTo>
                  <a:pt x="120882" y="8964"/>
                </a:lnTo>
                <a:cubicBezTo>
                  <a:pt x="120839" y="9066"/>
                  <a:pt x="120795" y="9183"/>
                  <a:pt x="120751" y="9299"/>
                </a:cubicBezTo>
                <a:cubicBezTo>
                  <a:pt x="120708" y="9154"/>
                  <a:pt x="120664" y="9023"/>
                  <a:pt x="120606" y="8891"/>
                </a:cubicBezTo>
                <a:cubicBezTo>
                  <a:pt x="120620" y="8862"/>
                  <a:pt x="120635" y="8848"/>
                  <a:pt x="120635" y="8819"/>
                </a:cubicBezTo>
                <a:cubicBezTo>
                  <a:pt x="121014" y="8279"/>
                  <a:pt x="121451" y="7711"/>
                  <a:pt x="121946" y="7215"/>
                </a:cubicBezTo>
                <a:lnTo>
                  <a:pt x="121946" y="7215"/>
                </a:lnTo>
                <a:cubicBezTo>
                  <a:pt x="121946" y="7216"/>
                  <a:pt x="121218" y="7696"/>
                  <a:pt x="120401" y="8454"/>
                </a:cubicBezTo>
                <a:cubicBezTo>
                  <a:pt x="120270" y="8221"/>
                  <a:pt x="120139" y="8017"/>
                  <a:pt x="119993" y="7827"/>
                </a:cubicBezTo>
                <a:cubicBezTo>
                  <a:pt x="120154" y="7711"/>
                  <a:pt x="120329" y="7594"/>
                  <a:pt x="120533" y="7463"/>
                </a:cubicBezTo>
                <a:lnTo>
                  <a:pt x="120533" y="7463"/>
                </a:lnTo>
                <a:cubicBezTo>
                  <a:pt x="120533" y="7463"/>
                  <a:pt x="120270" y="7536"/>
                  <a:pt x="119906" y="7711"/>
                </a:cubicBezTo>
                <a:cubicBezTo>
                  <a:pt x="119702" y="6880"/>
                  <a:pt x="119221" y="6297"/>
                  <a:pt x="119221" y="6297"/>
                </a:cubicBezTo>
                <a:lnTo>
                  <a:pt x="119221" y="6297"/>
                </a:lnTo>
                <a:cubicBezTo>
                  <a:pt x="119338" y="6676"/>
                  <a:pt x="119425" y="6982"/>
                  <a:pt x="119483" y="7244"/>
                </a:cubicBezTo>
                <a:cubicBezTo>
                  <a:pt x="119352" y="7128"/>
                  <a:pt x="119279" y="7070"/>
                  <a:pt x="119279" y="7070"/>
                </a:cubicBezTo>
                <a:lnTo>
                  <a:pt x="119279" y="7070"/>
                </a:lnTo>
                <a:cubicBezTo>
                  <a:pt x="119367" y="7230"/>
                  <a:pt x="119454" y="7376"/>
                  <a:pt x="119527" y="7521"/>
                </a:cubicBezTo>
                <a:cubicBezTo>
                  <a:pt x="119556" y="7638"/>
                  <a:pt x="119571" y="7755"/>
                  <a:pt x="119571" y="7871"/>
                </a:cubicBezTo>
                <a:cubicBezTo>
                  <a:pt x="119323" y="8002"/>
                  <a:pt x="119046" y="8163"/>
                  <a:pt x="118769" y="8352"/>
                </a:cubicBezTo>
                <a:cubicBezTo>
                  <a:pt x="118784" y="8250"/>
                  <a:pt x="118798" y="8163"/>
                  <a:pt x="118798" y="8104"/>
                </a:cubicBezTo>
                <a:cubicBezTo>
                  <a:pt x="118900" y="7813"/>
                  <a:pt x="119017" y="7536"/>
                  <a:pt x="119148" y="7274"/>
                </a:cubicBezTo>
                <a:lnTo>
                  <a:pt x="119148" y="7274"/>
                </a:lnTo>
                <a:cubicBezTo>
                  <a:pt x="119148" y="7274"/>
                  <a:pt x="118988" y="7463"/>
                  <a:pt x="118769" y="7784"/>
                </a:cubicBezTo>
                <a:cubicBezTo>
                  <a:pt x="118638" y="7798"/>
                  <a:pt x="118361" y="7871"/>
                  <a:pt x="118011" y="7988"/>
                </a:cubicBezTo>
                <a:cubicBezTo>
                  <a:pt x="117938" y="7857"/>
                  <a:pt x="117865" y="7755"/>
                  <a:pt x="117822" y="7696"/>
                </a:cubicBezTo>
                <a:cubicBezTo>
                  <a:pt x="118303" y="6866"/>
                  <a:pt x="118784" y="6457"/>
                  <a:pt x="120256" y="5452"/>
                </a:cubicBezTo>
                <a:lnTo>
                  <a:pt x="120256" y="5452"/>
                </a:lnTo>
                <a:cubicBezTo>
                  <a:pt x="120255" y="5452"/>
                  <a:pt x="118142" y="6137"/>
                  <a:pt x="117108" y="7740"/>
                </a:cubicBezTo>
                <a:cubicBezTo>
                  <a:pt x="117064" y="7449"/>
                  <a:pt x="117006" y="7215"/>
                  <a:pt x="116962" y="7084"/>
                </a:cubicBezTo>
                <a:cubicBezTo>
                  <a:pt x="117020" y="7011"/>
                  <a:pt x="117078" y="6953"/>
                  <a:pt x="117122" y="6895"/>
                </a:cubicBezTo>
                <a:lnTo>
                  <a:pt x="117122" y="6895"/>
                </a:lnTo>
                <a:cubicBezTo>
                  <a:pt x="117122" y="6895"/>
                  <a:pt x="117064" y="6953"/>
                  <a:pt x="116962" y="7040"/>
                </a:cubicBezTo>
                <a:cubicBezTo>
                  <a:pt x="116933" y="6968"/>
                  <a:pt x="116918" y="6924"/>
                  <a:pt x="116918" y="6924"/>
                </a:cubicBezTo>
                <a:lnTo>
                  <a:pt x="116918" y="6924"/>
                </a:lnTo>
                <a:cubicBezTo>
                  <a:pt x="116918" y="6968"/>
                  <a:pt x="116933" y="7026"/>
                  <a:pt x="116933" y="7070"/>
                </a:cubicBezTo>
                <a:cubicBezTo>
                  <a:pt x="116729" y="7259"/>
                  <a:pt x="116408" y="7580"/>
                  <a:pt x="116058" y="7973"/>
                </a:cubicBezTo>
                <a:cubicBezTo>
                  <a:pt x="116087" y="7798"/>
                  <a:pt x="116102" y="7609"/>
                  <a:pt x="116087" y="7449"/>
                </a:cubicBezTo>
                <a:cubicBezTo>
                  <a:pt x="116131" y="7376"/>
                  <a:pt x="116160" y="7303"/>
                  <a:pt x="116189" y="7230"/>
                </a:cubicBezTo>
                <a:lnTo>
                  <a:pt x="116189" y="7230"/>
                </a:lnTo>
                <a:cubicBezTo>
                  <a:pt x="116189" y="7230"/>
                  <a:pt x="116160" y="7274"/>
                  <a:pt x="116087" y="7361"/>
                </a:cubicBezTo>
                <a:cubicBezTo>
                  <a:pt x="116058" y="6647"/>
                  <a:pt x="115738" y="6049"/>
                  <a:pt x="115504" y="5670"/>
                </a:cubicBezTo>
                <a:cubicBezTo>
                  <a:pt x="115461" y="5554"/>
                  <a:pt x="115446" y="5496"/>
                  <a:pt x="115446" y="5496"/>
                </a:cubicBezTo>
                <a:lnTo>
                  <a:pt x="115446" y="5496"/>
                </a:lnTo>
                <a:cubicBezTo>
                  <a:pt x="115446" y="5525"/>
                  <a:pt x="115461" y="5568"/>
                  <a:pt x="115461" y="5612"/>
                </a:cubicBezTo>
                <a:cubicBezTo>
                  <a:pt x="115367" y="5472"/>
                  <a:pt x="115292" y="5378"/>
                  <a:pt x="115251" y="5332"/>
                </a:cubicBezTo>
                <a:lnTo>
                  <a:pt x="115251" y="5332"/>
                </a:lnTo>
                <a:cubicBezTo>
                  <a:pt x="115377" y="5684"/>
                  <a:pt x="115462" y="5968"/>
                  <a:pt x="115534" y="6224"/>
                </a:cubicBezTo>
                <a:cubicBezTo>
                  <a:pt x="115563" y="6676"/>
                  <a:pt x="115577" y="7142"/>
                  <a:pt x="115548" y="7594"/>
                </a:cubicBezTo>
                <a:cubicBezTo>
                  <a:pt x="115446" y="7696"/>
                  <a:pt x="115300" y="7857"/>
                  <a:pt x="115140" y="8046"/>
                </a:cubicBezTo>
                <a:cubicBezTo>
                  <a:pt x="115155" y="7944"/>
                  <a:pt x="115169" y="7842"/>
                  <a:pt x="115198" y="7740"/>
                </a:cubicBezTo>
                <a:lnTo>
                  <a:pt x="115198" y="7740"/>
                </a:lnTo>
                <a:cubicBezTo>
                  <a:pt x="115198" y="7740"/>
                  <a:pt x="115140" y="7813"/>
                  <a:pt x="115067" y="7959"/>
                </a:cubicBezTo>
                <a:cubicBezTo>
                  <a:pt x="114980" y="7842"/>
                  <a:pt x="114907" y="7769"/>
                  <a:pt x="114907" y="7769"/>
                </a:cubicBezTo>
                <a:lnTo>
                  <a:pt x="114907" y="7769"/>
                </a:lnTo>
                <a:cubicBezTo>
                  <a:pt x="114951" y="7871"/>
                  <a:pt x="114980" y="7973"/>
                  <a:pt x="115009" y="8061"/>
                </a:cubicBezTo>
                <a:cubicBezTo>
                  <a:pt x="114980" y="8119"/>
                  <a:pt x="114936" y="8192"/>
                  <a:pt x="114907" y="8279"/>
                </a:cubicBezTo>
                <a:cubicBezTo>
                  <a:pt x="114863" y="8192"/>
                  <a:pt x="114819" y="8104"/>
                  <a:pt x="114761" y="8032"/>
                </a:cubicBezTo>
                <a:cubicBezTo>
                  <a:pt x="114790" y="7944"/>
                  <a:pt x="114790" y="7886"/>
                  <a:pt x="114805" y="7813"/>
                </a:cubicBezTo>
                <a:cubicBezTo>
                  <a:pt x="114863" y="7755"/>
                  <a:pt x="114921" y="7711"/>
                  <a:pt x="114980" y="7653"/>
                </a:cubicBezTo>
                <a:lnTo>
                  <a:pt x="114980" y="7653"/>
                </a:lnTo>
                <a:cubicBezTo>
                  <a:pt x="114980" y="7653"/>
                  <a:pt x="114921" y="7682"/>
                  <a:pt x="114819" y="7740"/>
                </a:cubicBezTo>
                <a:cubicBezTo>
                  <a:pt x="114907" y="7259"/>
                  <a:pt x="114921" y="6953"/>
                  <a:pt x="114921" y="6953"/>
                </a:cubicBezTo>
                <a:lnTo>
                  <a:pt x="114921" y="6953"/>
                </a:lnTo>
                <a:cubicBezTo>
                  <a:pt x="114834" y="7230"/>
                  <a:pt x="114717" y="7507"/>
                  <a:pt x="114601" y="7769"/>
                </a:cubicBezTo>
                <a:cubicBezTo>
                  <a:pt x="114528" y="7667"/>
                  <a:pt x="114455" y="7594"/>
                  <a:pt x="114411" y="7536"/>
                </a:cubicBezTo>
                <a:cubicBezTo>
                  <a:pt x="114338" y="7390"/>
                  <a:pt x="114280" y="7259"/>
                  <a:pt x="114207" y="7142"/>
                </a:cubicBezTo>
                <a:cubicBezTo>
                  <a:pt x="114426" y="7026"/>
                  <a:pt x="114659" y="6909"/>
                  <a:pt x="114951" y="6764"/>
                </a:cubicBezTo>
                <a:lnTo>
                  <a:pt x="114951" y="6764"/>
                </a:lnTo>
                <a:cubicBezTo>
                  <a:pt x="114950" y="6764"/>
                  <a:pt x="114688" y="6807"/>
                  <a:pt x="114295" y="6938"/>
                </a:cubicBezTo>
                <a:cubicBezTo>
                  <a:pt x="114397" y="6822"/>
                  <a:pt x="114513" y="6691"/>
                  <a:pt x="114601" y="6559"/>
                </a:cubicBezTo>
                <a:cubicBezTo>
                  <a:pt x="114659" y="6501"/>
                  <a:pt x="114732" y="6428"/>
                  <a:pt x="114805" y="6355"/>
                </a:cubicBezTo>
                <a:lnTo>
                  <a:pt x="114805" y="6355"/>
                </a:lnTo>
                <a:cubicBezTo>
                  <a:pt x="114805" y="6355"/>
                  <a:pt x="114761" y="6385"/>
                  <a:pt x="114703" y="6414"/>
                </a:cubicBezTo>
                <a:cubicBezTo>
                  <a:pt x="114948" y="6053"/>
                  <a:pt x="115122" y="5678"/>
                  <a:pt x="115238" y="5317"/>
                </a:cubicBezTo>
                <a:lnTo>
                  <a:pt x="115238" y="5317"/>
                </a:lnTo>
                <a:cubicBezTo>
                  <a:pt x="115242" y="5322"/>
                  <a:pt x="115247" y="5326"/>
                  <a:pt x="115251" y="5332"/>
                </a:cubicBezTo>
                <a:lnTo>
                  <a:pt x="115251" y="5332"/>
                </a:lnTo>
                <a:cubicBezTo>
                  <a:pt x="115248" y="5323"/>
                  <a:pt x="115245" y="5315"/>
                  <a:pt x="115242" y="5306"/>
                </a:cubicBezTo>
                <a:cubicBezTo>
                  <a:pt x="115241" y="5310"/>
                  <a:pt x="115240" y="5314"/>
                  <a:pt x="115238" y="5317"/>
                </a:cubicBezTo>
                <a:lnTo>
                  <a:pt x="115238" y="5317"/>
                </a:lnTo>
                <a:cubicBezTo>
                  <a:pt x="115234" y="5313"/>
                  <a:pt x="115230" y="5309"/>
                  <a:pt x="115227" y="5306"/>
                </a:cubicBezTo>
                <a:cubicBezTo>
                  <a:pt x="115563" y="4301"/>
                  <a:pt x="115446" y="3514"/>
                  <a:pt x="115446" y="3513"/>
                </a:cubicBezTo>
                <a:lnTo>
                  <a:pt x="115446" y="3513"/>
                </a:lnTo>
                <a:cubicBezTo>
                  <a:pt x="114980" y="5087"/>
                  <a:pt x="114761" y="5627"/>
                  <a:pt x="113989" y="6428"/>
                </a:cubicBezTo>
                <a:cubicBezTo>
                  <a:pt x="113989" y="6370"/>
                  <a:pt x="114003" y="6326"/>
                  <a:pt x="114003" y="6268"/>
                </a:cubicBezTo>
                <a:cubicBezTo>
                  <a:pt x="114397" y="4942"/>
                  <a:pt x="115213" y="2668"/>
                  <a:pt x="116481" y="744"/>
                </a:cubicBezTo>
                <a:lnTo>
                  <a:pt x="116481" y="744"/>
                </a:lnTo>
                <a:cubicBezTo>
                  <a:pt x="116480" y="745"/>
                  <a:pt x="114746" y="2625"/>
                  <a:pt x="113668" y="4825"/>
                </a:cubicBezTo>
                <a:cubicBezTo>
                  <a:pt x="113595" y="4679"/>
                  <a:pt x="113522" y="4534"/>
                  <a:pt x="113435" y="4388"/>
                </a:cubicBezTo>
                <a:cubicBezTo>
                  <a:pt x="113551" y="4228"/>
                  <a:pt x="113668" y="4067"/>
                  <a:pt x="113785" y="3907"/>
                </a:cubicBezTo>
                <a:lnTo>
                  <a:pt x="113785" y="3907"/>
                </a:lnTo>
                <a:cubicBezTo>
                  <a:pt x="113784" y="3907"/>
                  <a:pt x="113624" y="4053"/>
                  <a:pt x="113391" y="4315"/>
                </a:cubicBezTo>
                <a:cubicBezTo>
                  <a:pt x="113318" y="4213"/>
                  <a:pt x="113245" y="4111"/>
                  <a:pt x="113158" y="4009"/>
                </a:cubicBezTo>
                <a:cubicBezTo>
                  <a:pt x="113362" y="3353"/>
                  <a:pt x="113624" y="2668"/>
                  <a:pt x="113974" y="2027"/>
                </a:cubicBezTo>
                <a:lnTo>
                  <a:pt x="113974" y="2027"/>
                </a:lnTo>
                <a:cubicBezTo>
                  <a:pt x="113974" y="2027"/>
                  <a:pt x="113391" y="2697"/>
                  <a:pt x="112837" y="3645"/>
                </a:cubicBezTo>
                <a:cubicBezTo>
                  <a:pt x="112633" y="3426"/>
                  <a:pt x="112429" y="3251"/>
                  <a:pt x="112240" y="3091"/>
                </a:cubicBezTo>
                <a:cubicBezTo>
                  <a:pt x="112356" y="2945"/>
                  <a:pt x="112487" y="2785"/>
                  <a:pt x="112648" y="2595"/>
                </a:cubicBezTo>
                <a:lnTo>
                  <a:pt x="112648" y="2595"/>
                </a:lnTo>
                <a:cubicBezTo>
                  <a:pt x="112648" y="2595"/>
                  <a:pt x="112414" y="2741"/>
                  <a:pt x="112109" y="3003"/>
                </a:cubicBezTo>
                <a:cubicBezTo>
                  <a:pt x="111657" y="2654"/>
                  <a:pt x="111292" y="2493"/>
                  <a:pt x="111292" y="2493"/>
                </a:cubicBezTo>
                <a:lnTo>
                  <a:pt x="111292" y="2493"/>
                </a:lnTo>
                <a:cubicBezTo>
                  <a:pt x="111540" y="2741"/>
                  <a:pt x="111744" y="2945"/>
                  <a:pt x="111934" y="3149"/>
                </a:cubicBezTo>
                <a:cubicBezTo>
                  <a:pt x="111686" y="3368"/>
                  <a:pt x="111409" y="3630"/>
                  <a:pt x="111147" y="3965"/>
                </a:cubicBezTo>
                <a:cubicBezTo>
                  <a:pt x="111147" y="3557"/>
                  <a:pt x="111161" y="3134"/>
                  <a:pt x="111219" y="2726"/>
                </a:cubicBezTo>
                <a:lnTo>
                  <a:pt x="111219" y="2726"/>
                </a:lnTo>
                <a:cubicBezTo>
                  <a:pt x="111219" y="2727"/>
                  <a:pt x="110899" y="3514"/>
                  <a:pt x="110724" y="4577"/>
                </a:cubicBezTo>
                <a:cubicBezTo>
                  <a:pt x="110505" y="4942"/>
                  <a:pt x="110330" y="5335"/>
                  <a:pt x="110228" y="5772"/>
                </a:cubicBezTo>
                <a:cubicBezTo>
                  <a:pt x="110185" y="5729"/>
                  <a:pt x="110156" y="5700"/>
                  <a:pt x="110156" y="5700"/>
                </a:cubicBezTo>
                <a:lnTo>
                  <a:pt x="110156" y="5700"/>
                </a:lnTo>
                <a:cubicBezTo>
                  <a:pt x="110185" y="5743"/>
                  <a:pt x="110199" y="5787"/>
                  <a:pt x="110214" y="5816"/>
                </a:cubicBezTo>
                <a:cubicBezTo>
                  <a:pt x="110214" y="5845"/>
                  <a:pt x="110214" y="5860"/>
                  <a:pt x="110214" y="5874"/>
                </a:cubicBezTo>
                <a:cubicBezTo>
                  <a:pt x="110156" y="5787"/>
                  <a:pt x="110097" y="5700"/>
                  <a:pt x="110068" y="5612"/>
                </a:cubicBezTo>
                <a:cubicBezTo>
                  <a:pt x="110170" y="5496"/>
                  <a:pt x="110272" y="5379"/>
                  <a:pt x="110389" y="5248"/>
                </a:cubicBezTo>
                <a:lnTo>
                  <a:pt x="110389" y="5248"/>
                </a:lnTo>
                <a:cubicBezTo>
                  <a:pt x="110389" y="5248"/>
                  <a:pt x="110243" y="5321"/>
                  <a:pt x="110010" y="5496"/>
                </a:cubicBezTo>
                <a:cubicBezTo>
                  <a:pt x="109981" y="5437"/>
                  <a:pt x="109966" y="5379"/>
                  <a:pt x="109951" y="5321"/>
                </a:cubicBezTo>
                <a:cubicBezTo>
                  <a:pt x="110126" y="5117"/>
                  <a:pt x="110345" y="4898"/>
                  <a:pt x="110651" y="4606"/>
                </a:cubicBezTo>
                <a:lnTo>
                  <a:pt x="110651" y="4606"/>
                </a:lnTo>
                <a:cubicBezTo>
                  <a:pt x="110651" y="4607"/>
                  <a:pt x="110301" y="4781"/>
                  <a:pt x="109893" y="5131"/>
                </a:cubicBezTo>
                <a:cubicBezTo>
                  <a:pt x="109879" y="5044"/>
                  <a:pt x="109879" y="4971"/>
                  <a:pt x="109864" y="4883"/>
                </a:cubicBezTo>
                <a:cubicBezTo>
                  <a:pt x="110097" y="4563"/>
                  <a:pt x="110403" y="4198"/>
                  <a:pt x="110782" y="3732"/>
                </a:cubicBezTo>
                <a:lnTo>
                  <a:pt x="110782" y="3732"/>
                </a:lnTo>
                <a:cubicBezTo>
                  <a:pt x="110782" y="3732"/>
                  <a:pt x="110389" y="3980"/>
                  <a:pt x="109893" y="4432"/>
                </a:cubicBezTo>
                <a:cubicBezTo>
                  <a:pt x="110126" y="2726"/>
                  <a:pt x="110287" y="2391"/>
                  <a:pt x="111744" y="628"/>
                </a:cubicBezTo>
                <a:lnTo>
                  <a:pt x="111744" y="628"/>
                </a:lnTo>
                <a:cubicBezTo>
                  <a:pt x="111744" y="628"/>
                  <a:pt x="109981" y="1721"/>
                  <a:pt x="109412" y="3484"/>
                </a:cubicBezTo>
                <a:cubicBezTo>
                  <a:pt x="109092" y="3732"/>
                  <a:pt x="108640" y="4111"/>
                  <a:pt x="108232" y="4650"/>
                </a:cubicBezTo>
                <a:cubicBezTo>
                  <a:pt x="108217" y="4213"/>
                  <a:pt x="108246" y="3776"/>
                  <a:pt x="108305" y="3338"/>
                </a:cubicBezTo>
                <a:lnTo>
                  <a:pt x="108305" y="3338"/>
                </a:lnTo>
                <a:cubicBezTo>
                  <a:pt x="108304" y="3339"/>
                  <a:pt x="107955" y="4228"/>
                  <a:pt x="107765" y="5364"/>
                </a:cubicBezTo>
                <a:cubicBezTo>
                  <a:pt x="107678" y="5539"/>
                  <a:pt x="107605" y="5729"/>
                  <a:pt x="107532" y="5918"/>
                </a:cubicBezTo>
                <a:cubicBezTo>
                  <a:pt x="107518" y="5933"/>
                  <a:pt x="107503" y="5962"/>
                  <a:pt x="107474" y="5976"/>
                </a:cubicBezTo>
                <a:cubicBezTo>
                  <a:pt x="107415" y="4796"/>
                  <a:pt x="106614" y="3922"/>
                  <a:pt x="106614" y="3921"/>
                </a:cubicBezTo>
                <a:lnTo>
                  <a:pt x="106614" y="3921"/>
                </a:lnTo>
                <a:cubicBezTo>
                  <a:pt x="106905" y="4767"/>
                  <a:pt x="107051" y="5248"/>
                  <a:pt x="107051" y="5700"/>
                </a:cubicBezTo>
                <a:cubicBezTo>
                  <a:pt x="107051" y="5700"/>
                  <a:pt x="107051" y="5700"/>
                  <a:pt x="107051" y="5714"/>
                </a:cubicBezTo>
                <a:cubicBezTo>
                  <a:pt x="107051" y="6006"/>
                  <a:pt x="106993" y="6312"/>
                  <a:pt x="106876" y="6705"/>
                </a:cubicBezTo>
                <a:cubicBezTo>
                  <a:pt x="106803" y="6778"/>
                  <a:pt x="106745" y="6866"/>
                  <a:pt x="106672" y="6953"/>
                </a:cubicBezTo>
                <a:cubicBezTo>
                  <a:pt x="106628" y="6866"/>
                  <a:pt x="106570" y="6793"/>
                  <a:pt x="106526" y="6720"/>
                </a:cubicBezTo>
                <a:cubicBezTo>
                  <a:pt x="106526" y="6603"/>
                  <a:pt x="106526" y="6516"/>
                  <a:pt x="106526" y="6443"/>
                </a:cubicBezTo>
                <a:cubicBezTo>
                  <a:pt x="106541" y="6399"/>
                  <a:pt x="106541" y="6341"/>
                  <a:pt x="106541" y="6297"/>
                </a:cubicBezTo>
                <a:cubicBezTo>
                  <a:pt x="106687" y="6049"/>
                  <a:pt x="106847" y="5802"/>
                  <a:pt x="107022" y="5568"/>
                </a:cubicBezTo>
                <a:lnTo>
                  <a:pt x="107022" y="5568"/>
                </a:lnTo>
                <a:cubicBezTo>
                  <a:pt x="107022" y="5569"/>
                  <a:pt x="106847" y="5729"/>
                  <a:pt x="106599" y="6006"/>
                </a:cubicBezTo>
                <a:cubicBezTo>
                  <a:pt x="106628" y="5816"/>
                  <a:pt x="106672" y="5612"/>
                  <a:pt x="106716" y="5423"/>
                </a:cubicBezTo>
                <a:lnTo>
                  <a:pt x="106716" y="5423"/>
                </a:lnTo>
                <a:cubicBezTo>
                  <a:pt x="106716" y="5423"/>
                  <a:pt x="106556" y="5743"/>
                  <a:pt x="106366" y="6268"/>
                </a:cubicBezTo>
                <a:cubicBezTo>
                  <a:pt x="106322" y="6326"/>
                  <a:pt x="106279" y="6385"/>
                  <a:pt x="106235" y="6443"/>
                </a:cubicBezTo>
                <a:cubicBezTo>
                  <a:pt x="106220" y="6414"/>
                  <a:pt x="106206" y="6399"/>
                  <a:pt x="106206" y="6385"/>
                </a:cubicBezTo>
                <a:cubicBezTo>
                  <a:pt x="106250" y="6137"/>
                  <a:pt x="106264" y="5918"/>
                  <a:pt x="106279" y="5787"/>
                </a:cubicBezTo>
                <a:cubicBezTo>
                  <a:pt x="106293" y="5656"/>
                  <a:pt x="106293" y="5583"/>
                  <a:pt x="106293" y="5583"/>
                </a:cubicBezTo>
                <a:lnTo>
                  <a:pt x="106293" y="5583"/>
                </a:lnTo>
                <a:cubicBezTo>
                  <a:pt x="106264" y="5656"/>
                  <a:pt x="106250" y="5743"/>
                  <a:pt x="106220" y="5816"/>
                </a:cubicBezTo>
                <a:cubicBezTo>
                  <a:pt x="106162" y="5845"/>
                  <a:pt x="106075" y="5904"/>
                  <a:pt x="105958" y="5976"/>
                </a:cubicBezTo>
                <a:lnTo>
                  <a:pt x="105914" y="5918"/>
                </a:lnTo>
                <a:cubicBezTo>
                  <a:pt x="105885" y="5816"/>
                  <a:pt x="105871" y="5729"/>
                  <a:pt x="105841" y="5641"/>
                </a:cubicBezTo>
                <a:cubicBezTo>
                  <a:pt x="105987" y="5568"/>
                  <a:pt x="106147" y="5481"/>
                  <a:pt x="106322" y="5394"/>
                </a:cubicBezTo>
                <a:lnTo>
                  <a:pt x="106322" y="5394"/>
                </a:lnTo>
                <a:cubicBezTo>
                  <a:pt x="106322" y="5394"/>
                  <a:pt x="106104" y="5437"/>
                  <a:pt x="105798" y="5539"/>
                </a:cubicBezTo>
                <a:cubicBezTo>
                  <a:pt x="105725" y="5350"/>
                  <a:pt x="105623" y="5189"/>
                  <a:pt x="105535" y="5058"/>
                </a:cubicBezTo>
                <a:cubicBezTo>
                  <a:pt x="105696" y="4898"/>
                  <a:pt x="105871" y="4709"/>
                  <a:pt x="106118" y="4490"/>
                </a:cubicBezTo>
                <a:lnTo>
                  <a:pt x="106118" y="4490"/>
                </a:lnTo>
                <a:cubicBezTo>
                  <a:pt x="106118" y="4490"/>
                  <a:pt x="105812" y="4636"/>
                  <a:pt x="105448" y="4927"/>
                </a:cubicBezTo>
                <a:cubicBezTo>
                  <a:pt x="105346" y="4796"/>
                  <a:pt x="105259" y="4709"/>
                  <a:pt x="105258" y="4709"/>
                </a:cubicBezTo>
                <a:lnTo>
                  <a:pt x="105258" y="4709"/>
                </a:lnTo>
                <a:cubicBezTo>
                  <a:pt x="105302" y="4811"/>
                  <a:pt x="105346" y="4898"/>
                  <a:pt x="105390" y="4985"/>
                </a:cubicBezTo>
                <a:cubicBezTo>
                  <a:pt x="105142" y="5189"/>
                  <a:pt x="104894" y="5452"/>
                  <a:pt x="104690" y="5787"/>
                </a:cubicBezTo>
                <a:cubicBezTo>
                  <a:pt x="104675" y="5758"/>
                  <a:pt x="104661" y="5743"/>
                  <a:pt x="104646" y="5729"/>
                </a:cubicBezTo>
                <a:cubicBezTo>
                  <a:pt x="104515" y="5073"/>
                  <a:pt x="104340" y="4607"/>
                  <a:pt x="104340" y="4606"/>
                </a:cubicBezTo>
                <a:lnTo>
                  <a:pt x="104340" y="4606"/>
                </a:lnTo>
                <a:cubicBezTo>
                  <a:pt x="104399" y="5087"/>
                  <a:pt x="104369" y="5583"/>
                  <a:pt x="104311" y="6049"/>
                </a:cubicBezTo>
                <a:cubicBezTo>
                  <a:pt x="104297" y="6064"/>
                  <a:pt x="104282" y="6079"/>
                  <a:pt x="104267" y="6093"/>
                </a:cubicBezTo>
                <a:cubicBezTo>
                  <a:pt x="104136" y="5583"/>
                  <a:pt x="103961" y="5204"/>
                  <a:pt x="103961" y="5204"/>
                </a:cubicBezTo>
                <a:lnTo>
                  <a:pt x="103961" y="5204"/>
                </a:lnTo>
                <a:cubicBezTo>
                  <a:pt x="104034" y="5539"/>
                  <a:pt x="104063" y="5904"/>
                  <a:pt x="104049" y="6239"/>
                </a:cubicBezTo>
                <a:cubicBezTo>
                  <a:pt x="103976" y="6297"/>
                  <a:pt x="103918" y="6355"/>
                  <a:pt x="103845" y="6414"/>
                </a:cubicBezTo>
                <a:cubicBezTo>
                  <a:pt x="103888" y="6210"/>
                  <a:pt x="103947" y="6006"/>
                  <a:pt x="104020" y="5816"/>
                </a:cubicBezTo>
                <a:lnTo>
                  <a:pt x="104020" y="5816"/>
                </a:lnTo>
                <a:cubicBezTo>
                  <a:pt x="104019" y="5816"/>
                  <a:pt x="103859" y="6093"/>
                  <a:pt x="103670" y="6516"/>
                </a:cubicBezTo>
                <a:cubicBezTo>
                  <a:pt x="103641" y="6414"/>
                  <a:pt x="103626" y="6312"/>
                  <a:pt x="103597" y="6195"/>
                </a:cubicBezTo>
                <a:cubicBezTo>
                  <a:pt x="103932" y="5335"/>
                  <a:pt x="103932" y="4621"/>
                  <a:pt x="103932" y="4621"/>
                </a:cubicBezTo>
                <a:lnTo>
                  <a:pt x="103932" y="4621"/>
                </a:lnTo>
                <a:cubicBezTo>
                  <a:pt x="103757" y="5058"/>
                  <a:pt x="103626" y="5408"/>
                  <a:pt x="103495" y="5700"/>
                </a:cubicBezTo>
                <a:cubicBezTo>
                  <a:pt x="103451" y="5452"/>
                  <a:pt x="103407" y="5219"/>
                  <a:pt x="103349" y="4985"/>
                </a:cubicBezTo>
                <a:cubicBezTo>
                  <a:pt x="103830" y="4023"/>
                  <a:pt x="104413" y="2960"/>
                  <a:pt x="105098" y="2027"/>
                </a:cubicBezTo>
                <a:lnTo>
                  <a:pt x="105098" y="2027"/>
                </a:lnTo>
                <a:cubicBezTo>
                  <a:pt x="105098" y="2027"/>
                  <a:pt x="104136" y="2974"/>
                  <a:pt x="103174" y="4330"/>
                </a:cubicBezTo>
                <a:cubicBezTo>
                  <a:pt x="102985" y="3659"/>
                  <a:pt x="102795" y="3222"/>
                  <a:pt x="102795" y="3222"/>
                </a:cubicBezTo>
                <a:lnTo>
                  <a:pt x="102795" y="3222"/>
                </a:lnTo>
                <a:cubicBezTo>
                  <a:pt x="102882" y="3597"/>
                  <a:pt x="102926" y="4000"/>
                  <a:pt x="102955" y="4390"/>
                </a:cubicBezTo>
                <a:lnTo>
                  <a:pt x="102955" y="4390"/>
                </a:lnTo>
                <a:cubicBezTo>
                  <a:pt x="102952" y="4369"/>
                  <a:pt x="102941" y="4359"/>
                  <a:pt x="102941" y="4359"/>
                </a:cubicBezTo>
                <a:lnTo>
                  <a:pt x="102941" y="4359"/>
                </a:lnTo>
                <a:cubicBezTo>
                  <a:pt x="102948" y="4372"/>
                  <a:pt x="102952" y="4383"/>
                  <a:pt x="102955" y="4393"/>
                </a:cubicBezTo>
                <a:lnTo>
                  <a:pt x="102955" y="4393"/>
                </a:lnTo>
                <a:cubicBezTo>
                  <a:pt x="102955" y="4396"/>
                  <a:pt x="102955" y="4399"/>
                  <a:pt x="102956" y="4402"/>
                </a:cubicBezTo>
                <a:cubicBezTo>
                  <a:pt x="102956" y="4399"/>
                  <a:pt x="102955" y="4397"/>
                  <a:pt x="102955" y="4394"/>
                </a:cubicBezTo>
                <a:lnTo>
                  <a:pt x="102955" y="4394"/>
                </a:lnTo>
                <a:cubicBezTo>
                  <a:pt x="102959" y="4405"/>
                  <a:pt x="102963" y="4416"/>
                  <a:pt x="102970" y="4432"/>
                </a:cubicBezTo>
                <a:cubicBezTo>
                  <a:pt x="102970" y="4490"/>
                  <a:pt x="102970" y="4548"/>
                  <a:pt x="102985" y="4606"/>
                </a:cubicBezTo>
                <a:cubicBezTo>
                  <a:pt x="102752" y="4956"/>
                  <a:pt x="102518" y="5321"/>
                  <a:pt x="102300" y="5700"/>
                </a:cubicBezTo>
                <a:cubicBezTo>
                  <a:pt x="102227" y="5379"/>
                  <a:pt x="102110" y="5087"/>
                  <a:pt x="101979" y="4825"/>
                </a:cubicBezTo>
                <a:cubicBezTo>
                  <a:pt x="102212" y="4198"/>
                  <a:pt x="102504" y="3557"/>
                  <a:pt x="102883" y="2974"/>
                </a:cubicBezTo>
                <a:lnTo>
                  <a:pt x="102883" y="2974"/>
                </a:lnTo>
                <a:cubicBezTo>
                  <a:pt x="102883" y="2974"/>
                  <a:pt x="102329" y="3557"/>
                  <a:pt x="101746" y="4417"/>
                </a:cubicBezTo>
                <a:cubicBezTo>
                  <a:pt x="101615" y="4184"/>
                  <a:pt x="101454" y="3980"/>
                  <a:pt x="101323" y="3805"/>
                </a:cubicBezTo>
                <a:cubicBezTo>
                  <a:pt x="101440" y="3674"/>
                  <a:pt x="101571" y="3528"/>
                  <a:pt x="101717" y="3368"/>
                </a:cubicBezTo>
                <a:lnTo>
                  <a:pt x="101717" y="3368"/>
                </a:lnTo>
                <a:cubicBezTo>
                  <a:pt x="101717" y="3368"/>
                  <a:pt x="101513" y="3484"/>
                  <a:pt x="101221" y="3688"/>
                </a:cubicBezTo>
                <a:cubicBezTo>
                  <a:pt x="100886" y="3309"/>
                  <a:pt x="100609" y="3091"/>
                  <a:pt x="100609" y="3091"/>
                </a:cubicBezTo>
                <a:lnTo>
                  <a:pt x="100609" y="3091"/>
                </a:lnTo>
                <a:cubicBezTo>
                  <a:pt x="100784" y="3368"/>
                  <a:pt x="100930" y="3601"/>
                  <a:pt x="101061" y="3819"/>
                </a:cubicBezTo>
                <a:cubicBezTo>
                  <a:pt x="100828" y="3994"/>
                  <a:pt x="100565" y="4242"/>
                  <a:pt x="100318" y="4519"/>
                </a:cubicBezTo>
                <a:cubicBezTo>
                  <a:pt x="100361" y="4111"/>
                  <a:pt x="100420" y="3703"/>
                  <a:pt x="100522" y="3309"/>
                </a:cubicBezTo>
                <a:lnTo>
                  <a:pt x="100522" y="3309"/>
                </a:lnTo>
                <a:cubicBezTo>
                  <a:pt x="100522" y="3310"/>
                  <a:pt x="100172" y="4053"/>
                  <a:pt x="99895" y="5073"/>
                </a:cubicBezTo>
                <a:cubicBezTo>
                  <a:pt x="99793" y="5219"/>
                  <a:pt x="99691" y="5379"/>
                  <a:pt x="99603" y="5554"/>
                </a:cubicBezTo>
                <a:lnTo>
                  <a:pt x="99603" y="5510"/>
                </a:lnTo>
                <a:cubicBezTo>
                  <a:pt x="99720" y="5117"/>
                  <a:pt x="99764" y="4781"/>
                  <a:pt x="99793" y="4519"/>
                </a:cubicBezTo>
                <a:cubicBezTo>
                  <a:pt x="99880" y="4432"/>
                  <a:pt x="99953" y="4344"/>
                  <a:pt x="100055" y="4242"/>
                </a:cubicBezTo>
                <a:lnTo>
                  <a:pt x="100055" y="4242"/>
                </a:lnTo>
                <a:cubicBezTo>
                  <a:pt x="100055" y="4242"/>
                  <a:pt x="99953" y="4300"/>
                  <a:pt x="99808" y="4388"/>
                </a:cubicBezTo>
                <a:cubicBezTo>
                  <a:pt x="99822" y="4198"/>
                  <a:pt x="99808" y="4082"/>
                  <a:pt x="99808" y="4082"/>
                </a:cubicBezTo>
                <a:cubicBezTo>
                  <a:pt x="99764" y="4228"/>
                  <a:pt x="99720" y="4359"/>
                  <a:pt x="99676" y="4475"/>
                </a:cubicBezTo>
                <a:cubicBezTo>
                  <a:pt x="99545" y="4563"/>
                  <a:pt x="99399" y="4679"/>
                  <a:pt x="99225" y="4825"/>
                </a:cubicBezTo>
                <a:cubicBezTo>
                  <a:pt x="99283" y="4577"/>
                  <a:pt x="99341" y="4344"/>
                  <a:pt x="99399" y="4155"/>
                </a:cubicBezTo>
                <a:cubicBezTo>
                  <a:pt x="99691" y="3528"/>
                  <a:pt x="100012" y="2872"/>
                  <a:pt x="100391" y="2245"/>
                </a:cubicBezTo>
                <a:cubicBezTo>
                  <a:pt x="100609" y="1983"/>
                  <a:pt x="100871" y="1677"/>
                  <a:pt x="101207" y="1313"/>
                </a:cubicBezTo>
                <a:lnTo>
                  <a:pt x="101207" y="1313"/>
                </a:lnTo>
                <a:cubicBezTo>
                  <a:pt x="101207" y="1313"/>
                  <a:pt x="101046" y="1400"/>
                  <a:pt x="100799" y="1575"/>
                </a:cubicBezTo>
                <a:cubicBezTo>
                  <a:pt x="100827" y="1532"/>
                  <a:pt x="100856" y="1489"/>
                  <a:pt x="100885" y="1460"/>
                </a:cubicBezTo>
                <a:lnTo>
                  <a:pt x="100885" y="1460"/>
                </a:lnTo>
                <a:cubicBezTo>
                  <a:pt x="100876" y="1469"/>
                  <a:pt x="100819" y="1527"/>
                  <a:pt x="100726" y="1633"/>
                </a:cubicBezTo>
                <a:cubicBezTo>
                  <a:pt x="100143" y="2056"/>
                  <a:pt x="99210" y="2916"/>
                  <a:pt x="98831" y="4169"/>
                </a:cubicBezTo>
                <a:cubicBezTo>
                  <a:pt x="98744" y="4315"/>
                  <a:pt x="98656" y="4461"/>
                  <a:pt x="98569" y="4592"/>
                </a:cubicBezTo>
                <a:cubicBezTo>
                  <a:pt x="98496" y="4432"/>
                  <a:pt x="98452" y="4330"/>
                  <a:pt x="98452" y="4330"/>
                </a:cubicBezTo>
                <a:lnTo>
                  <a:pt x="98452" y="4330"/>
                </a:lnTo>
                <a:cubicBezTo>
                  <a:pt x="98481" y="4446"/>
                  <a:pt x="98510" y="4548"/>
                  <a:pt x="98540" y="4665"/>
                </a:cubicBezTo>
                <a:cubicBezTo>
                  <a:pt x="98438" y="4840"/>
                  <a:pt x="98335" y="5015"/>
                  <a:pt x="98233" y="5204"/>
                </a:cubicBezTo>
                <a:cubicBezTo>
                  <a:pt x="98161" y="4738"/>
                  <a:pt x="98073" y="4330"/>
                  <a:pt x="97986" y="4038"/>
                </a:cubicBezTo>
                <a:cubicBezTo>
                  <a:pt x="98175" y="3513"/>
                  <a:pt x="98408" y="2974"/>
                  <a:pt x="98700" y="2479"/>
                </a:cubicBezTo>
                <a:lnTo>
                  <a:pt x="98700" y="2479"/>
                </a:lnTo>
                <a:cubicBezTo>
                  <a:pt x="98700" y="2479"/>
                  <a:pt x="98306" y="2916"/>
                  <a:pt x="97855" y="3615"/>
                </a:cubicBezTo>
                <a:cubicBezTo>
                  <a:pt x="97840" y="3601"/>
                  <a:pt x="97840" y="3601"/>
                  <a:pt x="97840" y="3601"/>
                </a:cubicBezTo>
                <a:lnTo>
                  <a:pt x="97840" y="3615"/>
                </a:lnTo>
                <a:cubicBezTo>
                  <a:pt x="97782" y="3732"/>
                  <a:pt x="97709" y="3834"/>
                  <a:pt x="97636" y="3951"/>
                </a:cubicBezTo>
                <a:cubicBezTo>
                  <a:pt x="97476" y="3717"/>
                  <a:pt x="97330" y="3528"/>
                  <a:pt x="97170" y="3353"/>
                </a:cubicBezTo>
                <a:cubicBezTo>
                  <a:pt x="97286" y="3207"/>
                  <a:pt x="97417" y="3062"/>
                  <a:pt x="97548" y="2901"/>
                </a:cubicBezTo>
                <a:lnTo>
                  <a:pt x="97548" y="2901"/>
                </a:lnTo>
                <a:cubicBezTo>
                  <a:pt x="97548" y="2901"/>
                  <a:pt x="97359" y="3018"/>
                  <a:pt x="97068" y="3236"/>
                </a:cubicBezTo>
                <a:cubicBezTo>
                  <a:pt x="96718" y="2858"/>
                  <a:pt x="96441" y="2654"/>
                  <a:pt x="96441" y="2653"/>
                </a:cubicBezTo>
                <a:lnTo>
                  <a:pt x="96441" y="2653"/>
                </a:lnTo>
                <a:cubicBezTo>
                  <a:pt x="96616" y="2930"/>
                  <a:pt x="96776" y="3164"/>
                  <a:pt x="96907" y="3368"/>
                </a:cubicBezTo>
                <a:cubicBezTo>
                  <a:pt x="96820" y="3441"/>
                  <a:pt x="96732" y="3528"/>
                  <a:pt x="96630" y="3630"/>
                </a:cubicBezTo>
                <a:cubicBezTo>
                  <a:pt x="96557" y="3382"/>
                  <a:pt x="96455" y="3164"/>
                  <a:pt x="96339" y="2960"/>
                </a:cubicBezTo>
                <a:cubicBezTo>
                  <a:pt x="96353" y="2930"/>
                  <a:pt x="96353" y="2901"/>
                  <a:pt x="96353" y="2887"/>
                </a:cubicBezTo>
                <a:lnTo>
                  <a:pt x="96353" y="2887"/>
                </a:lnTo>
                <a:cubicBezTo>
                  <a:pt x="96353" y="2887"/>
                  <a:pt x="96353" y="2902"/>
                  <a:pt x="96339" y="2945"/>
                </a:cubicBezTo>
                <a:cubicBezTo>
                  <a:pt x="96193" y="2683"/>
                  <a:pt x="96033" y="2464"/>
                  <a:pt x="95872" y="2245"/>
                </a:cubicBezTo>
                <a:cubicBezTo>
                  <a:pt x="96106" y="1881"/>
                  <a:pt x="96455" y="1458"/>
                  <a:pt x="96951" y="861"/>
                </a:cubicBezTo>
                <a:lnTo>
                  <a:pt x="96951" y="861"/>
                </a:lnTo>
                <a:cubicBezTo>
                  <a:pt x="96951" y="861"/>
                  <a:pt x="96280" y="1254"/>
                  <a:pt x="95654" y="1998"/>
                </a:cubicBezTo>
                <a:cubicBezTo>
                  <a:pt x="95042" y="1342"/>
                  <a:pt x="94415" y="963"/>
                  <a:pt x="94415" y="963"/>
                </a:cubicBezTo>
                <a:lnTo>
                  <a:pt x="94415" y="963"/>
                </a:lnTo>
                <a:cubicBezTo>
                  <a:pt x="94881" y="1517"/>
                  <a:pt x="95202" y="1925"/>
                  <a:pt x="95435" y="2275"/>
                </a:cubicBezTo>
                <a:cubicBezTo>
                  <a:pt x="95231" y="2551"/>
                  <a:pt x="95056" y="2843"/>
                  <a:pt x="94910" y="3193"/>
                </a:cubicBezTo>
                <a:cubicBezTo>
                  <a:pt x="94867" y="3091"/>
                  <a:pt x="94852" y="3033"/>
                  <a:pt x="94852" y="3032"/>
                </a:cubicBezTo>
                <a:lnTo>
                  <a:pt x="94852" y="3032"/>
                </a:lnTo>
                <a:cubicBezTo>
                  <a:pt x="94852" y="3105"/>
                  <a:pt x="94867" y="3193"/>
                  <a:pt x="94867" y="3266"/>
                </a:cubicBezTo>
                <a:cubicBezTo>
                  <a:pt x="94779" y="3499"/>
                  <a:pt x="94692" y="3732"/>
                  <a:pt x="94648" y="3994"/>
                </a:cubicBezTo>
                <a:cubicBezTo>
                  <a:pt x="94459" y="3790"/>
                  <a:pt x="94269" y="3615"/>
                  <a:pt x="94094" y="3455"/>
                </a:cubicBezTo>
                <a:cubicBezTo>
                  <a:pt x="94298" y="3266"/>
                  <a:pt x="94517" y="3047"/>
                  <a:pt x="94794" y="2799"/>
                </a:cubicBezTo>
                <a:lnTo>
                  <a:pt x="94794" y="2799"/>
                </a:lnTo>
                <a:cubicBezTo>
                  <a:pt x="94794" y="2799"/>
                  <a:pt x="94415" y="2974"/>
                  <a:pt x="93919" y="3309"/>
                </a:cubicBezTo>
                <a:cubicBezTo>
                  <a:pt x="93905" y="3295"/>
                  <a:pt x="93890" y="3280"/>
                  <a:pt x="93861" y="3266"/>
                </a:cubicBezTo>
                <a:cubicBezTo>
                  <a:pt x="93584" y="3047"/>
                  <a:pt x="93380" y="2930"/>
                  <a:pt x="93380" y="2930"/>
                </a:cubicBezTo>
                <a:lnTo>
                  <a:pt x="93380" y="2930"/>
                </a:lnTo>
                <a:cubicBezTo>
                  <a:pt x="93526" y="3105"/>
                  <a:pt x="93657" y="3266"/>
                  <a:pt x="93788" y="3411"/>
                </a:cubicBezTo>
                <a:cubicBezTo>
                  <a:pt x="93570" y="3572"/>
                  <a:pt x="93351" y="3747"/>
                  <a:pt x="93132" y="3965"/>
                </a:cubicBezTo>
                <a:cubicBezTo>
                  <a:pt x="92608" y="3033"/>
                  <a:pt x="92039" y="2377"/>
                  <a:pt x="92039" y="2377"/>
                </a:cubicBezTo>
                <a:lnTo>
                  <a:pt x="92039" y="2377"/>
                </a:lnTo>
                <a:cubicBezTo>
                  <a:pt x="92360" y="2989"/>
                  <a:pt x="92593" y="3645"/>
                  <a:pt x="92753" y="4286"/>
                </a:cubicBezTo>
                <a:cubicBezTo>
                  <a:pt x="92753" y="4300"/>
                  <a:pt x="92753" y="4330"/>
                  <a:pt x="92768" y="4344"/>
                </a:cubicBezTo>
                <a:cubicBezTo>
                  <a:pt x="92549" y="4592"/>
                  <a:pt x="92360" y="4854"/>
                  <a:pt x="92200" y="5146"/>
                </a:cubicBezTo>
                <a:cubicBezTo>
                  <a:pt x="92039" y="4767"/>
                  <a:pt x="91835" y="4402"/>
                  <a:pt x="91631" y="4053"/>
                </a:cubicBezTo>
                <a:cubicBezTo>
                  <a:pt x="91354" y="2770"/>
                  <a:pt x="90334" y="1823"/>
                  <a:pt x="89693" y="1342"/>
                </a:cubicBezTo>
                <a:cubicBezTo>
                  <a:pt x="89591" y="1211"/>
                  <a:pt x="89518" y="1138"/>
                  <a:pt x="89518" y="1138"/>
                </a:cubicBezTo>
                <a:lnTo>
                  <a:pt x="89518" y="1138"/>
                </a:lnTo>
                <a:cubicBezTo>
                  <a:pt x="89547" y="1181"/>
                  <a:pt x="89576" y="1225"/>
                  <a:pt x="89605" y="1269"/>
                </a:cubicBezTo>
                <a:cubicBezTo>
                  <a:pt x="89328" y="1079"/>
                  <a:pt x="89154" y="977"/>
                  <a:pt x="89153" y="977"/>
                </a:cubicBezTo>
                <a:lnTo>
                  <a:pt x="89153" y="977"/>
                </a:lnTo>
                <a:cubicBezTo>
                  <a:pt x="89503" y="1386"/>
                  <a:pt x="89795" y="1706"/>
                  <a:pt x="90013" y="1983"/>
                </a:cubicBezTo>
                <a:cubicBezTo>
                  <a:pt x="90378" y="2653"/>
                  <a:pt x="90684" y="3324"/>
                  <a:pt x="90932" y="3980"/>
                </a:cubicBezTo>
                <a:cubicBezTo>
                  <a:pt x="90975" y="4184"/>
                  <a:pt x="91004" y="4417"/>
                  <a:pt x="91048" y="4679"/>
                </a:cubicBezTo>
                <a:cubicBezTo>
                  <a:pt x="90859" y="4519"/>
                  <a:pt x="90684" y="4388"/>
                  <a:pt x="90538" y="4286"/>
                </a:cubicBezTo>
                <a:cubicBezTo>
                  <a:pt x="90509" y="4155"/>
                  <a:pt x="90465" y="4023"/>
                  <a:pt x="90436" y="3878"/>
                </a:cubicBezTo>
                <a:cubicBezTo>
                  <a:pt x="90436" y="3878"/>
                  <a:pt x="90407" y="3994"/>
                  <a:pt x="90407" y="4184"/>
                </a:cubicBezTo>
                <a:cubicBezTo>
                  <a:pt x="90232" y="4067"/>
                  <a:pt x="90130" y="4009"/>
                  <a:pt x="90130" y="4009"/>
                </a:cubicBezTo>
                <a:lnTo>
                  <a:pt x="90130" y="4009"/>
                </a:lnTo>
                <a:cubicBezTo>
                  <a:pt x="90217" y="4111"/>
                  <a:pt x="90305" y="4213"/>
                  <a:pt x="90392" y="4315"/>
                </a:cubicBezTo>
                <a:cubicBezTo>
                  <a:pt x="90392" y="4461"/>
                  <a:pt x="90392" y="4650"/>
                  <a:pt x="90421" y="4869"/>
                </a:cubicBezTo>
                <a:cubicBezTo>
                  <a:pt x="90363" y="4898"/>
                  <a:pt x="90319" y="4927"/>
                  <a:pt x="90261" y="4956"/>
                </a:cubicBezTo>
                <a:cubicBezTo>
                  <a:pt x="90232" y="4913"/>
                  <a:pt x="90217" y="4883"/>
                  <a:pt x="90188" y="4854"/>
                </a:cubicBezTo>
                <a:cubicBezTo>
                  <a:pt x="90013" y="3805"/>
                  <a:pt x="89678" y="3033"/>
                  <a:pt x="89678" y="3032"/>
                </a:cubicBezTo>
                <a:lnTo>
                  <a:pt x="89678" y="3032"/>
                </a:lnTo>
                <a:cubicBezTo>
                  <a:pt x="89693" y="3134"/>
                  <a:pt x="89707" y="3235"/>
                  <a:pt x="89722" y="3336"/>
                </a:cubicBezTo>
                <a:lnTo>
                  <a:pt x="89722" y="3336"/>
                </a:lnTo>
                <a:cubicBezTo>
                  <a:pt x="89727" y="3332"/>
                  <a:pt x="89731" y="3328"/>
                  <a:pt x="89736" y="3324"/>
                </a:cubicBezTo>
                <a:lnTo>
                  <a:pt x="89736" y="3309"/>
                </a:lnTo>
                <a:cubicBezTo>
                  <a:pt x="89766" y="3615"/>
                  <a:pt x="89780" y="3936"/>
                  <a:pt x="89766" y="4242"/>
                </a:cubicBezTo>
                <a:cubicBezTo>
                  <a:pt x="89605" y="4053"/>
                  <a:pt x="89430" y="3878"/>
                  <a:pt x="89270" y="3732"/>
                </a:cubicBezTo>
                <a:cubicBezTo>
                  <a:pt x="89411" y="3605"/>
                  <a:pt x="89552" y="3479"/>
                  <a:pt x="89719" y="3339"/>
                </a:cubicBezTo>
                <a:lnTo>
                  <a:pt x="89719" y="3339"/>
                </a:lnTo>
                <a:cubicBezTo>
                  <a:pt x="89678" y="3346"/>
                  <a:pt x="89450" y="3461"/>
                  <a:pt x="89139" y="3645"/>
                </a:cubicBezTo>
                <a:cubicBezTo>
                  <a:pt x="89066" y="3586"/>
                  <a:pt x="89008" y="3528"/>
                  <a:pt x="88949" y="3484"/>
                </a:cubicBezTo>
                <a:cubicBezTo>
                  <a:pt x="89139" y="3280"/>
                  <a:pt x="89358" y="3062"/>
                  <a:pt x="89605" y="2799"/>
                </a:cubicBezTo>
                <a:lnTo>
                  <a:pt x="89605" y="2799"/>
                </a:lnTo>
                <a:cubicBezTo>
                  <a:pt x="89605" y="2799"/>
                  <a:pt x="89241" y="2989"/>
                  <a:pt x="88775" y="3338"/>
                </a:cubicBezTo>
                <a:cubicBezTo>
                  <a:pt x="88439" y="3105"/>
                  <a:pt x="88221" y="2974"/>
                  <a:pt x="88221" y="2974"/>
                </a:cubicBezTo>
                <a:lnTo>
                  <a:pt x="88221" y="2974"/>
                </a:lnTo>
                <a:cubicBezTo>
                  <a:pt x="88366" y="3149"/>
                  <a:pt x="88512" y="3295"/>
                  <a:pt x="88629" y="3441"/>
                </a:cubicBezTo>
                <a:cubicBezTo>
                  <a:pt x="88425" y="3601"/>
                  <a:pt x="88221" y="3790"/>
                  <a:pt x="88002" y="4009"/>
                </a:cubicBezTo>
                <a:cubicBezTo>
                  <a:pt x="87973" y="3936"/>
                  <a:pt x="87929" y="3878"/>
                  <a:pt x="87885" y="3805"/>
                </a:cubicBezTo>
                <a:cubicBezTo>
                  <a:pt x="87958" y="3251"/>
                  <a:pt x="87900" y="2887"/>
                  <a:pt x="87900" y="2887"/>
                </a:cubicBezTo>
                <a:lnTo>
                  <a:pt x="87900" y="2887"/>
                </a:lnTo>
                <a:cubicBezTo>
                  <a:pt x="87827" y="3134"/>
                  <a:pt x="87769" y="3338"/>
                  <a:pt x="87696" y="3543"/>
                </a:cubicBezTo>
                <a:cubicBezTo>
                  <a:pt x="87579" y="3382"/>
                  <a:pt x="87477" y="3222"/>
                  <a:pt x="87375" y="3091"/>
                </a:cubicBezTo>
                <a:cubicBezTo>
                  <a:pt x="87783" y="2114"/>
                  <a:pt x="88294" y="1065"/>
                  <a:pt x="88920" y="118"/>
                </a:cubicBezTo>
                <a:lnTo>
                  <a:pt x="88920" y="118"/>
                </a:lnTo>
                <a:cubicBezTo>
                  <a:pt x="88920" y="118"/>
                  <a:pt x="87944" y="1182"/>
                  <a:pt x="87011" y="2639"/>
                </a:cubicBezTo>
                <a:cubicBezTo>
                  <a:pt x="86909" y="2522"/>
                  <a:pt x="86851" y="2464"/>
                  <a:pt x="86851" y="2464"/>
                </a:cubicBezTo>
                <a:lnTo>
                  <a:pt x="86851" y="2464"/>
                </a:lnTo>
                <a:cubicBezTo>
                  <a:pt x="86894" y="2537"/>
                  <a:pt x="86938" y="2610"/>
                  <a:pt x="86967" y="2697"/>
                </a:cubicBezTo>
                <a:cubicBezTo>
                  <a:pt x="86749" y="3047"/>
                  <a:pt x="86515" y="3426"/>
                  <a:pt x="86311" y="3819"/>
                </a:cubicBezTo>
                <a:cubicBezTo>
                  <a:pt x="86122" y="3543"/>
                  <a:pt x="85918" y="3266"/>
                  <a:pt x="85728" y="3018"/>
                </a:cubicBezTo>
                <a:cubicBezTo>
                  <a:pt x="85903" y="2479"/>
                  <a:pt x="86137" y="1925"/>
                  <a:pt x="86413" y="1400"/>
                </a:cubicBezTo>
                <a:lnTo>
                  <a:pt x="86413" y="1400"/>
                </a:lnTo>
                <a:cubicBezTo>
                  <a:pt x="86413" y="1400"/>
                  <a:pt x="85976" y="1910"/>
                  <a:pt x="85481" y="2697"/>
                </a:cubicBezTo>
                <a:cubicBezTo>
                  <a:pt x="85306" y="2464"/>
                  <a:pt x="85145" y="2275"/>
                  <a:pt x="84985" y="2100"/>
                </a:cubicBezTo>
                <a:cubicBezTo>
                  <a:pt x="85029" y="2056"/>
                  <a:pt x="85058" y="2012"/>
                  <a:pt x="85087" y="1968"/>
                </a:cubicBezTo>
                <a:lnTo>
                  <a:pt x="85087" y="1968"/>
                </a:lnTo>
                <a:cubicBezTo>
                  <a:pt x="85087" y="1969"/>
                  <a:pt x="85043" y="1998"/>
                  <a:pt x="84956" y="2056"/>
                </a:cubicBezTo>
                <a:cubicBezTo>
                  <a:pt x="84548" y="1575"/>
                  <a:pt x="84271" y="1284"/>
                  <a:pt x="84271" y="1283"/>
                </a:cubicBezTo>
                <a:lnTo>
                  <a:pt x="84271" y="1283"/>
                </a:lnTo>
                <a:cubicBezTo>
                  <a:pt x="84460" y="1575"/>
                  <a:pt x="84650" y="1866"/>
                  <a:pt x="84825" y="2158"/>
                </a:cubicBezTo>
                <a:cubicBezTo>
                  <a:pt x="84752" y="2216"/>
                  <a:pt x="84650" y="2289"/>
                  <a:pt x="84562" y="2362"/>
                </a:cubicBezTo>
                <a:cubicBezTo>
                  <a:pt x="84096" y="2027"/>
                  <a:pt x="83746" y="1852"/>
                  <a:pt x="83746" y="1852"/>
                </a:cubicBezTo>
                <a:lnTo>
                  <a:pt x="83746" y="1852"/>
                </a:lnTo>
                <a:cubicBezTo>
                  <a:pt x="83994" y="2100"/>
                  <a:pt x="84198" y="2318"/>
                  <a:pt x="84388" y="2508"/>
                </a:cubicBezTo>
                <a:cubicBezTo>
                  <a:pt x="84140" y="2726"/>
                  <a:pt x="83863" y="3003"/>
                  <a:pt x="83601" y="3324"/>
                </a:cubicBezTo>
                <a:cubicBezTo>
                  <a:pt x="83601" y="3018"/>
                  <a:pt x="83601" y="2697"/>
                  <a:pt x="83644" y="2377"/>
                </a:cubicBezTo>
                <a:cubicBezTo>
                  <a:pt x="83703" y="2304"/>
                  <a:pt x="83761" y="2231"/>
                  <a:pt x="83819" y="2173"/>
                </a:cubicBezTo>
                <a:lnTo>
                  <a:pt x="83819" y="2173"/>
                </a:lnTo>
                <a:cubicBezTo>
                  <a:pt x="83819" y="2173"/>
                  <a:pt x="83761" y="2216"/>
                  <a:pt x="83644" y="2318"/>
                </a:cubicBezTo>
                <a:cubicBezTo>
                  <a:pt x="83659" y="2245"/>
                  <a:pt x="83659" y="2173"/>
                  <a:pt x="83673" y="2085"/>
                </a:cubicBezTo>
                <a:lnTo>
                  <a:pt x="83673" y="2085"/>
                </a:lnTo>
                <a:cubicBezTo>
                  <a:pt x="83673" y="2085"/>
                  <a:pt x="83630" y="2202"/>
                  <a:pt x="83571" y="2391"/>
                </a:cubicBezTo>
                <a:cubicBezTo>
                  <a:pt x="83309" y="2610"/>
                  <a:pt x="82886" y="2989"/>
                  <a:pt x="82391" y="3484"/>
                </a:cubicBezTo>
                <a:cubicBezTo>
                  <a:pt x="82595" y="2041"/>
                  <a:pt x="82828" y="1633"/>
                  <a:pt x="84198" y="1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14" name="Google Shape;414;p21"/>
          <p:cNvSpPr/>
          <p:nvPr/>
        </p:nvSpPr>
        <p:spPr>
          <a:xfrm flipH="1">
            <a:off x="218787" y="3875650"/>
            <a:ext cx="545477" cy="1207176"/>
          </a:xfrm>
          <a:custGeom>
            <a:avLst/>
            <a:gdLst/>
            <a:ahLst/>
            <a:cxnLst/>
            <a:rect l="l" t="t" r="r" b="b"/>
            <a:pathLst>
              <a:path w="7669" h="16972" extrusionOk="0">
                <a:moveTo>
                  <a:pt x="1234" y="1"/>
                </a:moveTo>
                <a:cubicBezTo>
                  <a:pt x="1206" y="1"/>
                  <a:pt x="1184" y="7"/>
                  <a:pt x="1168" y="21"/>
                </a:cubicBezTo>
                <a:cubicBezTo>
                  <a:pt x="906" y="254"/>
                  <a:pt x="1416" y="983"/>
                  <a:pt x="1664" y="1202"/>
                </a:cubicBezTo>
                <a:cubicBezTo>
                  <a:pt x="1912" y="1406"/>
                  <a:pt x="2859" y="2032"/>
                  <a:pt x="2859" y="2032"/>
                </a:cubicBezTo>
                <a:lnTo>
                  <a:pt x="2072" y="2134"/>
                </a:lnTo>
                <a:cubicBezTo>
                  <a:pt x="2072" y="2134"/>
                  <a:pt x="381" y="2149"/>
                  <a:pt x="163" y="2601"/>
                </a:cubicBezTo>
                <a:cubicBezTo>
                  <a:pt x="1" y="2960"/>
                  <a:pt x="768" y="2997"/>
                  <a:pt x="1090" y="2997"/>
                </a:cubicBezTo>
                <a:cubicBezTo>
                  <a:pt x="1173" y="2997"/>
                  <a:pt x="1227" y="2994"/>
                  <a:pt x="1227" y="2994"/>
                </a:cubicBezTo>
                <a:lnTo>
                  <a:pt x="2538" y="2936"/>
                </a:lnTo>
                <a:cubicBezTo>
                  <a:pt x="2538" y="2936"/>
                  <a:pt x="3180" y="3679"/>
                  <a:pt x="3340" y="3898"/>
                </a:cubicBezTo>
                <a:cubicBezTo>
                  <a:pt x="3500" y="4116"/>
                  <a:pt x="3763" y="4801"/>
                  <a:pt x="3282" y="5049"/>
                </a:cubicBezTo>
                <a:cubicBezTo>
                  <a:pt x="3194" y="5099"/>
                  <a:pt x="3106" y="5120"/>
                  <a:pt x="3022" y="5120"/>
                </a:cubicBezTo>
                <a:cubicBezTo>
                  <a:pt x="2660" y="5120"/>
                  <a:pt x="2351" y="4734"/>
                  <a:pt x="2232" y="4568"/>
                </a:cubicBezTo>
                <a:cubicBezTo>
                  <a:pt x="2134" y="4415"/>
                  <a:pt x="1821" y="3808"/>
                  <a:pt x="1572" y="3808"/>
                </a:cubicBezTo>
                <a:cubicBezTo>
                  <a:pt x="1490" y="3808"/>
                  <a:pt x="1416" y="3874"/>
                  <a:pt x="1358" y="4044"/>
                </a:cubicBezTo>
                <a:cubicBezTo>
                  <a:pt x="1139" y="4743"/>
                  <a:pt x="2057" y="5647"/>
                  <a:pt x="2057" y="5647"/>
                </a:cubicBezTo>
                <a:cubicBezTo>
                  <a:pt x="2057" y="5647"/>
                  <a:pt x="3923" y="6492"/>
                  <a:pt x="4375" y="6652"/>
                </a:cubicBezTo>
                <a:cubicBezTo>
                  <a:pt x="4841" y="6798"/>
                  <a:pt x="5133" y="7512"/>
                  <a:pt x="5235" y="7935"/>
                </a:cubicBezTo>
                <a:cubicBezTo>
                  <a:pt x="5322" y="8343"/>
                  <a:pt x="4521" y="10733"/>
                  <a:pt x="4244" y="11316"/>
                </a:cubicBezTo>
                <a:cubicBezTo>
                  <a:pt x="3952" y="11899"/>
                  <a:pt x="1125" y="16694"/>
                  <a:pt x="1125" y="16694"/>
                </a:cubicBezTo>
                <a:lnTo>
                  <a:pt x="6867" y="16971"/>
                </a:lnTo>
                <a:cubicBezTo>
                  <a:pt x="6867" y="16971"/>
                  <a:pt x="6867" y="8868"/>
                  <a:pt x="7013" y="8489"/>
                </a:cubicBezTo>
                <a:cubicBezTo>
                  <a:pt x="7159" y="8110"/>
                  <a:pt x="7669" y="7060"/>
                  <a:pt x="6313" y="5618"/>
                </a:cubicBezTo>
                <a:cubicBezTo>
                  <a:pt x="4943" y="4175"/>
                  <a:pt x="3573" y="1639"/>
                  <a:pt x="3573" y="1639"/>
                </a:cubicBezTo>
                <a:cubicBezTo>
                  <a:pt x="3573" y="1639"/>
                  <a:pt x="1677" y="1"/>
                  <a:pt x="1234" y="1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15" name="Google Shape;415;p21"/>
          <p:cNvSpPr/>
          <p:nvPr/>
        </p:nvSpPr>
        <p:spPr>
          <a:xfrm rot="2050582" flipH="1">
            <a:off x="8179557" y="3706354"/>
            <a:ext cx="881882" cy="1387702"/>
          </a:xfrm>
          <a:custGeom>
            <a:avLst/>
            <a:gdLst/>
            <a:ahLst/>
            <a:cxnLst/>
            <a:rect l="l" t="t" r="r" b="b"/>
            <a:pathLst>
              <a:path w="10552" h="16605" extrusionOk="0">
                <a:moveTo>
                  <a:pt x="8233" y="1"/>
                </a:moveTo>
                <a:cubicBezTo>
                  <a:pt x="6653" y="1"/>
                  <a:pt x="6506" y="1276"/>
                  <a:pt x="5641" y="2482"/>
                </a:cubicBezTo>
                <a:cubicBezTo>
                  <a:pt x="4766" y="3706"/>
                  <a:pt x="3673" y="6184"/>
                  <a:pt x="3673" y="6184"/>
                </a:cubicBezTo>
                <a:lnTo>
                  <a:pt x="0" y="15001"/>
                </a:lnTo>
                <a:lnTo>
                  <a:pt x="2230" y="16604"/>
                </a:lnTo>
                <a:cubicBezTo>
                  <a:pt x="2230" y="16604"/>
                  <a:pt x="4110" y="11416"/>
                  <a:pt x="4504" y="10541"/>
                </a:cubicBezTo>
                <a:cubicBezTo>
                  <a:pt x="4912" y="9652"/>
                  <a:pt x="5801" y="5979"/>
                  <a:pt x="5801" y="5979"/>
                </a:cubicBezTo>
                <a:cubicBezTo>
                  <a:pt x="5801" y="5979"/>
                  <a:pt x="7798" y="4843"/>
                  <a:pt x="8220" y="3983"/>
                </a:cubicBezTo>
                <a:cubicBezTo>
                  <a:pt x="8558" y="3296"/>
                  <a:pt x="8524" y="2712"/>
                  <a:pt x="8289" y="2712"/>
                </a:cubicBezTo>
                <a:cubicBezTo>
                  <a:pt x="8229" y="2712"/>
                  <a:pt x="8157" y="2749"/>
                  <a:pt x="8075" y="2831"/>
                </a:cubicBezTo>
                <a:cubicBezTo>
                  <a:pt x="7687" y="3219"/>
                  <a:pt x="6919" y="3842"/>
                  <a:pt x="6468" y="3842"/>
                </a:cubicBezTo>
                <a:cubicBezTo>
                  <a:pt x="6444" y="3842"/>
                  <a:pt x="6421" y="3841"/>
                  <a:pt x="6399" y="3837"/>
                </a:cubicBezTo>
                <a:cubicBezTo>
                  <a:pt x="5976" y="3764"/>
                  <a:pt x="6923" y="2817"/>
                  <a:pt x="7958" y="1680"/>
                </a:cubicBezTo>
                <a:cubicBezTo>
                  <a:pt x="8372" y="1225"/>
                  <a:pt x="8608" y="1081"/>
                  <a:pt x="8799" y="1081"/>
                </a:cubicBezTo>
                <a:cubicBezTo>
                  <a:pt x="9080" y="1081"/>
                  <a:pt x="9263" y="1389"/>
                  <a:pt x="9765" y="1476"/>
                </a:cubicBezTo>
                <a:cubicBezTo>
                  <a:pt x="9799" y="1481"/>
                  <a:pt x="9831" y="1484"/>
                  <a:pt x="9860" y="1484"/>
                </a:cubicBezTo>
                <a:cubicBezTo>
                  <a:pt x="10551" y="1484"/>
                  <a:pt x="10002" y="60"/>
                  <a:pt x="8366" y="4"/>
                </a:cubicBezTo>
                <a:cubicBezTo>
                  <a:pt x="8321" y="2"/>
                  <a:pt x="8276" y="1"/>
                  <a:pt x="8233" y="1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 1">
  <p:cSld name="BLANK_1_1_1_1_1_1_1_1">
    <p:spTree>
      <p:nvGrpSpPr>
        <p:cNvPr id="1" name="Shape 4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7" name="Google Shape;417;p22"/>
          <p:cNvSpPr/>
          <p:nvPr/>
        </p:nvSpPr>
        <p:spPr>
          <a:xfrm flipH="1">
            <a:off x="-2377644" y="3332673"/>
            <a:ext cx="7912540" cy="2090659"/>
          </a:xfrm>
          <a:custGeom>
            <a:avLst/>
            <a:gdLst/>
            <a:ahLst/>
            <a:cxnLst/>
            <a:rect l="l" t="t" r="r" b="b"/>
            <a:pathLst>
              <a:path w="54392" h="14372" extrusionOk="0">
                <a:moveTo>
                  <a:pt x="12200" y="1"/>
                </a:moveTo>
                <a:cubicBezTo>
                  <a:pt x="3595" y="1"/>
                  <a:pt x="0" y="4056"/>
                  <a:pt x="6836" y="4396"/>
                </a:cubicBezTo>
                <a:cubicBezTo>
                  <a:pt x="15398" y="4834"/>
                  <a:pt x="7700" y="8084"/>
                  <a:pt x="3458" y="10998"/>
                </a:cubicBezTo>
                <a:cubicBezTo>
                  <a:pt x="863" y="12783"/>
                  <a:pt x="6717" y="14371"/>
                  <a:pt x="13998" y="14371"/>
                </a:cubicBezTo>
                <a:cubicBezTo>
                  <a:pt x="18658" y="14371"/>
                  <a:pt x="23903" y="13721"/>
                  <a:pt x="27893" y="12055"/>
                </a:cubicBezTo>
                <a:cubicBezTo>
                  <a:pt x="34211" y="9412"/>
                  <a:pt x="22065" y="7375"/>
                  <a:pt x="29982" y="6807"/>
                </a:cubicBezTo>
                <a:cubicBezTo>
                  <a:pt x="30738" y="6753"/>
                  <a:pt x="31390" y="6729"/>
                  <a:pt x="31959" y="6729"/>
                </a:cubicBezTo>
                <a:cubicBezTo>
                  <a:pt x="37193" y="6729"/>
                  <a:pt x="35366" y="8798"/>
                  <a:pt x="42522" y="8798"/>
                </a:cubicBezTo>
                <a:cubicBezTo>
                  <a:pt x="42731" y="8798"/>
                  <a:pt x="42948" y="8797"/>
                  <a:pt x="43173" y="8793"/>
                </a:cubicBezTo>
                <a:cubicBezTo>
                  <a:pt x="51928" y="8651"/>
                  <a:pt x="54391" y="4396"/>
                  <a:pt x="49801" y="4396"/>
                </a:cubicBezTo>
                <a:cubicBezTo>
                  <a:pt x="49767" y="4396"/>
                  <a:pt x="49733" y="4396"/>
                  <a:pt x="49700" y="4396"/>
                </a:cubicBezTo>
                <a:cubicBezTo>
                  <a:pt x="45161" y="4396"/>
                  <a:pt x="41836" y="3535"/>
                  <a:pt x="44063" y="2165"/>
                </a:cubicBezTo>
                <a:cubicBezTo>
                  <a:pt x="44941" y="1625"/>
                  <a:pt x="43791" y="1439"/>
                  <a:pt x="41529" y="1439"/>
                </a:cubicBezTo>
                <a:cubicBezTo>
                  <a:pt x="38008" y="1439"/>
                  <a:pt x="31791" y="1890"/>
                  <a:pt x="26320" y="2165"/>
                </a:cubicBezTo>
                <a:cubicBezTo>
                  <a:pt x="25019" y="2232"/>
                  <a:pt x="23988" y="2262"/>
                  <a:pt x="23170" y="2262"/>
                </a:cubicBezTo>
                <a:cubicBezTo>
                  <a:pt x="18333" y="2262"/>
                  <a:pt x="20990" y="1232"/>
                  <a:pt x="19589" y="901"/>
                </a:cubicBezTo>
                <a:cubicBezTo>
                  <a:pt x="16865" y="259"/>
                  <a:pt x="14373" y="1"/>
                  <a:pt x="12200" y="1"/>
                </a:cubicBezTo>
                <a:close/>
              </a:path>
            </a:pathLst>
          </a:custGeom>
          <a:solidFill>
            <a:srgbClr val="FFFFFF">
              <a:alpha val="930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18" name="Google Shape;418;p22"/>
          <p:cNvSpPr/>
          <p:nvPr/>
        </p:nvSpPr>
        <p:spPr>
          <a:xfrm>
            <a:off x="6456855" y="3016250"/>
            <a:ext cx="4755245" cy="929056"/>
          </a:xfrm>
          <a:custGeom>
            <a:avLst/>
            <a:gdLst/>
            <a:ahLst/>
            <a:cxnLst/>
            <a:rect l="l" t="t" r="r" b="b"/>
            <a:pathLst>
              <a:path w="61881" h="12090" extrusionOk="0">
                <a:moveTo>
                  <a:pt x="31820" y="0"/>
                </a:moveTo>
                <a:cubicBezTo>
                  <a:pt x="22046" y="0"/>
                  <a:pt x="7533" y="425"/>
                  <a:pt x="4448" y="2857"/>
                </a:cubicBezTo>
                <a:cubicBezTo>
                  <a:pt x="2668" y="4275"/>
                  <a:pt x="11798" y="7525"/>
                  <a:pt x="5544" y="7847"/>
                </a:cubicBezTo>
                <a:cubicBezTo>
                  <a:pt x="1" y="8132"/>
                  <a:pt x="471" y="12089"/>
                  <a:pt x="28521" y="12089"/>
                </a:cubicBezTo>
                <a:cubicBezTo>
                  <a:pt x="32183" y="12089"/>
                  <a:pt x="36315" y="12022"/>
                  <a:pt x="40965" y="11870"/>
                </a:cubicBezTo>
                <a:cubicBezTo>
                  <a:pt x="61880" y="11200"/>
                  <a:pt x="40965" y="123"/>
                  <a:pt x="40965" y="123"/>
                </a:cubicBezTo>
                <a:cubicBezTo>
                  <a:pt x="40965" y="123"/>
                  <a:pt x="37078" y="0"/>
                  <a:pt x="31820" y="0"/>
                </a:cubicBezTo>
                <a:close/>
              </a:path>
            </a:pathLst>
          </a:custGeom>
          <a:solidFill>
            <a:srgbClr val="FFFFFF">
              <a:alpha val="930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19" name="Google Shape;419;p22"/>
          <p:cNvSpPr/>
          <p:nvPr/>
        </p:nvSpPr>
        <p:spPr>
          <a:xfrm>
            <a:off x="-1142125" y="539500"/>
            <a:ext cx="5149563" cy="1360633"/>
          </a:xfrm>
          <a:custGeom>
            <a:avLst/>
            <a:gdLst/>
            <a:ahLst/>
            <a:cxnLst/>
            <a:rect l="l" t="t" r="r" b="b"/>
            <a:pathLst>
              <a:path w="54392" h="14372" extrusionOk="0">
                <a:moveTo>
                  <a:pt x="12200" y="1"/>
                </a:moveTo>
                <a:cubicBezTo>
                  <a:pt x="3595" y="1"/>
                  <a:pt x="0" y="4056"/>
                  <a:pt x="6836" y="4396"/>
                </a:cubicBezTo>
                <a:cubicBezTo>
                  <a:pt x="15398" y="4834"/>
                  <a:pt x="7700" y="8084"/>
                  <a:pt x="3458" y="10998"/>
                </a:cubicBezTo>
                <a:cubicBezTo>
                  <a:pt x="863" y="12783"/>
                  <a:pt x="6717" y="14371"/>
                  <a:pt x="13998" y="14371"/>
                </a:cubicBezTo>
                <a:cubicBezTo>
                  <a:pt x="18658" y="14371"/>
                  <a:pt x="23903" y="13721"/>
                  <a:pt x="27893" y="12055"/>
                </a:cubicBezTo>
                <a:cubicBezTo>
                  <a:pt x="34211" y="9412"/>
                  <a:pt x="22065" y="7375"/>
                  <a:pt x="29982" y="6807"/>
                </a:cubicBezTo>
                <a:cubicBezTo>
                  <a:pt x="30738" y="6753"/>
                  <a:pt x="31390" y="6729"/>
                  <a:pt x="31959" y="6729"/>
                </a:cubicBezTo>
                <a:cubicBezTo>
                  <a:pt x="37193" y="6729"/>
                  <a:pt x="35366" y="8798"/>
                  <a:pt x="42522" y="8798"/>
                </a:cubicBezTo>
                <a:cubicBezTo>
                  <a:pt x="42731" y="8798"/>
                  <a:pt x="42948" y="8797"/>
                  <a:pt x="43173" y="8793"/>
                </a:cubicBezTo>
                <a:cubicBezTo>
                  <a:pt x="51928" y="8651"/>
                  <a:pt x="54391" y="4396"/>
                  <a:pt x="49801" y="4396"/>
                </a:cubicBezTo>
                <a:cubicBezTo>
                  <a:pt x="49767" y="4396"/>
                  <a:pt x="49733" y="4396"/>
                  <a:pt x="49700" y="4396"/>
                </a:cubicBezTo>
                <a:cubicBezTo>
                  <a:pt x="45161" y="4396"/>
                  <a:pt x="41836" y="3535"/>
                  <a:pt x="44063" y="2165"/>
                </a:cubicBezTo>
                <a:cubicBezTo>
                  <a:pt x="44941" y="1625"/>
                  <a:pt x="43791" y="1439"/>
                  <a:pt x="41529" y="1439"/>
                </a:cubicBezTo>
                <a:cubicBezTo>
                  <a:pt x="38008" y="1439"/>
                  <a:pt x="31791" y="1890"/>
                  <a:pt x="26320" y="2165"/>
                </a:cubicBezTo>
                <a:cubicBezTo>
                  <a:pt x="25019" y="2232"/>
                  <a:pt x="23988" y="2262"/>
                  <a:pt x="23170" y="2262"/>
                </a:cubicBezTo>
                <a:cubicBezTo>
                  <a:pt x="18333" y="2262"/>
                  <a:pt x="20990" y="1232"/>
                  <a:pt x="19589" y="901"/>
                </a:cubicBezTo>
                <a:cubicBezTo>
                  <a:pt x="16865" y="259"/>
                  <a:pt x="14373" y="1"/>
                  <a:pt x="12200" y="1"/>
                </a:cubicBezTo>
                <a:close/>
              </a:path>
            </a:pathLst>
          </a:custGeom>
          <a:solidFill>
            <a:srgbClr val="FFFFFF">
              <a:alpha val="930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20" name="Google Shape;420;p22"/>
          <p:cNvSpPr/>
          <p:nvPr/>
        </p:nvSpPr>
        <p:spPr>
          <a:xfrm>
            <a:off x="4755850" y="-549125"/>
            <a:ext cx="6142522" cy="1800198"/>
          </a:xfrm>
          <a:custGeom>
            <a:avLst/>
            <a:gdLst/>
            <a:ahLst/>
            <a:cxnLst/>
            <a:rect l="l" t="t" r="r" b="b"/>
            <a:pathLst>
              <a:path w="52625" h="12709" extrusionOk="0">
                <a:moveTo>
                  <a:pt x="30491" y="1"/>
                </a:moveTo>
                <a:cubicBezTo>
                  <a:pt x="26558" y="1"/>
                  <a:pt x="21926" y="118"/>
                  <a:pt x="16498" y="393"/>
                </a:cubicBezTo>
                <a:cubicBezTo>
                  <a:pt x="0" y="1243"/>
                  <a:pt x="3330" y="12708"/>
                  <a:pt x="12898" y="12708"/>
                </a:cubicBezTo>
                <a:cubicBezTo>
                  <a:pt x="14069" y="12708"/>
                  <a:pt x="15333" y="12537"/>
                  <a:pt x="16666" y="12153"/>
                </a:cubicBezTo>
                <a:cubicBezTo>
                  <a:pt x="23035" y="10319"/>
                  <a:pt x="28416" y="9855"/>
                  <a:pt x="32894" y="9855"/>
                </a:cubicBezTo>
                <a:cubicBezTo>
                  <a:pt x="37488" y="9855"/>
                  <a:pt x="41132" y="10344"/>
                  <a:pt x="43921" y="10344"/>
                </a:cubicBezTo>
                <a:cubicBezTo>
                  <a:pt x="46119" y="10344"/>
                  <a:pt x="47786" y="10040"/>
                  <a:pt x="48966" y="8955"/>
                </a:cubicBezTo>
                <a:cubicBezTo>
                  <a:pt x="50540" y="7524"/>
                  <a:pt x="42390" y="4378"/>
                  <a:pt x="47935" y="3978"/>
                </a:cubicBezTo>
                <a:cubicBezTo>
                  <a:pt x="52625" y="3639"/>
                  <a:pt x="52393" y="1"/>
                  <a:pt x="30491" y="1"/>
                </a:cubicBezTo>
                <a:close/>
              </a:path>
            </a:pathLst>
          </a:custGeom>
          <a:solidFill>
            <a:srgbClr val="FFFFFF">
              <a:alpha val="930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21" name="Google Shape;421;p22"/>
          <p:cNvSpPr/>
          <p:nvPr/>
        </p:nvSpPr>
        <p:spPr>
          <a:xfrm>
            <a:off x="-59625" y="4027600"/>
            <a:ext cx="9263374" cy="1115912"/>
          </a:xfrm>
          <a:custGeom>
            <a:avLst/>
            <a:gdLst/>
            <a:ahLst/>
            <a:cxnLst/>
            <a:rect l="l" t="t" r="r" b="b"/>
            <a:pathLst>
              <a:path w="142497" h="15873" extrusionOk="0">
                <a:moveTo>
                  <a:pt x="100886" y="1458"/>
                </a:moveTo>
                <a:lnTo>
                  <a:pt x="100886" y="1458"/>
                </a:lnTo>
                <a:cubicBezTo>
                  <a:pt x="100886" y="1459"/>
                  <a:pt x="100885" y="1459"/>
                  <a:pt x="100885" y="1460"/>
                </a:cubicBezTo>
                <a:lnTo>
                  <a:pt x="100885" y="1460"/>
                </a:lnTo>
                <a:cubicBezTo>
                  <a:pt x="100886" y="1459"/>
                  <a:pt x="100886" y="1459"/>
                  <a:pt x="100886" y="1458"/>
                </a:cubicBezTo>
                <a:close/>
                <a:moveTo>
                  <a:pt x="84883" y="2216"/>
                </a:moveTo>
                <a:cubicBezTo>
                  <a:pt x="85043" y="2479"/>
                  <a:pt x="85175" y="2726"/>
                  <a:pt x="85306" y="2989"/>
                </a:cubicBezTo>
                <a:cubicBezTo>
                  <a:pt x="85102" y="2785"/>
                  <a:pt x="84898" y="2595"/>
                  <a:pt x="84708" y="2449"/>
                </a:cubicBezTo>
                <a:cubicBezTo>
                  <a:pt x="84767" y="2377"/>
                  <a:pt x="84825" y="2304"/>
                  <a:pt x="84883" y="2216"/>
                </a:cubicBezTo>
                <a:close/>
                <a:moveTo>
                  <a:pt x="93876" y="3207"/>
                </a:moveTo>
                <a:cubicBezTo>
                  <a:pt x="93876" y="3208"/>
                  <a:pt x="93875" y="3222"/>
                  <a:pt x="93861" y="3266"/>
                </a:cubicBezTo>
                <a:cubicBezTo>
                  <a:pt x="93876" y="3251"/>
                  <a:pt x="93876" y="3222"/>
                  <a:pt x="93876" y="3207"/>
                </a:cubicBezTo>
                <a:close/>
                <a:moveTo>
                  <a:pt x="89722" y="3336"/>
                </a:moveTo>
                <a:cubicBezTo>
                  <a:pt x="89721" y="3337"/>
                  <a:pt x="89720" y="3338"/>
                  <a:pt x="89719" y="3339"/>
                </a:cubicBezTo>
                <a:lnTo>
                  <a:pt x="89719" y="3339"/>
                </a:lnTo>
                <a:cubicBezTo>
                  <a:pt x="89720" y="3339"/>
                  <a:pt x="89721" y="3338"/>
                  <a:pt x="89722" y="3338"/>
                </a:cubicBezTo>
                <a:cubicBezTo>
                  <a:pt x="89722" y="3338"/>
                  <a:pt x="89722" y="3337"/>
                  <a:pt x="89722" y="3336"/>
                </a:cubicBezTo>
                <a:close/>
                <a:moveTo>
                  <a:pt x="58838" y="2304"/>
                </a:moveTo>
                <a:cubicBezTo>
                  <a:pt x="58984" y="2464"/>
                  <a:pt x="59130" y="2610"/>
                  <a:pt x="59246" y="2741"/>
                </a:cubicBezTo>
                <a:cubicBezTo>
                  <a:pt x="58999" y="2945"/>
                  <a:pt x="58722" y="3222"/>
                  <a:pt x="58459" y="3543"/>
                </a:cubicBezTo>
                <a:cubicBezTo>
                  <a:pt x="58459" y="3368"/>
                  <a:pt x="58459" y="3193"/>
                  <a:pt x="58474" y="3018"/>
                </a:cubicBezTo>
                <a:cubicBezTo>
                  <a:pt x="58561" y="2799"/>
                  <a:pt x="58678" y="2566"/>
                  <a:pt x="58838" y="2304"/>
                </a:cubicBezTo>
                <a:close/>
                <a:moveTo>
                  <a:pt x="74112" y="3426"/>
                </a:moveTo>
                <a:cubicBezTo>
                  <a:pt x="74142" y="3484"/>
                  <a:pt x="74171" y="3543"/>
                  <a:pt x="74200" y="3586"/>
                </a:cubicBezTo>
                <a:cubicBezTo>
                  <a:pt x="74189" y="3581"/>
                  <a:pt x="74181" y="3576"/>
                  <a:pt x="74174" y="3571"/>
                </a:cubicBezTo>
                <a:lnTo>
                  <a:pt x="74174" y="3571"/>
                </a:lnTo>
                <a:cubicBezTo>
                  <a:pt x="74177" y="3576"/>
                  <a:pt x="74180" y="3581"/>
                  <a:pt x="74185" y="3586"/>
                </a:cubicBezTo>
                <a:cubicBezTo>
                  <a:pt x="74178" y="3579"/>
                  <a:pt x="74171" y="3571"/>
                  <a:pt x="74164" y="3564"/>
                </a:cubicBezTo>
                <a:lnTo>
                  <a:pt x="74164" y="3564"/>
                </a:lnTo>
                <a:cubicBezTo>
                  <a:pt x="74167" y="3566"/>
                  <a:pt x="74170" y="3568"/>
                  <a:pt x="74174" y="3571"/>
                </a:cubicBezTo>
                <a:lnTo>
                  <a:pt x="74174" y="3571"/>
                </a:lnTo>
                <a:cubicBezTo>
                  <a:pt x="74169" y="3564"/>
                  <a:pt x="74166" y="3558"/>
                  <a:pt x="74158" y="3557"/>
                </a:cubicBezTo>
                <a:lnTo>
                  <a:pt x="74158" y="3557"/>
                </a:lnTo>
                <a:cubicBezTo>
                  <a:pt x="74160" y="3559"/>
                  <a:pt x="74162" y="3562"/>
                  <a:pt x="74164" y="3564"/>
                </a:cubicBezTo>
                <a:lnTo>
                  <a:pt x="74164" y="3564"/>
                </a:lnTo>
                <a:cubicBezTo>
                  <a:pt x="74159" y="3560"/>
                  <a:pt x="74156" y="3557"/>
                  <a:pt x="74156" y="3557"/>
                </a:cubicBezTo>
                <a:cubicBezTo>
                  <a:pt x="74157" y="3557"/>
                  <a:pt x="74157" y="3557"/>
                  <a:pt x="74158" y="3557"/>
                </a:cubicBezTo>
                <a:lnTo>
                  <a:pt x="74158" y="3557"/>
                </a:lnTo>
                <a:cubicBezTo>
                  <a:pt x="74128" y="3524"/>
                  <a:pt x="74103" y="3492"/>
                  <a:pt x="74069" y="3470"/>
                </a:cubicBezTo>
                <a:cubicBezTo>
                  <a:pt x="74083" y="3455"/>
                  <a:pt x="74098" y="3441"/>
                  <a:pt x="74112" y="3426"/>
                </a:cubicBezTo>
                <a:close/>
                <a:moveTo>
                  <a:pt x="83542" y="2508"/>
                </a:moveTo>
                <a:lnTo>
                  <a:pt x="83542" y="2508"/>
                </a:lnTo>
                <a:cubicBezTo>
                  <a:pt x="83440" y="2828"/>
                  <a:pt x="83294" y="3338"/>
                  <a:pt x="83192" y="3936"/>
                </a:cubicBezTo>
                <a:cubicBezTo>
                  <a:pt x="83178" y="3936"/>
                  <a:pt x="83178" y="3936"/>
                  <a:pt x="83178" y="3951"/>
                </a:cubicBezTo>
                <a:cubicBezTo>
                  <a:pt x="83003" y="3819"/>
                  <a:pt x="82857" y="3732"/>
                  <a:pt x="82770" y="3674"/>
                </a:cubicBezTo>
                <a:cubicBezTo>
                  <a:pt x="82916" y="3499"/>
                  <a:pt x="83076" y="3295"/>
                  <a:pt x="83265" y="3076"/>
                </a:cubicBezTo>
                <a:lnTo>
                  <a:pt x="83265" y="3076"/>
                </a:lnTo>
                <a:cubicBezTo>
                  <a:pt x="83265" y="3076"/>
                  <a:pt x="83105" y="3178"/>
                  <a:pt x="82857" y="3368"/>
                </a:cubicBezTo>
                <a:cubicBezTo>
                  <a:pt x="83076" y="3076"/>
                  <a:pt x="83309" y="2785"/>
                  <a:pt x="83542" y="2508"/>
                </a:cubicBezTo>
                <a:close/>
                <a:moveTo>
                  <a:pt x="88818" y="3615"/>
                </a:moveTo>
                <a:cubicBezTo>
                  <a:pt x="88862" y="3674"/>
                  <a:pt x="88891" y="3717"/>
                  <a:pt x="88935" y="3761"/>
                </a:cubicBezTo>
                <a:cubicBezTo>
                  <a:pt x="88745" y="3878"/>
                  <a:pt x="88556" y="4023"/>
                  <a:pt x="88352" y="4184"/>
                </a:cubicBezTo>
                <a:cubicBezTo>
                  <a:pt x="88483" y="4009"/>
                  <a:pt x="88629" y="3819"/>
                  <a:pt x="88818" y="3615"/>
                </a:cubicBezTo>
                <a:close/>
                <a:moveTo>
                  <a:pt x="33404" y="4190"/>
                </a:moveTo>
                <a:lnTo>
                  <a:pt x="33404" y="4190"/>
                </a:lnTo>
                <a:cubicBezTo>
                  <a:pt x="33402" y="4196"/>
                  <a:pt x="33400" y="4201"/>
                  <a:pt x="33398" y="4206"/>
                </a:cubicBezTo>
                <a:lnTo>
                  <a:pt x="33398" y="4206"/>
                </a:lnTo>
                <a:cubicBezTo>
                  <a:pt x="33401" y="4203"/>
                  <a:pt x="33403" y="4201"/>
                  <a:pt x="33406" y="4198"/>
                </a:cubicBezTo>
                <a:cubicBezTo>
                  <a:pt x="33405" y="4196"/>
                  <a:pt x="33404" y="4193"/>
                  <a:pt x="33404" y="4190"/>
                </a:cubicBezTo>
                <a:close/>
                <a:moveTo>
                  <a:pt x="78354" y="2056"/>
                </a:moveTo>
                <a:cubicBezTo>
                  <a:pt x="78937" y="2697"/>
                  <a:pt x="79301" y="3134"/>
                  <a:pt x="79549" y="3543"/>
                </a:cubicBezTo>
                <a:cubicBezTo>
                  <a:pt x="79447" y="3601"/>
                  <a:pt x="79272" y="3688"/>
                  <a:pt x="79068" y="3819"/>
                </a:cubicBezTo>
                <a:cubicBezTo>
                  <a:pt x="78645" y="3426"/>
                  <a:pt x="78310" y="3207"/>
                  <a:pt x="78310" y="3207"/>
                </a:cubicBezTo>
                <a:lnTo>
                  <a:pt x="78310" y="3207"/>
                </a:lnTo>
                <a:cubicBezTo>
                  <a:pt x="78529" y="3484"/>
                  <a:pt x="78703" y="3732"/>
                  <a:pt x="78864" y="3936"/>
                </a:cubicBezTo>
                <a:cubicBezTo>
                  <a:pt x="78835" y="3965"/>
                  <a:pt x="78806" y="3980"/>
                  <a:pt x="78791" y="3994"/>
                </a:cubicBezTo>
                <a:cubicBezTo>
                  <a:pt x="78645" y="4082"/>
                  <a:pt x="78514" y="4184"/>
                  <a:pt x="78368" y="4300"/>
                </a:cubicBezTo>
                <a:cubicBezTo>
                  <a:pt x="78339" y="4271"/>
                  <a:pt x="78310" y="4228"/>
                  <a:pt x="78281" y="4198"/>
                </a:cubicBezTo>
                <a:cubicBezTo>
                  <a:pt x="78412" y="4067"/>
                  <a:pt x="78558" y="3921"/>
                  <a:pt x="78718" y="3761"/>
                </a:cubicBezTo>
                <a:lnTo>
                  <a:pt x="78718" y="3761"/>
                </a:lnTo>
                <a:cubicBezTo>
                  <a:pt x="78718" y="3761"/>
                  <a:pt x="78499" y="3878"/>
                  <a:pt x="78179" y="4082"/>
                </a:cubicBezTo>
                <a:cubicBezTo>
                  <a:pt x="78135" y="4053"/>
                  <a:pt x="78106" y="4009"/>
                  <a:pt x="78062" y="3980"/>
                </a:cubicBezTo>
                <a:cubicBezTo>
                  <a:pt x="78106" y="3790"/>
                  <a:pt x="78150" y="3615"/>
                  <a:pt x="78208" y="3441"/>
                </a:cubicBezTo>
                <a:lnTo>
                  <a:pt x="78208" y="3441"/>
                </a:lnTo>
                <a:cubicBezTo>
                  <a:pt x="78208" y="3441"/>
                  <a:pt x="78106" y="3601"/>
                  <a:pt x="77975" y="3892"/>
                </a:cubicBezTo>
                <a:cubicBezTo>
                  <a:pt x="77727" y="3674"/>
                  <a:pt x="77494" y="3513"/>
                  <a:pt x="77333" y="3411"/>
                </a:cubicBezTo>
                <a:cubicBezTo>
                  <a:pt x="77552" y="3062"/>
                  <a:pt x="77785" y="2712"/>
                  <a:pt x="78033" y="2362"/>
                </a:cubicBezTo>
                <a:cubicBezTo>
                  <a:pt x="78135" y="2260"/>
                  <a:pt x="78237" y="2158"/>
                  <a:pt x="78354" y="2056"/>
                </a:cubicBezTo>
                <a:close/>
                <a:moveTo>
                  <a:pt x="95654" y="2610"/>
                </a:moveTo>
                <a:cubicBezTo>
                  <a:pt x="95858" y="2989"/>
                  <a:pt x="95974" y="3324"/>
                  <a:pt x="96047" y="3776"/>
                </a:cubicBezTo>
                <a:cubicBezTo>
                  <a:pt x="95974" y="3965"/>
                  <a:pt x="95916" y="4198"/>
                  <a:pt x="95858" y="4432"/>
                </a:cubicBezTo>
                <a:cubicBezTo>
                  <a:pt x="95756" y="4359"/>
                  <a:pt x="95668" y="4286"/>
                  <a:pt x="95581" y="4228"/>
                </a:cubicBezTo>
                <a:cubicBezTo>
                  <a:pt x="95683" y="4096"/>
                  <a:pt x="95800" y="3965"/>
                  <a:pt x="95931" y="3805"/>
                </a:cubicBezTo>
                <a:lnTo>
                  <a:pt x="95931" y="3805"/>
                </a:lnTo>
                <a:cubicBezTo>
                  <a:pt x="95931" y="3805"/>
                  <a:pt x="95741" y="3922"/>
                  <a:pt x="95464" y="4140"/>
                </a:cubicBezTo>
                <a:cubicBezTo>
                  <a:pt x="95333" y="4053"/>
                  <a:pt x="95260" y="3994"/>
                  <a:pt x="95260" y="3994"/>
                </a:cubicBezTo>
                <a:lnTo>
                  <a:pt x="95260" y="3994"/>
                </a:lnTo>
                <a:cubicBezTo>
                  <a:pt x="95319" y="4067"/>
                  <a:pt x="95362" y="4126"/>
                  <a:pt x="95406" y="4184"/>
                </a:cubicBezTo>
                <a:cubicBezTo>
                  <a:pt x="95348" y="4228"/>
                  <a:pt x="95275" y="4286"/>
                  <a:pt x="95217" y="4344"/>
                </a:cubicBezTo>
                <a:cubicBezTo>
                  <a:pt x="95202" y="4286"/>
                  <a:pt x="95187" y="4228"/>
                  <a:pt x="95173" y="4184"/>
                </a:cubicBezTo>
                <a:cubicBezTo>
                  <a:pt x="95319" y="3484"/>
                  <a:pt x="95435" y="3047"/>
                  <a:pt x="95654" y="2610"/>
                </a:cubicBezTo>
                <a:close/>
                <a:moveTo>
                  <a:pt x="78106" y="4388"/>
                </a:moveTo>
                <a:cubicBezTo>
                  <a:pt x="78120" y="4417"/>
                  <a:pt x="78135" y="4432"/>
                  <a:pt x="78150" y="4461"/>
                </a:cubicBezTo>
                <a:cubicBezTo>
                  <a:pt x="78135" y="4475"/>
                  <a:pt x="78135" y="4490"/>
                  <a:pt x="78120" y="4490"/>
                </a:cubicBezTo>
                <a:lnTo>
                  <a:pt x="78048" y="4446"/>
                </a:lnTo>
                <a:cubicBezTo>
                  <a:pt x="78062" y="4417"/>
                  <a:pt x="78091" y="4402"/>
                  <a:pt x="78106" y="4388"/>
                </a:cubicBezTo>
                <a:close/>
                <a:moveTo>
                  <a:pt x="93599" y="3980"/>
                </a:moveTo>
                <a:lnTo>
                  <a:pt x="93599" y="3980"/>
                </a:lnTo>
                <a:cubicBezTo>
                  <a:pt x="93555" y="4140"/>
                  <a:pt x="93497" y="4315"/>
                  <a:pt x="93438" y="4504"/>
                </a:cubicBezTo>
                <a:cubicBezTo>
                  <a:pt x="93409" y="4432"/>
                  <a:pt x="93380" y="4373"/>
                  <a:pt x="93336" y="4300"/>
                </a:cubicBezTo>
                <a:cubicBezTo>
                  <a:pt x="93424" y="4198"/>
                  <a:pt x="93497" y="4082"/>
                  <a:pt x="93599" y="3980"/>
                </a:cubicBezTo>
                <a:close/>
                <a:moveTo>
                  <a:pt x="79563" y="3586"/>
                </a:moveTo>
                <a:cubicBezTo>
                  <a:pt x="79636" y="3688"/>
                  <a:pt x="79695" y="3805"/>
                  <a:pt x="79738" y="3907"/>
                </a:cubicBezTo>
                <a:cubicBezTo>
                  <a:pt x="79797" y="4053"/>
                  <a:pt x="79855" y="4184"/>
                  <a:pt x="79899" y="4330"/>
                </a:cubicBezTo>
                <a:cubicBezTo>
                  <a:pt x="79840" y="4388"/>
                  <a:pt x="79782" y="4461"/>
                  <a:pt x="79724" y="4534"/>
                </a:cubicBezTo>
                <a:cubicBezTo>
                  <a:pt x="79549" y="4315"/>
                  <a:pt x="79359" y="4096"/>
                  <a:pt x="79184" y="3921"/>
                </a:cubicBezTo>
                <a:cubicBezTo>
                  <a:pt x="79301" y="3819"/>
                  <a:pt x="79432" y="3703"/>
                  <a:pt x="79563" y="3586"/>
                </a:cubicBezTo>
                <a:close/>
                <a:moveTo>
                  <a:pt x="93963" y="3601"/>
                </a:moveTo>
                <a:cubicBezTo>
                  <a:pt x="94123" y="3805"/>
                  <a:pt x="94255" y="3994"/>
                  <a:pt x="94371" y="4169"/>
                </a:cubicBezTo>
                <a:cubicBezTo>
                  <a:pt x="94225" y="4286"/>
                  <a:pt x="93992" y="4490"/>
                  <a:pt x="93715" y="4752"/>
                </a:cubicBezTo>
                <a:cubicBezTo>
                  <a:pt x="93730" y="4417"/>
                  <a:pt x="93759" y="4096"/>
                  <a:pt x="93803" y="3761"/>
                </a:cubicBezTo>
                <a:cubicBezTo>
                  <a:pt x="93847" y="3703"/>
                  <a:pt x="93905" y="3659"/>
                  <a:pt x="93963" y="3601"/>
                </a:cubicBezTo>
                <a:close/>
                <a:moveTo>
                  <a:pt x="57629" y="3892"/>
                </a:moveTo>
                <a:lnTo>
                  <a:pt x="57629" y="3892"/>
                </a:lnTo>
                <a:cubicBezTo>
                  <a:pt x="57599" y="4023"/>
                  <a:pt x="57570" y="4155"/>
                  <a:pt x="57556" y="4300"/>
                </a:cubicBezTo>
                <a:cubicBezTo>
                  <a:pt x="57439" y="4446"/>
                  <a:pt x="57337" y="4606"/>
                  <a:pt x="57220" y="4781"/>
                </a:cubicBezTo>
                <a:cubicBezTo>
                  <a:pt x="57206" y="4679"/>
                  <a:pt x="57191" y="4577"/>
                  <a:pt x="57177" y="4475"/>
                </a:cubicBezTo>
                <a:cubicBezTo>
                  <a:pt x="57308" y="4286"/>
                  <a:pt x="57454" y="4096"/>
                  <a:pt x="57629" y="3892"/>
                </a:cubicBezTo>
                <a:close/>
                <a:moveTo>
                  <a:pt x="77290" y="3455"/>
                </a:moveTo>
                <a:cubicBezTo>
                  <a:pt x="77538" y="3703"/>
                  <a:pt x="77727" y="3892"/>
                  <a:pt x="77873" y="4067"/>
                </a:cubicBezTo>
                <a:cubicBezTo>
                  <a:pt x="77844" y="4126"/>
                  <a:pt x="77814" y="4184"/>
                  <a:pt x="77785" y="4242"/>
                </a:cubicBezTo>
                <a:cubicBezTo>
                  <a:pt x="77508" y="4038"/>
                  <a:pt x="77319" y="3922"/>
                  <a:pt x="77319" y="3921"/>
                </a:cubicBezTo>
                <a:lnTo>
                  <a:pt x="77319" y="3921"/>
                </a:lnTo>
                <a:cubicBezTo>
                  <a:pt x="77465" y="4096"/>
                  <a:pt x="77596" y="4242"/>
                  <a:pt x="77727" y="4388"/>
                </a:cubicBezTo>
                <a:cubicBezTo>
                  <a:pt x="77727" y="4402"/>
                  <a:pt x="77712" y="4417"/>
                  <a:pt x="77712" y="4417"/>
                </a:cubicBezTo>
                <a:cubicBezTo>
                  <a:pt x="77567" y="4534"/>
                  <a:pt x="77421" y="4665"/>
                  <a:pt x="77275" y="4796"/>
                </a:cubicBezTo>
                <a:cubicBezTo>
                  <a:pt x="77290" y="4767"/>
                  <a:pt x="77290" y="4738"/>
                  <a:pt x="77290" y="4709"/>
                </a:cubicBezTo>
                <a:cubicBezTo>
                  <a:pt x="77333" y="4650"/>
                  <a:pt x="77377" y="4592"/>
                  <a:pt x="77435" y="4519"/>
                </a:cubicBezTo>
                <a:cubicBezTo>
                  <a:pt x="77494" y="4475"/>
                  <a:pt x="77552" y="4417"/>
                  <a:pt x="77610" y="4359"/>
                </a:cubicBezTo>
                <a:lnTo>
                  <a:pt x="77610" y="4359"/>
                </a:lnTo>
                <a:cubicBezTo>
                  <a:pt x="77610" y="4359"/>
                  <a:pt x="77494" y="4417"/>
                  <a:pt x="77319" y="4519"/>
                </a:cubicBezTo>
                <a:cubicBezTo>
                  <a:pt x="77333" y="4315"/>
                  <a:pt x="77319" y="4213"/>
                  <a:pt x="77319" y="4213"/>
                </a:cubicBezTo>
                <a:cubicBezTo>
                  <a:pt x="77261" y="4344"/>
                  <a:pt x="77217" y="4475"/>
                  <a:pt x="77159" y="4592"/>
                </a:cubicBezTo>
                <a:cubicBezTo>
                  <a:pt x="77100" y="4636"/>
                  <a:pt x="77042" y="4665"/>
                  <a:pt x="76984" y="4709"/>
                </a:cubicBezTo>
                <a:cubicBezTo>
                  <a:pt x="76955" y="4694"/>
                  <a:pt x="76940" y="4679"/>
                  <a:pt x="76911" y="4665"/>
                </a:cubicBezTo>
                <a:cubicBezTo>
                  <a:pt x="76867" y="4577"/>
                  <a:pt x="76809" y="4504"/>
                  <a:pt x="76750" y="4432"/>
                </a:cubicBezTo>
                <a:cubicBezTo>
                  <a:pt x="76780" y="4373"/>
                  <a:pt x="76794" y="4315"/>
                  <a:pt x="76809" y="4271"/>
                </a:cubicBezTo>
                <a:cubicBezTo>
                  <a:pt x="76955" y="4009"/>
                  <a:pt x="77115" y="3732"/>
                  <a:pt x="77290" y="3455"/>
                </a:cubicBezTo>
                <a:close/>
                <a:moveTo>
                  <a:pt x="112998" y="4665"/>
                </a:moveTo>
                <a:cubicBezTo>
                  <a:pt x="113012" y="4679"/>
                  <a:pt x="113012" y="4709"/>
                  <a:pt x="113027" y="4723"/>
                </a:cubicBezTo>
                <a:cubicBezTo>
                  <a:pt x="113012" y="4752"/>
                  <a:pt x="112983" y="4767"/>
                  <a:pt x="112968" y="4796"/>
                </a:cubicBezTo>
                <a:cubicBezTo>
                  <a:pt x="112983" y="4752"/>
                  <a:pt x="112998" y="4709"/>
                  <a:pt x="112998" y="4665"/>
                </a:cubicBezTo>
                <a:close/>
                <a:moveTo>
                  <a:pt x="111569" y="4840"/>
                </a:moveTo>
                <a:cubicBezTo>
                  <a:pt x="111567" y="4842"/>
                  <a:pt x="111566" y="4844"/>
                  <a:pt x="111564" y="4846"/>
                </a:cubicBezTo>
                <a:lnTo>
                  <a:pt x="111564" y="4846"/>
                </a:lnTo>
                <a:cubicBezTo>
                  <a:pt x="111567" y="4842"/>
                  <a:pt x="111569" y="4840"/>
                  <a:pt x="111569" y="4840"/>
                </a:cubicBezTo>
                <a:close/>
                <a:moveTo>
                  <a:pt x="56585" y="4569"/>
                </a:moveTo>
                <a:lnTo>
                  <a:pt x="56585" y="4569"/>
                </a:lnTo>
                <a:cubicBezTo>
                  <a:pt x="56594" y="4605"/>
                  <a:pt x="56596" y="4642"/>
                  <a:pt x="56608" y="4679"/>
                </a:cubicBezTo>
                <a:cubicBezTo>
                  <a:pt x="56550" y="4738"/>
                  <a:pt x="56506" y="4796"/>
                  <a:pt x="56463" y="4854"/>
                </a:cubicBezTo>
                <a:cubicBezTo>
                  <a:pt x="56503" y="4759"/>
                  <a:pt x="56544" y="4664"/>
                  <a:pt x="56585" y="4569"/>
                </a:cubicBezTo>
                <a:close/>
                <a:moveTo>
                  <a:pt x="111564" y="4846"/>
                </a:moveTo>
                <a:lnTo>
                  <a:pt x="111564" y="4846"/>
                </a:lnTo>
                <a:cubicBezTo>
                  <a:pt x="111559" y="4852"/>
                  <a:pt x="111549" y="4865"/>
                  <a:pt x="111540" y="4883"/>
                </a:cubicBezTo>
                <a:cubicBezTo>
                  <a:pt x="111553" y="4871"/>
                  <a:pt x="111554" y="4858"/>
                  <a:pt x="111564" y="4846"/>
                </a:cubicBezTo>
                <a:close/>
                <a:moveTo>
                  <a:pt x="66432" y="4811"/>
                </a:moveTo>
                <a:lnTo>
                  <a:pt x="66432" y="4811"/>
                </a:lnTo>
                <a:cubicBezTo>
                  <a:pt x="66475" y="4854"/>
                  <a:pt x="66505" y="4883"/>
                  <a:pt x="66548" y="4927"/>
                </a:cubicBezTo>
                <a:cubicBezTo>
                  <a:pt x="66519" y="4956"/>
                  <a:pt x="66490" y="4971"/>
                  <a:pt x="66461" y="5000"/>
                </a:cubicBezTo>
                <a:cubicBezTo>
                  <a:pt x="66446" y="4927"/>
                  <a:pt x="66432" y="4869"/>
                  <a:pt x="66432" y="4811"/>
                </a:cubicBezTo>
                <a:close/>
                <a:moveTo>
                  <a:pt x="87288" y="3295"/>
                </a:moveTo>
                <a:cubicBezTo>
                  <a:pt x="87390" y="3528"/>
                  <a:pt x="87477" y="3747"/>
                  <a:pt x="87565" y="3980"/>
                </a:cubicBezTo>
                <a:cubicBezTo>
                  <a:pt x="87405" y="4402"/>
                  <a:pt x="87259" y="4738"/>
                  <a:pt x="87069" y="5029"/>
                </a:cubicBezTo>
                <a:cubicBezTo>
                  <a:pt x="86982" y="4869"/>
                  <a:pt x="86894" y="4723"/>
                  <a:pt x="86807" y="4563"/>
                </a:cubicBezTo>
                <a:cubicBezTo>
                  <a:pt x="86953" y="4169"/>
                  <a:pt x="87113" y="3747"/>
                  <a:pt x="87288" y="3295"/>
                </a:cubicBezTo>
                <a:close/>
                <a:moveTo>
                  <a:pt x="80030" y="4883"/>
                </a:moveTo>
                <a:cubicBezTo>
                  <a:pt x="80044" y="4942"/>
                  <a:pt x="80059" y="5000"/>
                  <a:pt x="80059" y="5058"/>
                </a:cubicBezTo>
                <a:cubicBezTo>
                  <a:pt x="80044" y="5029"/>
                  <a:pt x="80015" y="4985"/>
                  <a:pt x="80001" y="4956"/>
                </a:cubicBezTo>
                <a:cubicBezTo>
                  <a:pt x="80001" y="4927"/>
                  <a:pt x="80015" y="4913"/>
                  <a:pt x="80030" y="4883"/>
                </a:cubicBezTo>
                <a:close/>
                <a:moveTo>
                  <a:pt x="84548" y="2653"/>
                </a:moveTo>
                <a:cubicBezTo>
                  <a:pt x="84781" y="2916"/>
                  <a:pt x="84956" y="3134"/>
                  <a:pt x="85102" y="3353"/>
                </a:cubicBezTo>
                <a:cubicBezTo>
                  <a:pt x="84839" y="3849"/>
                  <a:pt x="84592" y="4402"/>
                  <a:pt x="84431" y="4971"/>
                </a:cubicBezTo>
                <a:cubicBezTo>
                  <a:pt x="84373" y="5000"/>
                  <a:pt x="84300" y="5044"/>
                  <a:pt x="84242" y="5087"/>
                </a:cubicBezTo>
                <a:cubicBezTo>
                  <a:pt x="84082" y="4811"/>
                  <a:pt x="83892" y="4577"/>
                  <a:pt x="83688" y="4373"/>
                </a:cubicBezTo>
                <a:cubicBezTo>
                  <a:pt x="83673" y="4257"/>
                  <a:pt x="83659" y="4140"/>
                  <a:pt x="83659" y="4023"/>
                </a:cubicBezTo>
                <a:cubicBezTo>
                  <a:pt x="83834" y="3615"/>
                  <a:pt x="84096" y="3207"/>
                  <a:pt x="84548" y="2653"/>
                </a:cubicBezTo>
                <a:close/>
                <a:moveTo>
                  <a:pt x="82755" y="3703"/>
                </a:moveTo>
                <a:cubicBezTo>
                  <a:pt x="82886" y="3834"/>
                  <a:pt x="83003" y="3951"/>
                  <a:pt x="83105" y="4067"/>
                </a:cubicBezTo>
                <a:cubicBezTo>
                  <a:pt x="82945" y="4359"/>
                  <a:pt x="82814" y="4679"/>
                  <a:pt x="82726" y="5029"/>
                </a:cubicBezTo>
                <a:cubicBezTo>
                  <a:pt x="82697" y="5058"/>
                  <a:pt x="82668" y="5087"/>
                  <a:pt x="82639" y="5102"/>
                </a:cubicBezTo>
                <a:cubicBezTo>
                  <a:pt x="82624" y="5102"/>
                  <a:pt x="82609" y="5087"/>
                  <a:pt x="82595" y="5073"/>
                </a:cubicBezTo>
                <a:cubicBezTo>
                  <a:pt x="82449" y="4811"/>
                  <a:pt x="82347" y="4534"/>
                  <a:pt x="82333" y="4242"/>
                </a:cubicBezTo>
                <a:cubicBezTo>
                  <a:pt x="82449" y="4067"/>
                  <a:pt x="82595" y="3892"/>
                  <a:pt x="82755" y="3703"/>
                </a:cubicBezTo>
                <a:close/>
                <a:moveTo>
                  <a:pt x="78820" y="4271"/>
                </a:moveTo>
                <a:cubicBezTo>
                  <a:pt x="78849" y="4563"/>
                  <a:pt x="78864" y="4840"/>
                  <a:pt x="78864" y="5131"/>
                </a:cubicBezTo>
                <a:cubicBezTo>
                  <a:pt x="78776" y="4913"/>
                  <a:pt x="78674" y="4723"/>
                  <a:pt x="78543" y="4534"/>
                </a:cubicBezTo>
                <a:cubicBezTo>
                  <a:pt x="78631" y="4446"/>
                  <a:pt x="78718" y="4359"/>
                  <a:pt x="78820" y="4271"/>
                </a:cubicBezTo>
                <a:close/>
                <a:moveTo>
                  <a:pt x="85452" y="4023"/>
                </a:moveTo>
                <a:cubicBezTo>
                  <a:pt x="85568" y="4315"/>
                  <a:pt x="85656" y="4650"/>
                  <a:pt x="85743" y="5087"/>
                </a:cubicBezTo>
                <a:cubicBezTo>
                  <a:pt x="85743" y="5102"/>
                  <a:pt x="85728" y="5131"/>
                  <a:pt x="85728" y="5146"/>
                </a:cubicBezTo>
                <a:cubicBezTo>
                  <a:pt x="85626" y="4898"/>
                  <a:pt x="85524" y="4592"/>
                  <a:pt x="85408" y="4242"/>
                </a:cubicBezTo>
                <a:cubicBezTo>
                  <a:pt x="85422" y="4169"/>
                  <a:pt x="85437" y="4096"/>
                  <a:pt x="85452" y="4023"/>
                </a:cubicBezTo>
                <a:close/>
                <a:moveTo>
                  <a:pt x="109223" y="5175"/>
                </a:moveTo>
                <a:lnTo>
                  <a:pt x="109223" y="5175"/>
                </a:lnTo>
                <a:cubicBezTo>
                  <a:pt x="109208" y="5189"/>
                  <a:pt x="109208" y="5204"/>
                  <a:pt x="109208" y="5204"/>
                </a:cubicBezTo>
                <a:cubicBezTo>
                  <a:pt x="109217" y="5187"/>
                  <a:pt x="109223" y="5175"/>
                  <a:pt x="109223" y="5175"/>
                </a:cubicBezTo>
                <a:close/>
                <a:moveTo>
                  <a:pt x="95508" y="4315"/>
                </a:moveTo>
                <a:cubicBezTo>
                  <a:pt x="95610" y="4432"/>
                  <a:pt x="95712" y="4548"/>
                  <a:pt x="95800" y="4665"/>
                </a:cubicBezTo>
                <a:cubicBezTo>
                  <a:pt x="95683" y="4840"/>
                  <a:pt x="95581" y="5044"/>
                  <a:pt x="95493" y="5248"/>
                </a:cubicBezTo>
                <a:cubicBezTo>
                  <a:pt x="95435" y="5102"/>
                  <a:pt x="95362" y="4971"/>
                  <a:pt x="95289" y="4840"/>
                </a:cubicBezTo>
                <a:cubicBezTo>
                  <a:pt x="95275" y="4767"/>
                  <a:pt x="95275" y="4694"/>
                  <a:pt x="95260" y="4621"/>
                </a:cubicBezTo>
                <a:cubicBezTo>
                  <a:pt x="95333" y="4534"/>
                  <a:pt x="95421" y="4417"/>
                  <a:pt x="95508" y="4315"/>
                </a:cubicBezTo>
                <a:close/>
                <a:moveTo>
                  <a:pt x="78995" y="4111"/>
                </a:moveTo>
                <a:cubicBezTo>
                  <a:pt x="79184" y="4402"/>
                  <a:pt x="79345" y="4636"/>
                  <a:pt x="79461" y="4869"/>
                </a:cubicBezTo>
                <a:cubicBezTo>
                  <a:pt x="79418" y="4927"/>
                  <a:pt x="79388" y="4985"/>
                  <a:pt x="79345" y="5029"/>
                </a:cubicBezTo>
                <a:cubicBezTo>
                  <a:pt x="79272" y="4985"/>
                  <a:pt x="79228" y="4971"/>
                  <a:pt x="79228" y="4971"/>
                </a:cubicBezTo>
                <a:lnTo>
                  <a:pt x="79228" y="4971"/>
                </a:lnTo>
                <a:cubicBezTo>
                  <a:pt x="79257" y="5000"/>
                  <a:pt x="79286" y="5029"/>
                  <a:pt x="79316" y="5073"/>
                </a:cubicBezTo>
                <a:cubicBezTo>
                  <a:pt x="79272" y="5131"/>
                  <a:pt x="79228" y="5189"/>
                  <a:pt x="79184" y="5262"/>
                </a:cubicBezTo>
                <a:cubicBezTo>
                  <a:pt x="79068" y="4796"/>
                  <a:pt x="78951" y="4432"/>
                  <a:pt x="78878" y="4213"/>
                </a:cubicBezTo>
                <a:cubicBezTo>
                  <a:pt x="78908" y="4184"/>
                  <a:pt x="78951" y="4155"/>
                  <a:pt x="78995" y="4111"/>
                </a:cubicBezTo>
                <a:close/>
                <a:moveTo>
                  <a:pt x="83746" y="4854"/>
                </a:moveTo>
                <a:lnTo>
                  <a:pt x="83746" y="4854"/>
                </a:lnTo>
                <a:cubicBezTo>
                  <a:pt x="83834" y="4985"/>
                  <a:pt x="83892" y="5131"/>
                  <a:pt x="83950" y="5306"/>
                </a:cubicBezTo>
                <a:cubicBezTo>
                  <a:pt x="83921" y="5321"/>
                  <a:pt x="83877" y="5350"/>
                  <a:pt x="83848" y="5394"/>
                </a:cubicBezTo>
                <a:cubicBezTo>
                  <a:pt x="83805" y="5219"/>
                  <a:pt x="83775" y="5044"/>
                  <a:pt x="83746" y="4854"/>
                </a:cubicBezTo>
                <a:close/>
                <a:moveTo>
                  <a:pt x="57527" y="4854"/>
                </a:moveTo>
                <a:cubicBezTo>
                  <a:pt x="57541" y="4985"/>
                  <a:pt x="57556" y="5117"/>
                  <a:pt x="57570" y="5248"/>
                </a:cubicBezTo>
                <a:cubicBezTo>
                  <a:pt x="57556" y="5321"/>
                  <a:pt x="57541" y="5394"/>
                  <a:pt x="57527" y="5466"/>
                </a:cubicBezTo>
                <a:cubicBezTo>
                  <a:pt x="57468" y="5379"/>
                  <a:pt x="57425" y="5291"/>
                  <a:pt x="57381" y="5204"/>
                </a:cubicBezTo>
                <a:cubicBezTo>
                  <a:pt x="57425" y="5087"/>
                  <a:pt x="57483" y="4971"/>
                  <a:pt x="57527" y="4854"/>
                </a:cubicBezTo>
                <a:close/>
                <a:moveTo>
                  <a:pt x="90436" y="4927"/>
                </a:moveTo>
                <a:cubicBezTo>
                  <a:pt x="90465" y="5102"/>
                  <a:pt x="90494" y="5277"/>
                  <a:pt x="90538" y="5466"/>
                </a:cubicBezTo>
                <a:cubicBezTo>
                  <a:pt x="90480" y="5306"/>
                  <a:pt x="90407" y="5160"/>
                  <a:pt x="90319" y="5015"/>
                </a:cubicBezTo>
                <a:cubicBezTo>
                  <a:pt x="90363" y="4985"/>
                  <a:pt x="90407" y="4956"/>
                  <a:pt x="90436" y="4927"/>
                </a:cubicBezTo>
                <a:close/>
                <a:moveTo>
                  <a:pt x="97038" y="3528"/>
                </a:moveTo>
                <a:cubicBezTo>
                  <a:pt x="97213" y="3805"/>
                  <a:pt x="97344" y="4038"/>
                  <a:pt x="97446" y="4271"/>
                </a:cubicBezTo>
                <a:cubicBezTo>
                  <a:pt x="97228" y="4650"/>
                  <a:pt x="97024" y="5058"/>
                  <a:pt x="96863" y="5496"/>
                </a:cubicBezTo>
                <a:cubicBezTo>
                  <a:pt x="96820" y="5437"/>
                  <a:pt x="96776" y="5379"/>
                  <a:pt x="96747" y="5335"/>
                </a:cubicBezTo>
                <a:cubicBezTo>
                  <a:pt x="96849" y="4825"/>
                  <a:pt x="96834" y="4344"/>
                  <a:pt x="96732" y="3907"/>
                </a:cubicBezTo>
                <a:cubicBezTo>
                  <a:pt x="96820" y="3790"/>
                  <a:pt x="96922" y="3659"/>
                  <a:pt x="97038" y="3528"/>
                </a:cubicBezTo>
                <a:close/>
                <a:moveTo>
                  <a:pt x="68618" y="3091"/>
                </a:moveTo>
                <a:cubicBezTo>
                  <a:pt x="68822" y="3309"/>
                  <a:pt x="68997" y="3513"/>
                  <a:pt x="69128" y="3717"/>
                </a:cubicBezTo>
                <a:cubicBezTo>
                  <a:pt x="68836" y="4082"/>
                  <a:pt x="68312" y="4752"/>
                  <a:pt x="67875" y="5525"/>
                </a:cubicBezTo>
                <a:cubicBezTo>
                  <a:pt x="67816" y="5189"/>
                  <a:pt x="67758" y="4840"/>
                  <a:pt x="67729" y="4461"/>
                </a:cubicBezTo>
                <a:cubicBezTo>
                  <a:pt x="67904" y="4038"/>
                  <a:pt x="68181" y="3645"/>
                  <a:pt x="68618" y="3091"/>
                </a:cubicBezTo>
                <a:close/>
                <a:moveTo>
                  <a:pt x="78179" y="4942"/>
                </a:moveTo>
                <a:cubicBezTo>
                  <a:pt x="78310" y="5102"/>
                  <a:pt x="78412" y="5248"/>
                  <a:pt x="78514" y="5379"/>
                </a:cubicBezTo>
                <a:cubicBezTo>
                  <a:pt x="78529" y="5437"/>
                  <a:pt x="78543" y="5496"/>
                  <a:pt x="78558" y="5554"/>
                </a:cubicBezTo>
                <a:cubicBezTo>
                  <a:pt x="78295" y="5364"/>
                  <a:pt x="78091" y="5233"/>
                  <a:pt x="77989" y="5175"/>
                </a:cubicBezTo>
                <a:cubicBezTo>
                  <a:pt x="78048" y="5102"/>
                  <a:pt x="78106" y="5015"/>
                  <a:pt x="78179" y="4942"/>
                </a:cubicBezTo>
                <a:close/>
                <a:moveTo>
                  <a:pt x="90640" y="4548"/>
                </a:moveTo>
                <a:lnTo>
                  <a:pt x="90640" y="4548"/>
                </a:lnTo>
                <a:cubicBezTo>
                  <a:pt x="90815" y="4752"/>
                  <a:pt x="90961" y="4927"/>
                  <a:pt x="91092" y="5102"/>
                </a:cubicBezTo>
                <a:cubicBezTo>
                  <a:pt x="91077" y="5262"/>
                  <a:pt x="91048" y="5408"/>
                  <a:pt x="90990" y="5568"/>
                </a:cubicBezTo>
                <a:cubicBezTo>
                  <a:pt x="90859" y="5277"/>
                  <a:pt x="90757" y="4956"/>
                  <a:pt x="90640" y="4548"/>
                </a:cubicBezTo>
                <a:close/>
                <a:moveTo>
                  <a:pt x="37618" y="5568"/>
                </a:moveTo>
                <a:lnTo>
                  <a:pt x="37603" y="5583"/>
                </a:lnTo>
                <a:cubicBezTo>
                  <a:pt x="37618" y="5583"/>
                  <a:pt x="37618" y="5568"/>
                  <a:pt x="37618" y="5568"/>
                </a:cubicBezTo>
                <a:close/>
                <a:moveTo>
                  <a:pt x="37574" y="5598"/>
                </a:moveTo>
                <a:cubicBezTo>
                  <a:pt x="37574" y="5598"/>
                  <a:pt x="37574" y="5598"/>
                  <a:pt x="37574" y="5598"/>
                </a:cubicBezTo>
                <a:lnTo>
                  <a:pt x="37574" y="5598"/>
                </a:lnTo>
                <a:cubicBezTo>
                  <a:pt x="37574" y="5598"/>
                  <a:pt x="37574" y="5598"/>
                  <a:pt x="37574" y="5598"/>
                </a:cubicBezTo>
                <a:cubicBezTo>
                  <a:pt x="37574" y="5598"/>
                  <a:pt x="37574" y="5598"/>
                  <a:pt x="37574" y="5598"/>
                </a:cubicBezTo>
                <a:close/>
                <a:moveTo>
                  <a:pt x="69784" y="5321"/>
                </a:moveTo>
                <a:cubicBezTo>
                  <a:pt x="69798" y="5394"/>
                  <a:pt x="69813" y="5452"/>
                  <a:pt x="69828" y="5525"/>
                </a:cubicBezTo>
                <a:cubicBezTo>
                  <a:pt x="69813" y="5554"/>
                  <a:pt x="69798" y="5583"/>
                  <a:pt x="69784" y="5612"/>
                </a:cubicBezTo>
                <a:cubicBezTo>
                  <a:pt x="69784" y="5525"/>
                  <a:pt x="69784" y="5423"/>
                  <a:pt x="69784" y="5321"/>
                </a:cubicBezTo>
                <a:close/>
                <a:moveTo>
                  <a:pt x="105477" y="5146"/>
                </a:moveTo>
                <a:cubicBezTo>
                  <a:pt x="105550" y="5321"/>
                  <a:pt x="105594" y="5466"/>
                  <a:pt x="105623" y="5598"/>
                </a:cubicBezTo>
                <a:cubicBezTo>
                  <a:pt x="105594" y="5612"/>
                  <a:pt x="105550" y="5627"/>
                  <a:pt x="105506" y="5641"/>
                </a:cubicBezTo>
                <a:cubicBezTo>
                  <a:pt x="105433" y="5510"/>
                  <a:pt x="105360" y="5408"/>
                  <a:pt x="105302" y="5350"/>
                </a:cubicBezTo>
                <a:cubicBezTo>
                  <a:pt x="105360" y="5277"/>
                  <a:pt x="105404" y="5219"/>
                  <a:pt x="105477" y="5146"/>
                </a:cubicBezTo>
                <a:close/>
                <a:moveTo>
                  <a:pt x="66636" y="5029"/>
                </a:moveTo>
                <a:cubicBezTo>
                  <a:pt x="66709" y="5117"/>
                  <a:pt x="66781" y="5204"/>
                  <a:pt x="66854" y="5277"/>
                </a:cubicBezTo>
                <a:cubicBezTo>
                  <a:pt x="66811" y="5408"/>
                  <a:pt x="66781" y="5525"/>
                  <a:pt x="66752" y="5656"/>
                </a:cubicBezTo>
                <a:cubicBezTo>
                  <a:pt x="66650" y="5496"/>
                  <a:pt x="66577" y="5335"/>
                  <a:pt x="66519" y="5160"/>
                </a:cubicBezTo>
                <a:cubicBezTo>
                  <a:pt x="66548" y="5117"/>
                  <a:pt x="66592" y="5073"/>
                  <a:pt x="66636" y="5029"/>
                </a:cubicBezTo>
                <a:close/>
                <a:moveTo>
                  <a:pt x="47616" y="4694"/>
                </a:moveTo>
                <a:lnTo>
                  <a:pt x="47616" y="4694"/>
                </a:lnTo>
                <a:cubicBezTo>
                  <a:pt x="47558" y="5102"/>
                  <a:pt x="47499" y="5437"/>
                  <a:pt x="47412" y="5729"/>
                </a:cubicBezTo>
                <a:cubicBezTo>
                  <a:pt x="47339" y="5583"/>
                  <a:pt x="47281" y="5423"/>
                  <a:pt x="47251" y="5262"/>
                </a:cubicBezTo>
                <a:cubicBezTo>
                  <a:pt x="47353" y="5087"/>
                  <a:pt x="47470" y="4913"/>
                  <a:pt x="47616" y="4694"/>
                </a:cubicBezTo>
                <a:close/>
                <a:moveTo>
                  <a:pt x="65805" y="4155"/>
                </a:moveTo>
                <a:lnTo>
                  <a:pt x="65805" y="4155"/>
                </a:lnTo>
                <a:cubicBezTo>
                  <a:pt x="65790" y="4388"/>
                  <a:pt x="65790" y="4621"/>
                  <a:pt x="65834" y="4869"/>
                </a:cubicBezTo>
                <a:cubicBezTo>
                  <a:pt x="65630" y="5131"/>
                  <a:pt x="65426" y="5423"/>
                  <a:pt x="65266" y="5729"/>
                </a:cubicBezTo>
                <a:cubicBezTo>
                  <a:pt x="65368" y="4985"/>
                  <a:pt x="65455" y="4650"/>
                  <a:pt x="65805" y="4155"/>
                </a:cubicBezTo>
                <a:close/>
                <a:moveTo>
                  <a:pt x="99589" y="4752"/>
                </a:moveTo>
                <a:cubicBezTo>
                  <a:pt x="99443" y="5146"/>
                  <a:pt x="99327" y="5452"/>
                  <a:pt x="99181" y="5729"/>
                </a:cubicBezTo>
                <a:cubicBezTo>
                  <a:pt x="99166" y="5568"/>
                  <a:pt x="99152" y="5408"/>
                  <a:pt x="99166" y="5248"/>
                </a:cubicBezTo>
                <a:cubicBezTo>
                  <a:pt x="99283" y="5102"/>
                  <a:pt x="99429" y="4942"/>
                  <a:pt x="99589" y="4752"/>
                </a:cubicBezTo>
                <a:close/>
                <a:moveTo>
                  <a:pt x="86457" y="5612"/>
                </a:moveTo>
                <a:cubicBezTo>
                  <a:pt x="86472" y="5656"/>
                  <a:pt x="86486" y="5700"/>
                  <a:pt x="86501" y="5729"/>
                </a:cubicBezTo>
                <a:cubicBezTo>
                  <a:pt x="86486" y="5758"/>
                  <a:pt x="86472" y="5772"/>
                  <a:pt x="86457" y="5787"/>
                </a:cubicBezTo>
                <a:cubicBezTo>
                  <a:pt x="86457" y="5729"/>
                  <a:pt x="86457" y="5670"/>
                  <a:pt x="86457" y="5612"/>
                </a:cubicBezTo>
                <a:close/>
                <a:moveTo>
                  <a:pt x="56725" y="5204"/>
                </a:moveTo>
                <a:cubicBezTo>
                  <a:pt x="56754" y="5291"/>
                  <a:pt x="56783" y="5379"/>
                  <a:pt x="56812" y="5452"/>
                </a:cubicBezTo>
                <a:cubicBezTo>
                  <a:pt x="56754" y="5568"/>
                  <a:pt x="56696" y="5685"/>
                  <a:pt x="56638" y="5802"/>
                </a:cubicBezTo>
                <a:cubicBezTo>
                  <a:pt x="56623" y="5787"/>
                  <a:pt x="56608" y="5758"/>
                  <a:pt x="56594" y="5729"/>
                </a:cubicBezTo>
                <a:lnTo>
                  <a:pt x="56565" y="5568"/>
                </a:lnTo>
                <a:cubicBezTo>
                  <a:pt x="56608" y="5452"/>
                  <a:pt x="56667" y="5321"/>
                  <a:pt x="56725" y="5204"/>
                </a:cubicBezTo>
                <a:close/>
                <a:moveTo>
                  <a:pt x="92739" y="5496"/>
                </a:moveTo>
                <a:lnTo>
                  <a:pt x="92739" y="5496"/>
                </a:lnTo>
                <a:cubicBezTo>
                  <a:pt x="92724" y="5583"/>
                  <a:pt x="92710" y="5656"/>
                  <a:pt x="92710" y="5743"/>
                </a:cubicBezTo>
                <a:lnTo>
                  <a:pt x="92637" y="5816"/>
                </a:lnTo>
                <a:cubicBezTo>
                  <a:pt x="92666" y="5700"/>
                  <a:pt x="92695" y="5598"/>
                  <a:pt x="92739" y="5496"/>
                </a:cubicBezTo>
                <a:close/>
                <a:moveTo>
                  <a:pt x="105273" y="5379"/>
                </a:moveTo>
                <a:cubicBezTo>
                  <a:pt x="105302" y="5496"/>
                  <a:pt x="105346" y="5598"/>
                  <a:pt x="105375" y="5685"/>
                </a:cubicBezTo>
                <a:cubicBezTo>
                  <a:pt x="105244" y="5729"/>
                  <a:pt x="105113" y="5787"/>
                  <a:pt x="104982" y="5860"/>
                </a:cubicBezTo>
                <a:cubicBezTo>
                  <a:pt x="104996" y="5831"/>
                  <a:pt x="105011" y="5802"/>
                  <a:pt x="105025" y="5772"/>
                </a:cubicBezTo>
                <a:cubicBezTo>
                  <a:pt x="105084" y="5729"/>
                  <a:pt x="105142" y="5700"/>
                  <a:pt x="105215" y="5656"/>
                </a:cubicBezTo>
                <a:lnTo>
                  <a:pt x="105215" y="5656"/>
                </a:lnTo>
                <a:cubicBezTo>
                  <a:pt x="105215" y="5656"/>
                  <a:pt x="105156" y="5670"/>
                  <a:pt x="105054" y="5700"/>
                </a:cubicBezTo>
                <a:cubicBezTo>
                  <a:pt x="105127" y="5598"/>
                  <a:pt x="105186" y="5496"/>
                  <a:pt x="105273" y="5379"/>
                </a:cubicBezTo>
                <a:close/>
                <a:moveTo>
                  <a:pt x="33624" y="4709"/>
                </a:moveTo>
                <a:lnTo>
                  <a:pt x="33624" y="4709"/>
                </a:lnTo>
                <a:cubicBezTo>
                  <a:pt x="33843" y="5058"/>
                  <a:pt x="34032" y="5423"/>
                  <a:pt x="34207" y="5787"/>
                </a:cubicBezTo>
                <a:cubicBezTo>
                  <a:pt x="34193" y="5816"/>
                  <a:pt x="34178" y="5845"/>
                  <a:pt x="34163" y="5874"/>
                </a:cubicBezTo>
                <a:cubicBezTo>
                  <a:pt x="34047" y="5831"/>
                  <a:pt x="33945" y="5787"/>
                  <a:pt x="33857" y="5758"/>
                </a:cubicBezTo>
                <a:cubicBezTo>
                  <a:pt x="33785" y="5350"/>
                  <a:pt x="33697" y="5000"/>
                  <a:pt x="33624" y="4709"/>
                </a:cubicBezTo>
                <a:close/>
                <a:moveTo>
                  <a:pt x="55632" y="4854"/>
                </a:moveTo>
                <a:cubicBezTo>
                  <a:pt x="55778" y="5015"/>
                  <a:pt x="55894" y="5146"/>
                  <a:pt x="55982" y="5291"/>
                </a:cubicBezTo>
                <a:cubicBezTo>
                  <a:pt x="55880" y="5481"/>
                  <a:pt x="55792" y="5670"/>
                  <a:pt x="55705" y="5889"/>
                </a:cubicBezTo>
                <a:cubicBezTo>
                  <a:pt x="55661" y="5583"/>
                  <a:pt x="55617" y="5262"/>
                  <a:pt x="55588" y="4913"/>
                </a:cubicBezTo>
                <a:cubicBezTo>
                  <a:pt x="55603" y="4898"/>
                  <a:pt x="55617" y="4869"/>
                  <a:pt x="55632" y="4854"/>
                </a:cubicBezTo>
                <a:close/>
                <a:moveTo>
                  <a:pt x="70935" y="5670"/>
                </a:moveTo>
                <a:lnTo>
                  <a:pt x="70935" y="5685"/>
                </a:lnTo>
                <a:cubicBezTo>
                  <a:pt x="70935" y="5700"/>
                  <a:pt x="70935" y="5729"/>
                  <a:pt x="70950" y="5743"/>
                </a:cubicBezTo>
                <a:cubicBezTo>
                  <a:pt x="70906" y="5802"/>
                  <a:pt x="70862" y="5860"/>
                  <a:pt x="70819" y="5904"/>
                </a:cubicBezTo>
                <a:cubicBezTo>
                  <a:pt x="70804" y="5904"/>
                  <a:pt x="70804" y="5904"/>
                  <a:pt x="70804" y="5889"/>
                </a:cubicBezTo>
                <a:cubicBezTo>
                  <a:pt x="70848" y="5816"/>
                  <a:pt x="70877" y="5743"/>
                  <a:pt x="70935" y="5670"/>
                </a:cubicBezTo>
                <a:close/>
                <a:moveTo>
                  <a:pt x="84023" y="5525"/>
                </a:moveTo>
                <a:cubicBezTo>
                  <a:pt x="84052" y="5641"/>
                  <a:pt x="84096" y="5758"/>
                  <a:pt x="84125" y="5904"/>
                </a:cubicBezTo>
                <a:cubicBezTo>
                  <a:pt x="84052" y="5845"/>
                  <a:pt x="83979" y="5787"/>
                  <a:pt x="83921" y="5743"/>
                </a:cubicBezTo>
                <a:cubicBezTo>
                  <a:pt x="83907" y="5714"/>
                  <a:pt x="83907" y="5700"/>
                  <a:pt x="83907" y="5670"/>
                </a:cubicBezTo>
                <a:cubicBezTo>
                  <a:pt x="83936" y="5627"/>
                  <a:pt x="83979" y="5568"/>
                  <a:pt x="84023" y="5525"/>
                </a:cubicBezTo>
                <a:close/>
                <a:moveTo>
                  <a:pt x="105652" y="5743"/>
                </a:moveTo>
                <a:cubicBezTo>
                  <a:pt x="105667" y="5802"/>
                  <a:pt x="105681" y="5860"/>
                  <a:pt x="105681" y="5918"/>
                </a:cubicBezTo>
                <a:cubicBezTo>
                  <a:pt x="105652" y="5874"/>
                  <a:pt x="105623" y="5816"/>
                  <a:pt x="105594" y="5772"/>
                </a:cubicBezTo>
                <a:lnTo>
                  <a:pt x="105652" y="5743"/>
                </a:lnTo>
                <a:close/>
                <a:moveTo>
                  <a:pt x="61505" y="5248"/>
                </a:moveTo>
                <a:cubicBezTo>
                  <a:pt x="61564" y="5364"/>
                  <a:pt x="61622" y="5481"/>
                  <a:pt x="61666" y="5612"/>
                </a:cubicBezTo>
                <a:cubicBezTo>
                  <a:pt x="61578" y="5714"/>
                  <a:pt x="61491" y="5831"/>
                  <a:pt x="61374" y="5947"/>
                </a:cubicBezTo>
                <a:cubicBezTo>
                  <a:pt x="61374" y="5831"/>
                  <a:pt x="61389" y="5700"/>
                  <a:pt x="61403" y="5568"/>
                </a:cubicBezTo>
                <a:cubicBezTo>
                  <a:pt x="61433" y="5466"/>
                  <a:pt x="61462" y="5364"/>
                  <a:pt x="61505" y="5248"/>
                </a:cubicBezTo>
                <a:close/>
                <a:moveTo>
                  <a:pt x="89518" y="5758"/>
                </a:moveTo>
                <a:cubicBezTo>
                  <a:pt x="89532" y="5772"/>
                  <a:pt x="89547" y="5802"/>
                  <a:pt x="89562" y="5816"/>
                </a:cubicBezTo>
                <a:cubicBezTo>
                  <a:pt x="89503" y="5860"/>
                  <a:pt x="89430" y="5904"/>
                  <a:pt x="89372" y="5947"/>
                </a:cubicBezTo>
                <a:cubicBezTo>
                  <a:pt x="89416" y="5874"/>
                  <a:pt x="89460" y="5816"/>
                  <a:pt x="89518" y="5758"/>
                </a:cubicBezTo>
                <a:close/>
                <a:moveTo>
                  <a:pt x="94400" y="4198"/>
                </a:moveTo>
                <a:cubicBezTo>
                  <a:pt x="94459" y="4300"/>
                  <a:pt x="94532" y="4402"/>
                  <a:pt x="94590" y="4490"/>
                </a:cubicBezTo>
                <a:cubicBezTo>
                  <a:pt x="94575" y="4665"/>
                  <a:pt x="94575" y="4825"/>
                  <a:pt x="94575" y="5015"/>
                </a:cubicBezTo>
                <a:cubicBezTo>
                  <a:pt x="94357" y="5277"/>
                  <a:pt x="94138" y="5583"/>
                  <a:pt x="93963" y="5947"/>
                </a:cubicBezTo>
                <a:cubicBezTo>
                  <a:pt x="93905" y="5656"/>
                  <a:pt x="93817" y="5379"/>
                  <a:pt x="93715" y="5117"/>
                </a:cubicBezTo>
                <a:lnTo>
                  <a:pt x="93715" y="5029"/>
                </a:lnTo>
                <a:cubicBezTo>
                  <a:pt x="93934" y="4752"/>
                  <a:pt x="94153" y="4461"/>
                  <a:pt x="94400" y="4198"/>
                </a:cubicBezTo>
                <a:close/>
                <a:moveTo>
                  <a:pt x="36918" y="5496"/>
                </a:moveTo>
                <a:cubicBezTo>
                  <a:pt x="36933" y="5641"/>
                  <a:pt x="36947" y="5802"/>
                  <a:pt x="36947" y="5962"/>
                </a:cubicBezTo>
                <a:cubicBezTo>
                  <a:pt x="36947" y="5962"/>
                  <a:pt x="36947" y="5962"/>
                  <a:pt x="36933" y="5976"/>
                </a:cubicBezTo>
                <a:cubicBezTo>
                  <a:pt x="36918" y="5947"/>
                  <a:pt x="36889" y="5933"/>
                  <a:pt x="36874" y="5918"/>
                </a:cubicBezTo>
                <a:cubicBezTo>
                  <a:pt x="36889" y="5772"/>
                  <a:pt x="36903" y="5641"/>
                  <a:pt x="36918" y="5496"/>
                </a:cubicBezTo>
                <a:close/>
                <a:moveTo>
                  <a:pt x="112079" y="3295"/>
                </a:moveTo>
                <a:cubicBezTo>
                  <a:pt x="112313" y="3557"/>
                  <a:pt x="112502" y="3776"/>
                  <a:pt x="112648" y="3994"/>
                </a:cubicBezTo>
                <a:cubicBezTo>
                  <a:pt x="112313" y="4592"/>
                  <a:pt x="112021" y="5291"/>
                  <a:pt x="111875" y="5976"/>
                </a:cubicBezTo>
                <a:cubicBezTo>
                  <a:pt x="111759" y="5510"/>
                  <a:pt x="111628" y="5131"/>
                  <a:pt x="111540" y="4883"/>
                </a:cubicBezTo>
                <a:cubicBezTo>
                  <a:pt x="111467" y="4694"/>
                  <a:pt x="111424" y="4578"/>
                  <a:pt x="111424" y="4577"/>
                </a:cubicBezTo>
                <a:lnTo>
                  <a:pt x="111424" y="4577"/>
                </a:lnTo>
                <a:cubicBezTo>
                  <a:pt x="111453" y="4694"/>
                  <a:pt x="111467" y="4811"/>
                  <a:pt x="111482" y="4942"/>
                </a:cubicBezTo>
                <a:cubicBezTo>
                  <a:pt x="111424" y="5000"/>
                  <a:pt x="111351" y="5087"/>
                  <a:pt x="111249" y="5204"/>
                </a:cubicBezTo>
                <a:cubicBezTo>
                  <a:pt x="111234" y="5029"/>
                  <a:pt x="111205" y="4854"/>
                  <a:pt x="111190" y="4679"/>
                </a:cubicBezTo>
                <a:cubicBezTo>
                  <a:pt x="111365" y="4257"/>
                  <a:pt x="111642" y="3863"/>
                  <a:pt x="112079" y="3295"/>
                </a:cubicBezTo>
                <a:close/>
                <a:moveTo>
                  <a:pt x="85160" y="5743"/>
                </a:moveTo>
                <a:cubicBezTo>
                  <a:pt x="85160" y="5816"/>
                  <a:pt x="85175" y="5889"/>
                  <a:pt x="85189" y="5962"/>
                </a:cubicBezTo>
                <a:cubicBezTo>
                  <a:pt x="85160" y="5962"/>
                  <a:pt x="85145" y="5976"/>
                  <a:pt x="85131" y="5991"/>
                </a:cubicBezTo>
                <a:cubicBezTo>
                  <a:pt x="85131" y="5918"/>
                  <a:pt x="85145" y="5831"/>
                  <a:pt x="85160" y="5743"/>
                </a:cubicBezTo>
                <a:close/>
                <a:moveTo>
                  <a:pt x="89066" y="3921"/>
                </a:moveTo>
                <a:cubicBezTo>
                  <a:pt x="89372" y="4300"/>
                  <a:pt x="89576" y="4621"/>
                  <a:pt x="89722" y="4942"/>
                </a:cubicBezTo>
                <a:cubicBezTo>
                  <a:pt x="89722" y="5073"/>
                  <a:pt x="89707" y="5189"/>
                  <a:pt x="89693" y="5306"/>
                </a:cubicBezTo>
                <a:cubicBezTo>
                  <a:pt x="89620" y="5350"/>
                  <a:pt x="89562" y="5408"/>
                  <a:pt x="89489" y="5452"/>
                </a:cubicBezTo>
                <a:cubicBezTo>
                  <a:pt x="89212" y="5219"/>
                  <a:pt x="89008" y="5088"/>
                  <a:pt x="89008" y="5087"/>
                </a:cubicBezTo>
                <a:lnTo>
                  <a:pt x="89008" y="5087"/>
                </a:lnTo>
                <a:cubicBezTo>
                  <a:pt x="89139" y="5262"/>
                  <a:pt x="89256" y="5408"/>
                  <a:pt x="89372" y="5568"/>
                </a:cubicBezTo>
                <a:cubicBezTo>
                  <a:pt x="89226" y="5700"/>
                  <a:pt x="89081" y="5845"/>
                  <a:pt x="88949" y="6006"/>
                </a:cubicBezTo>
                <a:cubicBezTo>
                  <a:pt x="88906" y="5874"/>
                  <a:pt x="88862" y="5729"/>
                  <a:pt x="88818" y="5598"/>
                </a:cubicBezTo>
                <a:cubicBezTo>
                  <a:pt x="88847" y="5510"/>
                  <a:pt x="88877" y="5408"/>
                  <a:pt x="88906" y="5306"/>
                </a:cubicBezTo>
                <a:lnTo>
                  <a:pt x="88906" y="5306"/>
                </a:lnTo>
                <a:cubicBezTo>
                  <a:pt x="88906" y="5306"/>
                  <a:pt x="88862" y="5379"/>
                  <a:pt x="88789" y="5510"/>
                </a:cubicBezTo>
                <a:cubicBezTo>
                  <a:pt x="88673" y="5204"/>
                  <a:pt x="88527" y="4898"/>
                  <a:pt x="88381" y="4606"/>
                </a:cubicBezTo>
                <a:cubicBezTo>
                  <a:pt x="88556" y="4402"/>
                  <a:pt x="88789" y="4184"/>
                  <a:pt x="89066" y="3921"/>
                </a:cubicBezTo>
                <a:close/>
                <a:moveTo>
                  <a:pt x="71883" y="4723"/>
                </a:moveTo>
                <a:cubicBezTo>
                  <a:pt x="71999" y="4825"/>
                  <a:pt x="72101" y="4927"/>
                  <a:pt x="72189" y="5029"/>
                </a:cubicBezTo>
                <a:cubicBezTo>
                  <a:pt x="71999" y="5321"/>
                  <a:pt x="71824" y="5656"/>
                  <a:pt x="71722" y="6020"/>
                </a:cubicBezTo>
                <a:cubicBezTo>
                  <a:pt x="71649" y="5889"/>
                  <a:pt x="71606" y="5758"/>
                  <a:pt x="71562" y="5627"/>
                </a:cubicBezTo>
                <a:cubicBezTo>
                  <a:pt x="71708" y="5306"/>
                  <a:pt x="71810" y="5000"/>
                  <a:pt x="71883" y="4723"/>
                </a:cubicBezTo>
                <a:close/>
                <a:moveTo>
                  <a:pt x="59392" y="2887"/>
                </a:moveTo>
                <a:cubicBezTo>
                  <a:pt x="59465" y="2974"/>
                  <a:pt x="59538" y="3047"/>
                  <a:pt x="59596" y="3120"/>
                </a:cubicBezTo>
                <a:lnTo>
                  <a:pt x="59596" y="3134"/>
                </a:lnTo>
                <a:cubicBezTo>
                  <a:pt x="59465" y="3062"/>
                  <a:pt x="59392" y="3032"/>
                  <a:pt x="59392" y="3032"/>
                </a:cubicBezTo>
                <a:lnTo>
                  <a:pt x="59392" y="3032"/>
                </a:lnTo>
                <a:cubicBezTo>
                  <a:pt x="59538" y="3149"/>
                  <a:pt x="59669" y="3266"/>
                  <a:pt x="59786" y="3368"/>
                </a:cubicBezTo>
                <a:cubicBezTo>
                  <a:pt x="59844" y="3441"/>
                  <a:pt x="59902" y="3513"/>
                  <a:pt x="59946" y="3586"/>
                </a:cubicBezTo>
                <a:cubicBezTo>
                  <a:pt x="59829" y="3790"/>
                  <a:pt x="59727" y="4009"/>
                  <a:pt x="59625" y="4242"/>
                </a:cubicBezTo>
                <a:cubicBezTo>
                  <a:pt x="59567" y="4315"/>
                  <a:pt x="59494" y="4402"/>
                  <a:pt x="59436" y="4490"/>
                </a:cubicBezTo>
                <a:cubicBezTo>
                  <a:pt x="59378" y="4082"/>
                  <a:pt x="59334" y="3674"/>
                  <a:pt x="59348" y="3266"/>
                </a:cubicBezTo>
                <a:lnTo>
                  <a:pt x="59348" y="3266"/>
                </a:lnTo>
                <a:cubicBezTo>
                  <a:pt x="59348" y="3266"/>
                  <a:pt x="59115" y="4067"/>
                  <a:pt x="59071" y="5117"/>
                </a:cubicBezTo>
                <a:cubicBezTo>
                  <a:pt x="58940" y="5394"/>
                  <a:pt x="58838" y="5700"/>
                  <a:pt x="58780" y="6035"/>
                </a:cubicBezTo>
                <a:cubicBezTo>
                  <a:pt x="58693" y="5700"/>
                  <a:pt x="58634" y="5321"/>
                  <a:pt x="58576" y="4927"/>
                </a:cubicBezTo>
                <a:cubicBezTo>
                  <a:pt x="58707" y="4738"/>
                  <a:pt x="58853" y="4519"/>
                  <a:pt x="59028" y="4271"/>
                </a:cubicBezTo>
                <a:lnTo>
                  <a:pt x="59028" y="4271"/>
                </a:lnTo>
                <a:cubicBezTo>
                  <a:pt x="59028" y="4271"/>
                  <a:pt x="58824" y="4417"/>
                  <a:pt x="58532" y="4679"/>
                </a:cubicBezTo>
                <a:cubicBezTo>
                  <a:pt x="58518" y="4548"/>
                  <a:pt x="58503" y="4402"/>
                  <a:pt x="58503" y="4257"/>
                </a:cubicBezTo>
                <a:cubicBezTo>
                  <a:pt x="58678" y="3849"/>
                  <a:pt x="58940" y="3441"/>
                  <a:pt x="59392" y="2887"/>
                </a:cubicBezTo>
                <a:close/>
                <a:moveTo>
                  <a:pt x="85320" y="4665"/>
                </a:moveTo>
                <a:cubicBezTo>
                  <a:pt x="85335" y="4956"/>
                  <a:pt x="85393" y="5321"/>
                  <a:pt x="85539" y="5714"/>
                </a:cubicBezTo>
                <a:cubicBezTo>
                  <a:pt x="85495" y="5845"/>
                  <a:pt x="85466" y="5976"/>
                  <a:pt x="85437" y="6093"/>
                </a:cubicBezTo>
                <a:cubicBezTo>
                  <a:pt x="85350" y="5845"/>
                  <a:pt x="85262" y="5641"/>
                  <a:pt x="85189" y="5481"/>
                </a:cubicBezTo>
                <a:cubicBezTo>
                  <a:pt x="85218" y="5233"/>
                  <a:pt x="85262" y="4956"/>
                  <a:pt x="85320" y="4665"/>
                </a:cubicBezTo>
                <a:close/>
                <a:moveTo>
                  <a:pt x="91544" y="5802"/>
                </a:moveTo>
                <a:cubicBezTo>
                  <a:pt x="91573" y="5845"/>
                  <a:pt x="91602" y="5904"/>
                  <a:pt x="91617" y="5947"/>
                </a:cubicBezTo>
                <a:cubicBezTo>
                  <a:pt x="91573" y="5991"/>
                  <a:pt x="91515" y="6049"/>
                  <a:pt x="91442" y="6108"/>
                </a:cubicBezTo>
                <a:cubicBezTo>
                  <a:pt x="91485" y="6006"/>
                  <a:pt x="91515" y="5904"/>
                  <a:pt x="91544" y="5802"/>
                </a:cubicBezTo>
                <a:close/>
                <a:moveTo>
                  <a:pt x="33901" y="5860"/>
                </a:moveTo>
                <a:cubicBezTo>
                  <a:pt x="33974" y="5904"/>
                  <a:pt x="34032" y="5947"/>
                  <a:pt x="34105" y="5991"/>
                </a:cubicBezTo>
                <a:cubicBezTo>
                  <a:pt x="34091" y="6035"/>
                  <a:pt x="34061" y="6093"/>
                  <a:pt x="34047" y="6137"/>
                </a:cubicBezTo>
                <a:cubicBezTo>
                  <a:pt x="33989" y="6049"/>
                  <a:pt x="33945" y="5947"/>
                  <a:pt x="33901" y="5860"/>
                </a:cubicBezTo>
                <a:close/>
                <a:moveTo>
                  <a:pt x="81779" y="5204"/>
                </a:moveTo>
                <a:cubicBezTo>
                  <a:pt x="81808" y="5262"/>
                  <a:pt x="81837" y="5321"/>
                  <a:pt x="81866" y="5364"/>
                </a:cubicBezTo>
                <a:cubicBezTo>
                  <a:pt x="81866" y="5525"/>
                  <a:pt x="81866" y="5670"/>
                  <a:pt x="81866" y="5831"/>
                </a:cubicBezTo>
                <a:cubicBezTo>
                  <a:pt x="81808" y="5933"/>
                  <a:pt x="81750" y="6035"/>
                  <a:pt x="81691" y="6137"/>
                </a:cubicBezTo>
                <a:cubicBezTo>
                  <a:pt x="81648" y="6064"/>
                  <a:pt x="81604" y="6006"/>
                  <a:pt x="81560" y="5933"/>
                </a:cubicBezTo>
                <a:cubicBezTo>
                  <a:pt x="81618" y="5670"/>
                  <a:pt x="81677" y="5437"/>
                  <a:pt x="81779" y="5204"/>
                </a:cubicBezTo>
                <a:close/>
                <a:moveTo>
                  <a:pt x="106220" y="5845"/>
                </a:moveTo>
                <a:cubicBezTo>
                  <a:pt x="106177" y="5962"/>
                  <a:pt x="106147" y="6064"/>
                  <a:pt x="106104" y="6166"/>
                </a:cubicBezTo>
                <a:cubicBezTo>
                  <a:pt x="106075" y="6122"/>
                  <a:pt x="106045" y="6079"/>
                  <a:pt x="106016" y="6035"/>
                </a:cubicBezTo>
                <a:cubicBezTo>
                  <a:pt x="106089" y="5976"/>
                  <a:pt x="106147" y="5918"/>
                  <a:pt x="106220" y="5845"/>
                </a:cubicBezTo>
                <a:close/>
                <a:moveTo>
                  <a:pt x="32502" y="4592"/>
                </a:moveTo>
                <a:cubicBezTo>
                  <a:pt x="32604" y="4723"/>
                  <a:pt x="32706" y="4840"/>
                  <a:pt x="32793" y="4956"/>
                </a:cubicBezTo>
                <a:cubicBezTo>
                  <a:pt x="32589" y="5291"/>
                  <a:pt x="32400" y="5714"/>
                  <a:pt x="32312" y="6181"/>
                </a:cubicBezTo>
                <a:cubicBezTo>
                  <a:pt x="32196" y="5874"/>
                  <a:pt x="32050" y="5583"/>
                  <a:pt x="31904" y="5306"/>
                </a:cubicBezTo>
                <a:cubicBezTo>
                  <a:pt x="32050" y="5087"/>
                  <a:pt x="32254" y="4854"/>
                  <a:pt x="32502" y="4592"/>
                </a:cubicBezTo>
                <a:close/>
                <a:moveTo>
                  <a:pt x="74812" y="5641"/>
                </a:moveTo>
                <a:cubicBezTo>
                  <a:pt x="74841" y="5802"/>
                  <a:pt x="74856" y="5976"/>
                  <a:pt x="74885" y="6181"/>
                </a:cubicBezTo>
                <a:cubicBezTo>
                  <a:pt x="74870" y="6195"/>
                  <a:pt x="74870" y="6224"/>
                  <a:pt x="74856" y="6239"/>
                </a:cubicBezTo>
                <a:cubicBezTo>
                  <a:pt x="74841" y="6195"/>
                  <a:pt x="74812" y="6151"/>
                  <a:pt x="74797" y="6093"/>
                </a:cubicBezTo>
                <a:cubicBezTo>
                  <a:pt x="74797" y="5947"/>
                  <a:pt x="74797" y="5802"/>
                  <a:pt x="74812" y="5641"/>
                </a:cubicBezTo>
                <a:close/>
                <a:moveTo>
                  <a:pt x="73879" y="3659"/>
                </a:moveTo>
                <a:cubicBezTo>
                  <a:pt x="74098" y="3936"/>
                  <a:pt x="74258" y="4169"/>
                  <a:pt x="74389" y="4402"/>
                </a:cubicBezTo>
                <a:cubicBezTo>
                  <a:pt x="74010" y="4956"/>
                  <a:pt x="73646" y="5583"/>
                  <a:pt x="73427" y="6253"/>
                </a:cubicBezTo>
                <a:cubicBezTo>
                  <a:pt x="73282" y="5933"/>
                  <a:pt x="73063" y="5656"/>
                  <a:pt x="72844" y="5423"/>
                </a:cubicBezTo>
                <a:cubicBezTo>
                  <a:pt x="72830" y="5262"/>
                  <a:pt x="72830" y="5087"/>
                  <a:pt x="72830" y="4927"/>
                </a:cubicBezTo>
                <a:cubicBezTo>
                  <a:pt x="73063" y="4534"/>
                  <a:pt x="73369" y="4169"/>
                  <a:pt x="73879" y="3659"/>
                </a:cubicBezTo>
                <a:close/>
                <a:moveTo>
                  <a:pt x="109354" y="3790"/>
                </a:moveTo>
                <a:lnTo>
                  <a:pt x="109354" y="3790"/>
                </a:lnTo>
                <a:cubicBezTo>
                  <a:pt x="109252" y="4184"/>
                  <a:pt x="109237" y="4621"/>
                  <a:pt x="109310" y="5087"/>
                </a:cubicBezTo>
                <a:cubicBezTo>
                  <a:pt x="109281" y="5131"/>
                  <a:pt x="109237" y="5160"/>
                  <a:pt x="109208" y="5204"/>
                </a:cubicBezTo>
                <a:cubicBezTo>
                  <a:pt x="109204" y="5213"/>
                  <a:pt x="109199" y="5223"/>
                  <a:pt x="109194" y="5233"/>
                </a:cubicBezTo>
                <a:cubicBezTo>
                  <a:pt x="108975" y="5510"/>
                  <a:pt x="108785" y="5831"/>
                  <a:pt x="108625" y="6181"/>
                </a:cubicBezTo>
                <a:cubicBezTo>
                  <a:pt x="108581" y="6210"/>
                  <a:pt x="108523" y="6239"/>
                  <a:pt x="108465" y="6283"/>
                </a:cubicBezTo>
                <a:cubicBezTo>
                  <a:pt x="108494" y="6166"/>
                  <a:pt x="108538" y="6049"/>
                  <a:pt x="108567" y="5933"/>
                </a:cubicBezTo>
                <a:lnTo>
                  <a:pt x="108567" y="5933"/>
                </a:lnTo>
                <a:cubicBezTo>
                  <a:pt x="108567" y="5933"/>
                  <a:pt x="108509" y="6049"/>
                  <a:pt x="108392" y="6253"/>
                </a:cubicBezTo>
                <a:cubicBezTo>
                  <a:pt x="108348" y="5976"/>
                  <a:pt x="108319" y="5685"/>
                  <a:pt x="108290" y="5394"/>
                </a:cubicBezTo>
                <a:cubicBezTo>
                  <a:pt x="108334" y="5262"/>
                  <a:pt x="108392" y="5146"/>
                  <a:pt x="108450" y="5015"/>
                </a:cubicBezTo>
                <a:cubicBezTo>
                  <a:pt x="108654" y="4636"/>
                  <a:pt x="108917" y="4271"/>
                  <a:pt x="109354" y="3790"/>
                </a:cubicBezTo>
                <a:close/>
                <a:moveTo>
                  <a:pt x="36962" y="6210"/>
                </a:moveTo>
                <a:lnTo>
                  <a:pt x="36962" y="6283"/>
                </a:lnTo>
                <a:lnTo>
                  <a:pt x="36874" y="6355"/>
                </a:lnTo>
                <a:lnTo>
                  <a:pt x="36860" y="6312"/>
                </a:lnTo>
                <a:cubicBezTo>
                  <a:pt x="36889" y="6283"/>
                  <a:pt x="36918" y="6253"/>
                  <a:pt x="36962" y="6210"/>
                </a:cubicBezTo>
                <a:close/>
                <a:moveTo>
                  <a:pt x="83965" y="5947"/>
                </a:moveTo>
                <a:lnTo>
                  <a:pt x="83965" y="5947"/>
                </a:lnTo>
                <a:cubicBezTo>
                  <a:pt x="84052" y="6035"/>
                  <a:pt x="84125" y="6108"/>
                  <a:pt x="84184" y="6181"/>
                </a:cubicBezTo>
                <a:cubicBezTo>
                  <a:pt x="84154" y="6239"/>
                  <a:pt x="84111" y="6297"/>
                  <a:pt x="84067" y="6370"/>
                </a:cubicBezTo>
                <a:cubicBezTo>
                  <a:pt x="84038" y="6239"/>
                  <a:pt x="84009" y="6093"/>
                  <a:pt x="83965" y="5947"/>
                </a:cubicBezTo>
                <a:close/>
                <a:moveTo>
                  <a:pt x="105156" y="6020"/>
                </a:moveTo>
                <a:lnTo>
                  <a:pt x="105156" y="6020"/>
                </a:lnTo>
                <a:cubicBezTo>
                  <a:pt x="105127" y="6137"/>
                  <a:pt x="105098" y="6253"/>
                  <a:pt x="105054" y="6370"/>
                </a:cubicBezTo>
                <a:cubicBezTo>
                  <a:pt x="105025" y="6297"/>
                  <a:pt x="104982" y="6224"/>
                  <a:pt x="104952" y="6151"/>
                </a:cubicBezTo>
                <a:cubicBezTo>
                  <a:pt x="105011" y="6108"/>
                  <a:pt x="105084" y="6064"/>
                  <a:pt x="105156" y="6020"/>
                </a:cubicBezTo>
                <a:close/>
                <a:moveTo>
                  <a:pt x="35533" y="5481"/>
                </a:moveTo>
                <a:cubicBezTo>
                  <a:pt x="35577" y="5568"/>
                  <a:pt x="35621" y="5656"/>
                  <a:pt x="35650" y="5743"/>
                </a:cubicBezTo>
                <a:cubicBezTo>
                  <a:pt x="35635" y="5787"/>
                  <a:pt x="35533" y="6035"/>
                  <a:pt x="35475" y="6399"/>
                </a:cubicBezTo>
                <a:cubicBezTo>
                  <a:pt x="35475" y="6108"/>
                  <a:pt x="35490" y="5787"/>
                  <a:pt x="35533" y="5481"/>
                </a:cubicBezTo>
                <a:close/>
                <a:moveTo>
                  <a:pt x="88090" y="6122"/>
                </a:moveTo>
                <a:cubicBezTo>
                  <a:pt x="88090" y="6195"/>
                  <a:pt x="88104" y="6268"/>
                  <a:pt x="88119" y="6341"/>
                </a:cubicBezTo>
                <a:cubicBezTo>
                  <a:pt x="88075" y="6355"/>
                  <a:pt x="88017" y="6385"/>
                  <a:pt x="87973" y="6414"/>
                </a:cubicBezTo>
                <a:cubicBezTo>
                  <a:pt x="88002" y="6312"/>
                  <a:pt x="88046" y="6210"/>
                  <a:pt x="88090" y="6122"/>
                </a:cubicBezTo>
                <a:close/>
                <a:moveTo>
                  <a:pt x="105477" y="6020"/>
                </a:moveTo>
                <a:cubicBezTo>
                  <a:pt x="105506" y="6108"/>
                  <a:pt x="105535" y="6195"/>
                  <a:pt x="105550" y="6283"/>
                </a:cubicBezTo>
                <a:cubicBezTo>
                  <a:pt x="105506" y="6341"/>
                  <a:pt x="105448" y="6385"/>
                  <a:pt x="105390" y="6443"/>
                </a:cubicBezTo>
                <a:cubicBezTo>
                  <a:pt x="105390" y="6428"/>
                  <a:pt x="105375" y="6428"/>
                  <a:pt x="105375" y="6414"/>
                </a:cubicBezTo>
                <a:cubicBezTo>
                  <a:pt x="105404" y="6283"/>
                  <a:pt x="105433" y="6151"/>
                  <a:pt x="105477" y="6020"/>
                </a:cubicBezTo>
                <a:close/>
                <a:moveTo>
                  <a:pt x="105433" y="5874"/>
                </a:moveTo>
                <a:cubicBezTo>
                  <a:pt x="105433" y="5889"/>
                  <a:pt x="105448" y="5918"/>
                  <a:pt x="105448" y="5933"/>
                </a:cubicBezTo>
                <a:cubicBezTo>
                  <a:pt x="105404" y="6035"/>
                  <a:pt x="105346" y="6151"/>
                  <a:pt x="105273" y="6297"/>
                </a:cubicBezTo>
                <a:cubicBezTo>
                  <a:pt x="105244" y="6355"/>
                  <a:pt x="105229" y="6399"/>
                  <a:pt x="105200" y="6457"/>
                </a:cubicBezTo>
                <a:cubicBezTo>
                  <a:pt x="105200" y="6399"/>
                  <a:pt x="105215" y="6341"/>
                  <a:pt x="105215" y="6283"/>
                </a:cubicBezTo>
                <a:cubicBezTo>
                  <a:pt x="105215" y="6166"/>
                  <a:pt x="105215" y="6064"/>
                  <a:pt x="105215" y="5991"/>
                </a:cubicBezTo>
                <a:cubicBezTo>
                  <a:pt x="105288" y="5947"/>
                  <a:pt x="105360" y="5904"/>
                  <a:pt x="105433" y="5874"/>
                </a:cubicBezTo>
                <a:close/>
                <a:moveTo>
                  <a:pt x="105973" y="6283"/>
                </a:moveTo>
                <a:cubicBezTo>
                  <a:pt x="105987" y="6312"/>
                  <a:pt x="105987" y="6341"/>
                  <a:pt x="106002" y="6370"/>
                </a:cubicBezTo>
                <a:cubicBezTo>
                  <a:pt x="105987" y="6399"/>
                  <a:pt x="105973" y="6428"/>
                  <a:pt x="105958" y="6457"/>
                </a:cubicBezTo>
                <a:cubicBezTo>
                  <a:pt x="105973" y="6399"/>
                  <a:pt x="105973" y="6341"/>
                  <a:pt x="105973" y="6283"/>
                </a:cubicBezTo>
                <a:close/>
                <a:moveTo>
                  <a:pt x="77989" y="5189"/>
                </a:moveTo>
                <a:cubicBezTo>
                  <a:pt x="78252" y="5452"/>
                  <a:pt x="78456" y="5656"/>
                  <a:pt x="78616" y="5831"/>
                </a:cubicBezTo>
                <a:cubicBezTo>
                  <a:pt x="78631" y="6049"/>
                  <a:pt x="78572" y="6268"/>
                  <a:pt x="78485" y="6472"/>
                </a:cubicBezTo>
                <a:cubicBezTo>
                  <a:pt x="78383" y="6181"/>
                  <a:pt x="78237" y="5918"/>
                  <a:pt x="78062" y="5685"/>
                </a:cubicBezTo>
                <a:cubicBezTo>
                  <a:pt x="78018" y="5539"/>
                  <a:pt x="77975" y="5408"/>
                  <a:pt x="77916" y="5291"/>
                </a:cubicBezTo>
                <a:cubicBezTo>
                  <a:pt x="77946" y="5262"/>
                  <a:pt x="77960" y="5233"/>
                  <a:pt x="77989" y="5189"/>
                </a:cubicBezTo>
                <a:close/>
                <a:moveTo>
                  <a:pt x="45663" y="5787"/>
                </a:moveTo>
                <a:cubicBezTo>
                  <a:pt x="45736" y="5933"/>
                  <a:pt x="45809" y="6108"/>
                  <a:pt x="45881" y="6297"/>
                </a:cubicBezTo>
                <a:cubicBezTo>
                  <a:pt x="45867" y="6355"/>
                  <a:pt x="45852" y="6414"/>
                  <a:pt x="45838" y="6487"/>
                </a:cubicBezTo>
                <a:cubicBezTo>
                  <a:pt x="45779" y="6253"/>
                  <a:pt x="45721" y="6020"/>
                  <a:pt x="45663" y="5787"/>
                </a:cubicBezTo>
                <a:close/>
                <a:moveTo>
                  <a:pt x="79636" y="5816"/>
                </a:moveTo>
                <a:cubicBezTo>
                  <a:pt x="79651" y="6049"/>
                  <a:pt x="79651" y="6283"/>
                  <a:pt x="79651" y="6516"/>
                </a:cubicBezTo>
                <a:cubicBezTo>
                  <a:pt x="79607" y="6399"/>
                  <a:pt x="79549" y="6283"/>
                  <a:pt x="79505" y="6166"/>
                </a:cubicBezTo>
                <a:cubicBezTo>
                  <a:pt x="79534" y="6049"/>
                  <a:pt x="79578" y="5933"/>
                  <a:pt x="79636" y="5816"/>
                </a:cubicBezTo>
                <a:close/>
                <a:moveTo>
                  <a:pt x="85189" y="6006"/>
                </a:moveTo>
                <a:cubicBezTo>
                  <a:pt x="85204" y="6181"/>
                  <a:pt x="85218" y="6355"/>
                  <a:pt x="85218" y="6530"/>
                </a:cubicBezTo>
                <a:cubicBezTo>
                  <a:pt x="85175" y="6472"/>
                  <a:pt x="85145" y="6414"/>
                  <a:pt x="85102" y="6355"/>
                </a:cubicBezTo>
                <a:cubicBezTo>
                  <a:pt x="85102" y="6268"/>
                  <a:pt x="85116" y="6166"/>
                  <a:pt x="85116" y="6049"/>
                </a:cubicBezTo>
                <a:cubicBezTo>
                  <a:pt x="85145" y="6035"/>
                  <a:pt x="85160" y="6020"/>
                  <a:pt x="85189" y="6006"/>
                </a:cubicBezTo>
                <a:close/>
                <a:moveTo>
                  <a:pt x="109631" y="6122"/>
                </a:moveTo>
                <a:cubicBezTo>
                  <a:pt x="109675" y="6224"/>
                  <a:pt x="109733" y="6341"/>
                  <a:pt x="109791" y="6443"/>
                </a:cubicBezTo>
                <a:cubicBezTo>
                  <a:pt x="109777" y="6472"/>
                  <a:pt x="109762" y="6516"/>
                  <a:pt x="109747" y="6545"/>
                </a:cubicBezTo>
                <a:cubicBezTo>
                  <a:pt x="109733" y="6516"/>
                  <a:pt x="109718" y="6487"/>
                  <a:pt x="109704" y="6457"/>
                </a:cubicBezTo>
                <a:cubicBezTo>
                  <a:pt x="109718" y="6443"/>
                  <a:pt x="109733" y="6428"/>
                  <a:pt x="109747" y="6414"/>
                </a:cubicBezTo>
                <a:lnTo>
                  <a:pt x="109747" y="6414"/>
                </a:lnTo>
                <a:cubicBezTo>
                  <a:pt x="109747" y="6414"/>
                  <a:pt x="109718" y="6414"/>
                  <a:pt x="109689" y="6443"/>
                </a:cubicBezTo>
                <a:cubicBezTo>
                  <a:pt x="109631" y="6355"/>
                  <a:pt x="109587" y="6283"/>
                  <a:pt x="109543" y="6224"/>
                </a:cubicBezTo>
                <a:cubicBezTo>
                  <a:pt x="109558" y="6195"/>
                  <a:pt x="109602" y="6166"/>
                  <a:pt x="109631" y="6122"/>
                </a:cubicBezTo>
                <a:close/>
                <a:moveTo>
                  <a:pt x="87915" y="5233"/>
                </a:moveTo>
                <a:cubicBezTo>
                  <a:pt x="87988" y="5539"/>
                  <a:pt x="88031" y="5831"/>
                  <a:pt x="88075" y="6093"/>
                </a:cubicBezTo>
                <a:cubicBezTo>
                  <a:pt x="88031" y="6166"/>
                  <a:pt x="87944" y="6297"/>
                  <a:pt x="87827" y="6501"/>
                </a:cubicBezTo>
                <a:cubicBezTo>
                  <a:pt x="87798" y="6516"/>
                  <a:pt x="87754" y="6530"/>
                  <a:pt x="87725" y="6559"/>
                </a:cubicBezTo>
                <a:cubicBezTo>
                  <a:pt x="87681" y="6399"/>
                  <a:pt x="87623" y="6239"/>
                  <a:pt x="87550" y="6079"/>
                </a:cubicBezTo>
                <a:cubicBezTo>
                  <a:pt x="87565" y="6006"/>
                  <a:pt x="87579" y="5947"/>
                  <a:pt x="87594" y="5874"/>
                </a:cubicBezTo>
                <a:cubicBezTo>
                  <a:pt x="87696" y="5641"/>
                  <a:pt x="87798" y="5423"/>
                  <a:pt x="87915" y="5233"/>
                </a:cubicBezTo>
                <a:close/>
                <a:moveTo>
                  <a:pt x="104813" y="6257"/>
                </a:moveTo>
                <a:lnTo>
                  <a:pt x="104813" y="6257"/>
                </a:lnTo>
                <a:cubicBezTo>
                  <a:pt x="104840" y="6336"/>
                  <a:pt x="104866" y="6405"/>
                  <a:pt x="104879" y="6487"/>
                </a:cubicBezTo>
                <a:cubicBezTo>
                  <a:pt x="104850" y="6501"/>
                  <a:pt x="104807" y="6530"/>
                  <a:pt x="104763" y="6574"/>
                </a:cubicBezTo>
                <a:cubicBezTo>
                  <a:pt x="104763" y="6516"/>
                  <a:pt x="104748" y="6472"/>
                  <a:pt x="104748" y="6414"/>
                </a:cubicBezTo>
                <a:cubicBezTo>
                  <a:pt x="104774" y="6361"/>
                  <a:pt x="104789" y="6309"/>
                  <a:pt x="104813" y="6257"/>
                </a:cubicBezTo>
                <a:close/>
                <a:moveTo>
                  <a:pt x="71023" y="6501"/>
                </a:moveTo>
                <a:cubicBezTo>
                  <a:pt x="71037" y="6530"/>
                  <a:pt x="71052" y="6559"/>
                  <a:pt x="71066" y="6589"/>
                </a:cubicBezTo>
                <a:lnTo>
                  <a:pt x="70950" y="6589"/>
                </a:lnTo>
                <a:cubicBezTo>
                  <a:pt x="70964" y="6559"/>
                  <a:pt x="70994" y="6530"/>
                  <a:pt x="71023" y="6501"/>
                </a:cubicBezTo>
                <a:close/>
                <a:moveTo>
                  <a:pt x="69172" y="3761"/>
                </a:moveTo>
                <a:lnTo>
                  <a:pt x="69172" y="3776"/>
                </a:lnTo>
                <a:lnTo>
                  <a:pt x="69172" y="3790"/>
                </a:lnTo>
                <a:cubicBezTo>
                  <a:pt x="68778" y="4534"/>
                  <a:pt x="68414" y="5423"/>
                  <a:pt x="68341" y="6283"/>
                </a:cubicBezTo>
                <a:cubicBezTo>
                  <a:pt x="68283" y="6399"/>
                  <a:pt x="68210" y="6501"/>
                  <a:pt x="68151" y="6603"/>
                </a:cubicBezTo>
                <a:lnTo>
                  <a:pt x="68093" y="6603"/>
                </a:lnTo>
                <a:cubicBezTo>
                  <a:pt x="68064" y="6501"/>
                  <a:pt x="68049" y="6399"/>
                  <a:pt x="68020" y="6297"/>
                </a:cubicBezTo>
                <a:cubicBezTo>
                  <a:pt x="68268" y="5568"/>
                  <a:pt x="68647" y="4636"/>
                  <a:pt x="69172" y="3761"/>
                </a:cubicBezTo>
                <a:close/>
                <a:moveTo>
                  <a:pt x="72874" y="5889"/>
                </a:moveTo>
                <a:cubicBezTo>
                  <a:pt x="72976" y="6093"/>
                  <a:pt x="73049" y="6312"/>
                  <a:pt x="73136" y="6603"/>
                </a:cubicBezTo>
                <a:lnTo>
                  <a:pt x="72932" y="6603"/>
                </a:lnTo>
                <a:cubicBezTo>
                  <a:pt x="72903" y="6370"/>
                  <a:pt x="72888" y="6137"/>
                  <a:pt x="72874" y="5889"/>
                </a:cubicBezTo>
                <a:close/>
                <a:moveTo>
                  <a:pt x="66111" y="5802"/>
                </a:moveTo>
                <a:cubicBezTo>
                  <a:pt x="66213" y="6049"/>
                  <a:pt x="66359" y="6312"/>
                  <a:pt x="66534" y="6574"/>
                </a:cubicBezTo>
                <a:cubicBezTo>
                  <a:pt x="66534" y="6589"/>
                  <a:pt x="66519" y="6603"/>
                  <a:pt x="66519" y="6618"/>
                </a:cubicBezTo>
                <a:lnTo>
                  <a:pt x="66169" y="6618"/>
                </a:lnTo>
                <a:cubicBezTo>
                  <a:pt x="66140" y="6399"/>
                  <a:pt x="66096" y="6137"/>
                  <a:pt x="66082" y="5874"/>
                </a:cubicBezTo>
                <a:cubicBezTo>
                  <a:pt x="66082" y="5860"/>
                  <a:pt x="66096" y="5831"/>
                  <a:pt x="66111" y="5802"/>
                </a:cubicBezTo>
                <a:close/>
                <a:moveTo>
                  <a:pt x="108581" y="6283"/>
                </a:moveTo>
                <a:lnTo>
                  <a:pt x="108581" y="6283"/>
                </a:lnTo>
                <a:cubicBezTo>
                  <a:pt x="108538" y="6385"/>
                  <a:pt x="108494" y="6501"/>
                  <a:pt x="108465" y="6618"/>
                </a:cubicBezTo>
                <a:cubicBezTo>
                  <a:pt x="108450" y="6559"/>
                  <a:pt x="108436" y="6501"/>
                  <a:pt x="108436" y="6443"/>
                </a:cubicBezTo>
                <a:cubicBezTo>
                  <a:pt x="108479" y="6399"/>
                  <a:pt x="108523" y="6341"/>
                  <a:pt x="108581" y="6283"/>
                </a:cubicBezTo>
                <a:close/>
                <a:moveTo>
                  <a:pt x="98700" y="5918"/>
                </a:moveTo>
                <a:cubicBezTo>
                  <a:pt x="98729" y="6064"/>
                  <a:pt x="98744" y="6210"/>
                  <a:pt x="98787" y="6355"/>
                </a:cubicBezTo>
                <a:cubicBezTo>
                  <a:pt x="98714" y="6443"/>
                  <a:pt x="98642" y="6545"/>
                  <a:pt x="98554" y="6632"/>
                </a:cubicBezTo>
                <a:cubicBezTo>
                  <a:pt x="98540" y="6530"/>
                  <a:pt x="98525" y="6428"/>
                  <a:pt x="98525" y="6297"/>
                </a:cubicBezTo>
                <a:cubicBezTo>
                  <a:pt x="98540" y="6253"/>
                  <a:pt x="98554" y="6195"/>
                  <a:pt x="98583" y="6151"/>
                </a:cubicBezTo>
                <a:cubicBezTo>
                  <a:pt x="98612" y="6079"/>
                  <a:pt x="98656" y="5991"/>
                  <a:pt x="98700" y="5918"/>
                </a:cubicBezTo>
                <a:close/>
                <a:moveTo>
                  <a:pt x="111482" y="4971"/>
                </a:moveTo>
                <a:cubicBezTo>
                  <a:pt x="111569" y="5496"/>
                  <a:pt x="111613" y="6035"/>
                  <a:pt x="111613" y="6559"/>
                </a:cubicBezTo>
                <a:cubicBezTo>
                  <a:pt x="111613" y="6574"/>
                  <a:pt x="111598" y="6589"/>
                  <a:pt x="111584" y="6603"/>
                </a:cubicBezTo>
                <a:cubicBezTo>
                  <a:pt x="111569" y="6618"/>
                  <a:pt x="111540" y="6647"/>
                  <a:pt x="111526" y="6676"/>
                </a:cubicBezTo>
                <a:cubicBezTo>
                  <a:pt x="111482" y="6457"/>
                  <a:pt x="111424" y="6210"/>
                  <a:pt x="111365" y="5947"/>
                </a:cubicBezTo>
                <a:cubicBezTo>
                  <a:pt x="111438" y="5860"/>
                  <a:pt x="111496" y="5772"/>
                  <a:pt x="111569" y="5670"/>
                </a:cubicBezTo>
                <a:lnTo>
                  <a:pt x="111569" y="5670"/>
                </a:lnTo>
                <a:cubicBezTo>
                  <a:pt x="111569" y="5671"/>
                  <a:pt x="111482" y="5758"/>
                  <a:pt x="111351" y="5889"/>
                </a:cubicBezTo>
                <a:cubicBezTo>
                  <a:pt x="111321" y="5714"/>
                  <a:pt x="111292" y="5539"/>
                  <a:pt x="111263" y="5350"/>
                </a:cubicBezTo>
                <a:cubicBezTo>
                  <a:pt x="111336" y="5219"/>
                  <a:pt x="111409" y="5102"/>
                  <a:pt x="111482" y="4971"/>
                </a:cubicBezTo>
                <a:close/>
                <a:moveTo>
                  <a:pt x="101178" y="3980"/>
                </a:moveTo>
                <a:cubicBezTo>
                  <a:pt x="101338" y="4257"/>
                  <a:pt x="101454" y="4504"/>
                  <a:pt x="101556" y="4738"/>
                </a:cubicBezTo>
                <a:cubicBezTo>
                  <a:pt x="101440" y="4913"/>
                  <a:pt x="101338" y="5117"/>
                  <a:pt x="101221" y="5321"/>
                </a:cubicBezTo>
                <a:cubicBezTo>
                  <a:pt x="101032" y="4913"/>
                  <a:pt x="100770" y="4665"/>
                  <a:pt x="100769" y="4665"/>
                </a:cubicBezTo>
                <a:lnTo>
                  <a:pt x="100769" y="4665"/>
                </a:lnTo>
                <a:cubicBezTo>
                  <a:pt x="100944" y="5044"/>
                  <a:pt x="101061" y="5306"/>
                  <a:pt x="101119" y="5539"/>
                </a:cubicBezTo>
                <a:cubicBezTo>
                  <a:pt x="100988" y="5772"/>
                  <a:pt x="100886" y="6035"/>
                  <a:pt x="100799" y="6297"/>
                </a:cubicBezTo>
                <a:cubicBezTo>
                  <a:pt x="100770" y="6268"/>
                  <a:pt x="100769" y="6254"/>
                  <a:pt x="100769" y="6253"/>
                </a:cubicBezTo>
                <a:lnTo>
                  <a:pt x="100769" y="6253"/>
                </a:lnTo>
                <a:cubicBezTo>
                  <a:pt x="100769" y="6283"/>
                  <a:pt x="100784" y="6297"/>
                  <a:pt x="100784" y="6312"/>
                </a:cubicBezTo>
                <a:cubicBezTo>
                  <a:pt x="100740" y="6428"/>
                  <a:pt x="100697" y="6559"/>
                  <a:pt x="100667" y="6691"/>
                </a:cubicBezTo>
                <a:cubicBezTo>
                  <a:pt x="100667" y="6691"/>
                  <a:pt x="100667" y="6676"/>
                  <a:pt x="100667" y="6676"/>
                </a:cubicBezTo>
                <a:cubicBezTo>
                  <a:pt x="100740" y="6152"/>
                  <a:pt x="100711" y="5729"/>
                  <a:pt x="100711" y="5729"/>
                </a:cubicBezTo>
                <a:lnTo>
                  <a:pt x="100711" y="5729"/>
                </a:lnTo>
                <a:cubicBezTo>
                  <a:pt x="100667" y="5933"/>
                  <a:pt x="100609" y="6137"/>
                  <a:pt x="100551" y="6341"/>
                </a:cubicBezTo>
                <a:cubicBezTo>
                  <a:pt x="100478" y="6166"/>
                  <a:pt x="100376" y="6006"/>
                  <a:pt x="100288" y="5874"/>
                </a:cubicBezTo>
                <a:cubicBezTo>
                  <a:pt x="100420" y="5802"/>
                  <a:pt x="100551" y="5714"/>
                  <a:pt x="100711" y="5612"/>
                </a:cubicBezTo>
                <a:lnTo>
                  <a:pt x="100711" y="5612"/>
                </a:lnTo>
                <a:cubicBezTo>
                  <a:pt x="100711" y="5612"/>
                  <a:pt x="100522" y="5656"/>
                  <a:pt x="100259" y="5772"/>
                </a:cubicBezTo>
                <a:cubicBezTo>
                  <a:pt x="100259" y="5598"/>
                  <a:pt x="100274" y="5408"/>
                  <a:pt x="100274" y="5219"/>
                </a:cubicBezTo>
                <a:cubicBezTo>
                  <a:pt x="100478" y="4825"/>
                  <a:pt x="100740" y="4475"/>
                  <a:pt x="101178" y="3980"/>
                </a:cubicBezTo>
                <a:close/>
                <a:moveTo>
                  <a:pt x="61870" y="6181"/>
                </a:moveTo>
                <a:lnTo>
                  <a:pt x="61870" y="6195"/>
                </a:lnTo>
                <a:cubicBezTo>
                  <a:pt x="61826" y="6355"/>
                  <a:pt x="61797" y="6530"/>
                  <a:pt x="61768" y="6691"/>
                </a:cubicBezTo>
                <a:cubicBezTo>
                  <a:pt x="61651" y="6691"/>
                  <a:pt x="61549" y="6691"/>
                  <a:pt x="61433" y="6705"/>
                </a:cubicBezTo>
                <a:cubicBezTo>
                  <a:pt x="61607" y="6530"/>
                  <a:pt x="61753" y="6355"/>
                  <a:pt x="61870" y="6181"/>
                </a:cubicBezTo>
                <a:close/>
                <a:moveTo>
                  <a:pt x="37705" y="6006"/>
                </a:moveTo>
                <a:cubicBezTo>
                  <a:pt x="37720" y="6239"/>
                  <a:pt x="37720" y="6487"/>
                  <a:pt x="37720" y="6720"/>
                </a:cubicBezTo>
                <a:cubicBezTo>
                  <a:pt x="37603" y="6589"/>
                  <a:pt x="37486" y="6457"/>
                  <a:pt x="37370" y="6355"/>
                </a:cubicBezTo>
                <a:cubicBezTo>
                  <a:pt x="37355" y="6326"/>
                  <a:pt x="37355" y="6297"/>
                  <a:pt x="37341" y="6268"/>
                </a:cubicBezTo>
                <a:cubicBezTo>
                  <a:pt x="37443" y="6195"/>
                  <a:pt x="37559" y="6093"/>
                  <a:pt x="37705" y="6006"/>
                </a:cubicBezTo>
                <a:close/>
                <a:moveTo>
                  <a:pt x="91646" y="5991"/>
                </a:moveTo>
                <a:cubicBezTo>
                  <a:pt x="91646" y="6006"/>
                  <a:pt x="91660" y="6035"/>
                  <a:pt x="91660" y="6049"/>
                </a:cubicBezTo>
                <a:cubicBezTo>
                  <a:pt x="91719" y="6224"/>
                  <a:pt x="91762" y="6399"/>
                  <a:pt x="91806" y="6559"/>
                </a:cubicBezTo>
                <a:cubicBezTo>
                  <a:pt x="91806" y="6618"/>
                  <a:pt x="91806" y="6676"/>
                  <a:pt x="91806" y="6720"/>
                </a:cubicBezTo>
                <a:cubicBezTo>
                  <a:pt x="91660" y="6574"/>
                  <a:pt x="91529" y="6414"/>
                  <a:pt x="91413" y="6268"/>
                </a:cubicBezTo>
                <a:cubicBezTo>
                  <a:pt x="91485" y="6181"/>
                  <a:pt x="91558" y="6079"/>
                  <a:pt x="91646" y="5991"/>
                </a:cubicBezTo>
                <a:close/>
                <a:moveTo>
                  <a:pt x="105594" y="6487"/>
                </a:moveTo>
                <a:cubicBezTo>
                  <a:pt x="105608" y="6516"/>
                  <a:pt x="105608" y="6545"/>
                  <a:pt x="105623" y="6574"/>
                </a:cubicBezTo>
                <a:cubicBezTo>
                  <a:pt x="105608" y="6618"/>
                  <a:pt x="105608" y="6676"/>
                  <a:pt x="105594" y="6720"/>
                </a:cubicBezTo>
                <a:cubicBezTo>
                  <a:pt x="105565" y="6676"/>
                  <a:pt x="105535" y="6632"/>
                  <a:pt x="105506" y="6589"/>
                </a:cubicBezTo>
                <a:cubicBezTo>
                  <a:pt x="105535" y="6559"/>
                  <a:pt x="105565" y="6516"/>
                  <a:pt x="105594" y="6487"/>
                </a:cubicBezTo>
                <a:close/>
                <a:moveTo>
                  <a:pt x="60310" y="4257"/>
                </a:moveTo>
                <a:cubicBezTo>
                  <a:pt x="60427" y="4548"/>
                  <a:pt x="60500" y="4883"/>
                  <a:pt x="60587" y="5321"/>
                </a:cubicBezTo>
                <a:cubicBezTo>
                  <a:pt x="60412" y="5787"/>
                  <a:pt x="60281" y="6268"/>
                  <a:pt x="60208" y="6734"/>
                </a:cubicBezTo>
                <a:lnTo>
                  <a:pt x="60033" y="6734"/>
                </a:lnTo>
                <a:cubicBezTo>
                  <a:pt x="60004" y="6661"/>
                  <a:pt x="59975" y="6589"/>
                  <a:pt x="59946" y="6516"/>
                </a:cubicBezTo>
                <a:cubicBezTo>
                  <a:pt x="59990" y="6093"/>
                  <a:pt x="60077" y="5233"/>
                  <a:pt x="60310" y="4257"/>
                </a:cubicBezTo>
                <a:close/>
                <a:moveTo>
                  <a:pt x="82347" y="6516"/>
                </a:moveTo>
                <a:cubicBezTo>
                  <a:pt x="82376" y="6589"/>
                  <a:pt x="82391" y="6661"/>
                  <a:pt x="82420" y="6734"/>
                </a:cubicBezTo>
                <a:lnTo>
                  <a:pt x="82376" y="6734"/>
                </a:lnTo>
                <a:cubicBezTo>
                  <a:pt x="82362" y="6661"/>
                  <a:pt x="82362" y="6589"/>
                  <a:pt x="82347" y="6516"/>
                </a:cubicBezTo>
                <a:close/>
                <a:moveTo>
                  <a:pt x="109485" y="6283"/>
                </a:moveTo>
                <a:cubicBezTo>
                  <a:pt x="109529" y="6355"/>
                  <a:pt x="109558" y="6428"/>
                  <a:pt x="109573" y="6501"/>
                </a:cubicBezTo>
                <a:cubicBezTo>
                  <a:pt x="109485" y="6559"/>
                  <a:pt x="109354" y="6647"/>
                  <a:pt x="109208" y="6749"/>
                </a:cubicBezTo>
                <a:cubicBezTo>
                  <a:pt x="109223" y="6691"/>
                  <a:pt x="109252" y="6647"/>
                  <a:pt x="109266" y="6589"/>
                </a:cubicBezTo>
                <a:cubicBezTo>
                  <a:pt x="109325" y="6487"/>
                  <a:pt x="109412" y="6385"/>
                  <a:pt x="109485" y="6283"/>
                </a:cubicBezTo>
                <a:close/>
                <a:moveTo>
                  <a:pt x="89562" y="6093"/>
                </a:moveTo>
                <a:lnTo>
                  <a:pt x="89562" y="6093"/>
                </a:lnTo>
                <a:cubicBezTo>
                  <a:pt x="89532" y="6268"/>
                  <a:pt x="89489" y="6428"/>
                  <a:pt x="89460" y="6574"/>
                </a:cubicBezTo>
                <a:cubicBezTo>
                  <a:pt x="89372" y="6618"/>
                  <a:pt x="89241" y="6676"/>
                  <a:pt x="89081" y="6764"/>
                </a:cubicBezTo>
                <a:cubicBezTo>
                  <a:pt x="89081" y="6705"/>
                  <a:pt x="89081" y="6647"/>
                  <a:pt x="89066" y="6589"/>
                </a:cubicBezTo>
                <a:cubicBezTo>
                  <a:pt x="89212" y="6443"/>
                  <a:pt x="89372" y="6283"/>
                  <a:pt x="89562" y="6093"/>
                </a:cubicBezTo>
                <a:close/>
                <a:moveTo>
                  <a:pt x="57075" y="6006"/>
                </a:moveTo>
                <a:cubicBezTo>
                  <a:pt x="57118" y="6093"/>
                  <a:pt x="57177" y="6195"/>
                  <a:pt x="57250" y="6297"/>
                </a:cubicBezTo>
                <a:cubicBezTo>
                  <a:pt x="57148" y="6457"/>
                  <a:pt x="57031" y="6603"/>
                  <a:pt x="56871" y="6778"/>
                </a:cubicBezTo>
                <a:cubicBezTo>
                  <a:pt x="56856" y="6749"/>
                  <a:pt x="56856" y="6720"/>
                  <a:pt x="56842" y="6691"/>
                </a:cubicBezTo>
                <a:cubicBezTo>
                  <a:pt x="56900" y="6487"/>
                  <a:pt x="56987" y="6253"/>
                  <a:pt x="57075" y="6006"/>
                </a:cubicBezTo>
                <a:close/>
                <a:moveTo>
                  <a:pt x="84519" y="6618"/>
                </a:moveTo>
                <a:cubicBezTo>
                  <a:pt x="84562" y="6676"/>
                  <a:pt x="84606" y="6734"/>
                  <a:pt x="84635" y="6807"/>
                </a:cubicBezTo>
                <a:cubicBezTo>
                  <a:pt x="84593" y="6807"/>
                  <a:pt x="84536" y="6807"/>
                  <a:pt x="84492" y="6794"/>
                </a:cubicBezTo>
                <a:lnTo>
                  <a:pt x="84492" y="6794"/>
                </a:lnTo>
                <a:cubicBezTo>
                  <a:pt x="84506" y="6727"/>
                  <a:pt x="84519" y="6672"/>
                  <a:pt x="84519" y="6618"/>
                </a:cubicBezTo>
                <a:close/>
                <a:moveTo>
                  <a:pt x="84971" y="6559"/>
                </a:moveTo>
                <a:cubicBezTo>
                  <a:pt x="85000" y="6632"/>
                  <a:pt x="85029" y="6705"/>
                  <a:pt x="85058" y="6764"/>
                </a:cubicBezTo>
                <a:lnTo>
                  <a:pt x="85000" y="6822"/>
                </a:lnTo>
                <a:cubicBezTo>
                  <a:pt x="84941" y="6734"/>
                  <a:pt x="84883" y="6647"/>
                  <a:pt x="84825" y="6574"/>
                </a:cubicBezTo>
                <a:lnTo>
                  <a:pt x="84971" y="6559"/>
                </a:lnTo>
                <a:close/>
                <a:moveTo>
                  <a:pt x="37778" y="6020"/>
                </a:moveTo>
                <a:lnTo>
                  <a:pt x="37778" y="6020"/>
                </a:lnTo>
                <a:cubicBezTo>
                  <a:pt x="37924" y="6370"/>
                  <a:pt x="38011" y="6632"/>
                  <a:pt x="38040" y="6895"/>
                </a:cubicBezTo>
                <a:cubicBezTo>
                  <a:pt x="38026" y="6909"/>
                  <a:pt x="38026" y="6924"/>
                  <a:pt x="38011" y="6938"/>
                </a:cubicBezTo>
                <a:cubicBezTo>
                  <a:pt x="37938" y="6559"/>
                  <a:pt x="37851" y="6239"/>
                  <a:pt x="37778" y="6020"/>
                </a:cubicBezTo>
                <a:close/>
                <a:moveTo>
                  <a:pt x="46873" y="6006"/>
                </a:moveTo>
                <a:cubicBezTo>
                  <a:pt x="46945" y="6151"/>
                  <a:pt x="47018" y="6283"/>
                  <a:pt x="47106" y="6428"/>
                </a:cubicBezTo>
                <a:cubicBezTo>
                  <a:pt x="47004" y="6589"/>
                  <a:pt x="46887" y="6764"/>
                  <a:pt x="46756" y="6938"/>
                </a:cubicBezTo>
                <a:cubicBezTo>
                  <a:pt x="46741" y="6895"/>
                  <a:pt x="46727" y="6836"/>
                  <a:pt x="46727" y="6778"/>
                </a:cubicBezTo>
                <a:cubicBezTo>
                  <a:pt x="46741" y="6618"/>
                  <a:pt x="46770" y="6443"/>
                  <a:pt x="46800" y="6253"/>
                </a:cubicBezTo>
                <a:cubicBezTo>
                  <a:pt x="46814" y="6181"/>
                  <a:pt x="46843" y="6093"/>
                  <a:pt x="46873" y="6006"/>
                </a:cubicBezTo>
                <a:close/>
                <a:moveTo>
                  <a:pt x="53970" y="6297"/>
                </a:moveTo>
                <a:cubicBezTo>
                  <a:pt x="54043" y="6501"/>
                  <a:pt x="54131" y="6705"/>
                  <a:pt x="54262" y="6924"/>
                </a:cubicBezTo>
                <a:cubicBezTo>
                  <a:pt x="54102" y="6924"/>
                  <a:pt x="53927" y="6938"/>
                  <a:pt x="53766" y="6938"/>
                </a:cubicBezTo>
                <a:cubicBezTo>
                  <a:pt x="53810" y="6691"/>
                  <a:pt x="53868" y="6501"/>
                  <a:pt x="53970" y="6297"/>
                </a:cubicBezTo>
                <a:close/>
                <a:moveTo>
                  <a:pt x="88119" y="6399"/>
                </a:moveTo>
                <a:cubicBezTo>
                  <a:pt x="88148" y="6589"/>
                  <a:pt x="88162" y="6734"/>
                  <a:pt x="88177" y="6880"/>
                </a:cubicBezTo>
                <a:cubicBezTo>
                  <a:pt x="88177" y="6895"/>
                  <a:pt x="88177" y="6924"/>
                  <a:pt x="88162" y="6938"/>
                </a:cubicBezTo>
                <a:cubicBezTo>
                  <a:pt x="88060" y="6938"/>
                  <a:pt x="87944" y="6924"/>
                  <a:pt x="87842" y="6924"/>
                </a:cubicBezTo>
                <a:lnTo>
                  <a:pt x="87827" y="6880"/>
                </a:lnTo>
                <a:cubicBezTo>
                  <a:pt x="87842" y="6793"/>
                  <a:pt x="87871" y="6691"/>
                  <a:pt x="87900" y="6603"/>
                </a:cubicBezTo>
                <a:cubicBezTo>
                  <a:pt x="87973" y="6545"/>
                  <a:pt x="88046" y="6472"/>
                  <a:pt x="88119" y="6399"/>
                </a:cubicBezTo>
                <a:close/>
                <a:moveTo>
                  <a:pt x="35665" y="5758"/>
                </a:moveTo>
                <a:cubicBezTo>
                  <a:pt x="35796" y="6064"/>
                  <a:pt x="35912" y="6385"/>
                  <a:pt x="36000" y="6691"/>
                </a:cubicBezTo>
                <a:cubicBezTo>
                  <a:pt x="36000" y="6734"/>
                  <a:pt x="36000" y="6793"/>
                  <a:pt x="36014" y="6836"/>
                </a:cubicBezTo>
                <a:cubicBezTo>
                  <a:pt x="35971" y="6880"/>
                  <a:pt x="35942" y="6924"/>
                  <a:pt x="35912" y="6968"/>
                </a:cubicBezTo>
                <a:cubicBezTo>
                  <a:pt x="35840" y="6895"/>
                  <a:pt x="35767" y="6836"/>
                  <a:pt x="35694" y="6778"/>
                </a:cubicBezTo>
                <a:cubicBezTo>
                  <a:pt x="35650" y="6516"/>
                  <a:pt x="35650" y="6195"/>
                  <a:pt x="35665" y="5758"/>
                </a:cubicBezTo>
                <a:close/>
                <a:moveTo>
                  <a:pt x="100259" y="6093"/>
                </a:moveTo>
                <a:lnTo>
                  <a:pt x="100259" y="6093"/>
                </a:lnTo>
                <a:cubicBezTo>
                  <a:pt x="100347" y="6326"/>
                  <a:pt x="100405" y="6516"/>
                  <a:pt x="100420" y="6691"/>
                </a:cubicBezTo>
                <a:cubicBezTo>
                  <a:pt x="100376" y="6778"/>
                  <a:pt x="100347" y="6880"/>
                  <a:pt x="100303" y="6968"/>
                </a:cubicBezTo>
                <a:cubicBezTo>
                  <a:pt x="100288" y="6705"/>
                  <a:pt x="100274" y="6414"/>
                  <a:pt x="100259" y="6093"/>
                </a:cubicBezTo>
                <a:close/>
                <a:moveTo>
                  <a:pt x="89445" y="6618"/>
                </a:moveTo>
                <a:lnTo>
                  <a:pt x="89445" y="6618"/>
                </a:lnTo>
                <a:cubicBezTo>
                  <a:pt x="89416" y="6749"/>
                  <a:pt x="89387" y="6880"/>
                  <a:pt x="89358" y="6997"/>
                </a:cubicBezTo>
                <a:cubicBezTo>
                  <a:pt x="89270" y="6982"/>
                  <a:pt x="89183" y="6982"/>
                  <a:pt x="89095" y="6982"/>
                </a:cubicBezTo>
                <a:cubicBezTo>
                  <a:pt x="89095" y="6953"/>
                  <a:pt x="89095" y="6924"/>
                  <a:pt x="89095" y="6895"/>
                </a:cubicBezTo>
                <a:cubicBezTo>
                  <a:pt x="89197" y="6807"/>
                  <a:pt x="89314" y="6720"/>
                  <a:pt x="89445" y="6618"/>
                </a:cubicBezTo>
                <a:close/>
                <a:moveTo>
                  <a:pt x="109981" y="6764"/>
                </a:moveTo>
                <a:cubicBezTo>
                  <a:pt x="110010" y="6807"/>
                  <a:pt x="110039" y="6851"/>
                  <a:pt x="110068" y="6895"/>
                </a:cubicBezTo>
                <a:cubicBezTo>
                  <a:pt x="110039" y="6938"/>
                  <a:pt x="110010" y="6997"/>
                  <a:pt x="109981" y="7055"/>
                </a:cubicBezTo>
                <a:cubicBezTo>
                  <a:pt x="109951" y="6982"/>
                  <a:pt x="109937" y="6924"/>
                  <a:pt x="109908" y="6866"/>
                </a:cubicBezTo>
                <a:cubicBezTo>
                  <a:pt x="109937" y="6836"/>
                  <a:pt x="109966" y="6807"/>
                  <a:pt x="109981" y="6764"/>
                </a:cubicBezTo>
                <a:close/>
                <a:moveTo>
                  <a:pt x="34397" y="6195"/>
                </a:moveTo>
                <a:cubicBezTo>
                  <a:pt x="34470" y="6355"/>
                  <a:pt x="34528" y="6501"/>
                  <a:pt x="34601" y="6647"/>
                </a:cubicBezTo>
                <a:cubicBezTo>
                  <a:pt x="34528" y="6793"/>
                  <a:pt x="34455" y="6938"/>
                  <a:pt x="34353" y="7084"/>
                </a:cubicBezTo>
                <a:cubicBezTo>
                  <a:pt x="34324" y="6924"/>
                  <a:pt x="34280" y="6749"/>
                  <a:pt x="34236" y="6603"/>
                </a:cubicBezTo>
                <a:cubicBezTo>
                  <a:pt x="34280" y="6472"/>
                  <a:pt x="34338" y="6341"/>
                  <a:pt x="34397" y="6195"/>
                </a:cubicBezTo>
                <a:close/>
                <a:moveTo>
                  <a:pt x="50443" y="4956"/>
                </a:moveTo>
                <a:cubicBezTo>
                  <a:pt x="50604" y="5248"/>
                  <a:pt x="50735" y="5568"/>
                  <a:pt x="50895" y="5991"/>
                </a:cubicBezTo>
                <a:cubicBezTo>
                  <a:pt x="50793" y="6355"/>
                  <a:pt x="50735" y="6720"/>
                  <a:pt x="50691" y="7084"/>
                </a:cubicBezTo>
                <a:cubicBezTo>
                  <a:pt x="50589" y="7084"/>
                  <a:pt x="50487" y="7084"/>
                  <a:pt x="50385" y="7099"/>
                </a:cubicBezTo>
                <a:cubicBezTo>
                  <a:pt x="50356" y="6661"/>
                  <a:pt x="50341" y="5860"/>
                  <a:pt x="50443" y="4956"/>
                </a:cubicBezTo>
                <a:close/>
                <a:moveTo>
                  <a:pt x="91106" y="6764"/>
                </a:moveTo>
                <a:cubicBezTo>
                  <a:pt x="91179" y="6866"/>
                  <a:pt x="91267" y="6982"/>
                  <a:pt x="91354" y="7099"/>
                </a:cubicBezTo>
                <a:cubicBezTo>
                  <a:pt x="91238" y="7084"/>
                  <a:pt x="91121" y="7084"/>
                  <a:pt x="91019" y="7070"/>
                </a:cubicBezTo>
                <a:cubicBezTo>
                  <a:pt x="91004" y="7040"/>
                  <a:pt x="90990" y="6997"/>
                  <a:pt x="90975" y="6968"/>
                </a:cubicBezTo>
                <a:cubicBezTo>
                  <a:pt x="91019" y="6895"/>
                  <a:pt x="91063" y="6822"/>
                  <a:pt x="91106" y="6764"/>
                </a:cubicBezTo>
                <a:close/>
                <a:moveTo>
                  <a:pt x="104909" y="6589"/>
                </a:moveTo>
                <a:cubicBezTo>
                  <a:pt x="104923" y="6632"/>
                  <a:pt x="104923" y="6676"/>
                  <a:pt x="104923" y="6720"/>
                </a:cubicBezTo>
                <a:cubicBezTo>
                  <a:pt x="104879" y="6851"/>
                  <a:pt x="104821" y="6982"/>
                  <a:pt x="104763" y="7099"/>
                </a:cubicBezTo>
                <a:cubicBezTo>
                  <a:pt x="104763" y="6968"/>
                  <a:pt x="104763" y="6851"/>
                  <a:pt x="104763" y="6720"/>
                </a:cubicBezTo>
                <a:lnTo>
                  <a:pt x="104909" y="6589"/>
                </a:lnTo>
                <a:close/>
                <a:moveTo>
                  <a:pt x="103014" y="5729"/>
                </a:moveTo>
                <a:cubicBezTo>
                  <a:pt x="103014" y="5758"/>
                  <a:pt x="103014" y="5802"/>
                  <a:pt x="103014" y="5831"/>
                </a:cubicBezTo>
                <a:cubicBezTo>
                  <a:pt x="102970" y="5962"/>
                  <a:pt x="102839" y="6326"/>
                  <a:pt x="102868" y="6807"/>
                </a:cubicBezTo>
                <a:cubicBezTo>
                  <a:pt x="102781" y="6909"/>
                  <a:pt x="102679" y="7026"/>
                  <a:pt x="102577" y="7142"/>
                </a:cubicBezTo>
                <a:cubicBezTo>
                  <a:pt x="102562" y="7040"/>
                  <a:pt x="102548" y="6938"/>
                  <a:pt x="102548" y="6836"/>
                </a:cubicBezTo>
                <a:cubicBezTo>
                  <a:pt x="102679" y="6501"/>
                  <a:pt x="102839" y="6122"/>
                  <a:pt x="103014" y="5729"/>
                </a:cubicBezTo>
                <a:close/>
                <a:moveTo>
                  <a:pt x="49306" y="3630"/>
                </a:moveTo>
                <a:cubicBezTo>
                  <a:pt x="49583" y="3878"/>
                  <a:pt x="49802" y="4096"/>
                  <a:pt x="49991" y="4300"/>
                </a:cubicBezTo>
                <a:cubicBezTo>
                  <a:pt x="49627" y="5160"/>
                  <a:pt x="49350" y="6181"/>
                  <a:pt x="49496" y="7142"/>
                </a:cubicBezTo>
                <a:lnTo>
                  <a:pt x="49263" y="7157"/>
                </a:lnTo>
                <a:cubicBezTo>
                  <a:pt x="49030" y="6589"/>
                  <a:pt x="48767" y="5845"/>
                  <a:pt x="48578" y="5015"/>
                </a:cubicBezTo>
                <a:cubicBezTo>
                  <a:pt x="48709" y="4606"/>
                  <a:pt x="48928" y="4198"/>
                  <a:pt x="49306" y="3630"/>
                </a:cubicBezTo>
                <a:close/>
                <a:moveTo>
                  <a:pt x="106526" y="7040"/>
                </a:moveTo>
                <a:cubicBezTo>
                  <a:pt x="106526" y="7084"/>
                  <a:pt x="106541" y="7113"/>
                  <a:pt x="106556" y="7142"/>
                </a:cubicBezTo>
                <a:cubicBezTo>
                  <a:pt x="106541" y="7172"/>
                  <a:pt x="106512" y="7186"/>
                  <a:pt x="106497" y="7215"/>
                </a:cubicBezTo>
                <a:cubicBezTo>
                  <a:pt x="106512" y="7157"/>
                  <a:pt x="106512" y="7099"/>
                  <a:pt x="106526" y="7040"/>
                </a:cubicBezTo>
                <a:close/>
                <a:moveTo>
                  <a:pt x="47441" y="6924"/>
                </a:moveTo>
                <a:cubicBezTo>
                  <a:pt x="47528" y="7026"/>
                  <a:pt x="47616" y="7128"/>
                  <a:pt x="47718" y="7244"/>
                </a:cubicBezTo>
                <a:cubicBezTo>
                  <a:pt x="47558" y="7244"/>
                  <a:pt x="47397" y="7259"/>
                  <a:pt x="47251" y="7259"/>
                </a:cubicBezTo>
                <a:cubicBezTo>
                  <a:pt x="47324" y="7157"/>
                  <a:pt x="47383" y="7040"/>
                  <a:pt x="47441" y="6924"/>
                </a:cubicBezTo>
                <a:close/>
                <a:moveTo>
                  <a:pt x="94634" y="5539"/>
                </a:moveTo>
                <a:cubicBezTo>
                  <a:pt x="94648" y="5598"/>
                  <a:pt x="94663" y="5656"/>
                  <a:pt x="94663" y="5700"/>
                </a:cubicBezTo>
                <a:cubicBezTo>
                  <a:pt x="94546" y="6297"/>
                  <a:pt x="94386" y="6836"/>
                  <a:pt x="94240" y="7259"/>
                </a:cubicBezTo>
                <a:cubicBezTo>
                  <a:pt x="94196" y="7259"/>
                  <a:pt x="94167" y="7259"/>
                  <a:pt x="94123" y="7244"/>
                </a:cubicBezTo>
                <a:cubicBezTo>
                  <a:pt x="94269" y="6487"/>
                  <a:pt x="94386" y="6006"/>
                  <a:pt x="94634" y="5539"/>
                </a:cubicBezTo>
                <a:close/>
                <a:moveTo>
                  <a:pt x="32968" y="5204"/>
                </a:moveTo>
                <a:cubicBezTo>
                  <a:pt x="33143" y="5466"/>
                  <a:pt x="33274" y="5685"/>
                  <a:pt x="33376" y="5933"/>
                </a:cubicBezTo>
                <a:cubicBezTo>
                  <a:pt x="33347" y="6283"/>
                  <a:pt x="33289" y="6618"/>
                  <a:pt x="33216" y="6938"/>
                </a:cubicBezTo>
                <a:cubicBezTo>
                  <a:pt x="33143" y="7026"/>
                  <a:pt x="33056" y="7142"/>
                  <a:pt x="32968" y="7274"/>
                </a:cubicBezTo>
                <a:cubicBezTo>
                  <a:pt x="32983" y="6953"/>
                  <a:pt x="33041" y="6618"/>
                  <a:pt x="33129" y="6297"/>
                </a:cubicBezTo>
                <a:lnTo>
                  <a:pt x="33129" y="6297"/>
                </a:lnTo>
                <a:cubicBezTo>
                  <a:pt x="33129" y="6297"/>
                  <a:pt x="32997" y="6545"/>
                  <a:pt x="32852" y="6924"/>
                </a:cubicBezTo>
                <a:cubicBezTo>
                  <a:pt x="32721" y="6224"/>
                  <a:pt x="32735" y="5831"/>
                  <a:pt x="32968" y="5204"/>
                </a:cubicBezTo>
                <a:close/>
                <a:moveTo>
                  <a:pt x="98802" y="7084"/>
                </a:moveTo>
                <a:lnTo>
                  <a:pt x="98802" y="7230"/>
                </a:lnTo>
                <a:cubicBezTo>
                  <a:pt x="98802" y="7259"/>
                  <a:pt x="98787" y="7274"/>
                  <a:pt x="98787" y="7303"/>
                </a:cubicBezTo>
                <a:cubicBezTo>
                  <a:pt x="98758" y="7274"/>
                  <a:pt x="98744" y="7230"/>
                  <a:pt x="98714" y="7186"/>
                </a:cubicBezTo>
                <a:cubicBezTo>
                  <a:pt x="98744" y="7157"/>
                  <a:pt x="98773" y="7128"/>
                  <a:pt x="98802" y="7084"/>
                </a:cubicBezTo>
                <a:close/>
                <a:moveTo>
                  <a:pt x="105433" y="6676"/>
                </a:moveTo>
                <a:cubicBezTo>
                  <a:pt x="105477" y="6778"/>
                  <a:pt x="105506" y="6866"/>
                  <a:pt x="105535" y="6938"/>
                </a:cubicBezTo>
                <a:cubicBezTo>
                  <a:pt x="105477" y="7113"/>
                  <a:pt x="105360" y="7259"/>
                  <a:pt x="105215" y="7390"/>
                </a:cubicBezTo>
                <a:cubicBezTo>
                  <a:pt x="105229" y="7347"/>
                  <a:pt x="105229" y="7303"/>
                  <a:pt x="105229" y="7259"/>
                </a:cubicBezTo>
                <a:cubicBezTo>
                  <a:pt x="105244" y="7142"/>
                  <a:pt x="105258" y="7026"/>
                  <a:pt x="105273" y="6909"/>
                </a:cubicBezTo>
                <a:cubicBezTo>
                  <a:pt x="105331" y="6822"/>
                  <a:pt x="105375" y="6749"/>
                  <a:pt x="105433" y="6676"/>
                </a:cubicBezTo>
                <a:close/>
                <a:moveTo>
                  <a:pt x="44191" y="3980"/>
                </a:moveTo>
                <a:cubicBezTo>
                  <a:pt x="44482" y="4228"/>
                  <a:pt x="44715" y="4432"/>
                  <a:pt x="44905" y="4636"/>
                </a:cubicBezTo>
                <a:cubicBezTo>
                  <a:pt x="44584" y="5481"/>
                  <a:pt x="44366" y="6501"/>
                  <a:pt x="44526" y="7434"/>
                </a:cubicBezTo>
                <a:cubicBezTo>
                  <a:pt x="44453" y="7449"/>
                  <a:pt x="44366" y="7449"/>
                  <a:pt x="44293" y="7449"/>
                </a:cubicBezTo>
                <a:cubicBezTo>
                  <a:pt x="44030" y="6909"/>
                  <a:pt x="43739" y="6181"/>
                  <a:pt x="43520" y="5394"/>
                </a:cubicBezTo>
                <a:cubicBezTo>
                  <a:pt x="43637" y="4971"/>
                  <a:pt x="43841" y="4563"/>
                  <a:pt x="44191" y="3980"/>
                </a:cubicBezTo>
                <a:close/>
                <a:moveTo>
                  <a:pt x="96587" y="5860"/>
                </a:moveTo>
                <a:cubicBezTo>
                  <a:pt x="96616" y="5918"/>
                  <a:pt x="96645" y="5991"/>
                  <a:pt x="96674" y="6064"/>
                </a:cubicBezTo>
                <a:cubicBezTo>
                  <a:pt x="96557" y="6501"/>
                  <a:pt x="96485" y="6953"/>
                  <a:pt x="96499" y="7405"/>
                </a:cubicBezTo>
                <a:lnTo>
                  <a:pt x="96951" y="7419"/>
                </a:lnTo>
                <a:cubicBezTo>
                  <a:pt x="96951" y="7419"/>
                  <a:pt x="96951" y="7434"/>
                  <a:pt x="96951" y="7449"/>
                </a:cubicBezTo>
                <a:cubicBezTo>
                  <a:pt x="96761" y="7434"/>
                  <a:pt x="96572" y="7419"/>
                  <a:pt x="96382" y="7405"/>
                </a:cubicBezTo>
                <a:cubicBezTo>
                  <a:pt x="96353" y="7157"/>
                  <a:pt x="96310" y="6851"/>
                  <a:pt x="96266" y="6501"/>
                </a:cubicBezTo>
                <a:cubicBezTo>
                  <a:pt x="96397" y="6283"/>
                  <a:pt x="96499" y="6064"/>
                  <a:pt x="96587" y="5860"/>
                </a:cubicBezTo>
                <a:close/>
                <a:moveTo>
                  <a:pt x="109777" y="7244"/>
                </a:moveTo>
                <a:cubicBezTo>
                  <a:pt x="109777" y="7317"/>
                  <a:pt x="109777" y="7376"/>
                  <a:pt x="109777" y="7449"/>
                </a:cubicBezTo>
                <a:cubicBezTo>
                  <a:pt x="109762" y="7463"/>
                  <a:pt x="109747" y="7492"/>
                  <a:pt x="109747" y="7521"/>
                </a:cubicBezTo>
                <a:lnTo>
                  <a:pt x="109747" y="7507"/>
                </a:lnTo>
                <a:cubicBezTo>
                  <a:pt x="109747" y="7419"/>
                  <a:pt x="109762" y="7332"/>
                  <a:pt x="109777" y="7244"/>
                </a:cubicBezTo>
                <a:close/>
                <a:moveTo>
                  <a:pt x="98510" y="7419"/>
                </a:moveTo>
                <a:cubicBezTo>
                  <a:pt x="98525" y="7478"/>
                  <a:pt x="98554" y="7521"/>
                  <a:pt x="98583" y="7565"/>
                </a:cubicBezTo>
                <a:cubicBezTo>
                  <a:pt x="98510" y="7565"/>
                  <a:pt x="98452" y="7551"/>
                  <a:pt x="98379" y="7551"/>
                </a:cubicBezTo>
                <a:cubicBezTo>
                  <a:pt x="98423" y="7507"/>
                  <a:pt x="98467" y="7463"/>
                  <a:pt x="98510" y="7419"/>
                </a:cubicBezTo>
                <a:close/>
                <a:moveTo>
                  <a:pt x="112327" y="7215"/>
                </a:moveTo>
                <a:cubicBezTo>
                  <a:pt x="112283" y="7347"/>
                  <a:pt x="112225" y="7463"/>
                  <a:pt x="112181" y="7565"/>
                </a:cubicBezTo>
                <a:cubicBezTo>
                  <a:pt x="112167" y="7449"/>
                  <a:pt x="112152" y="7347"/>
                  <a:pt x="112138" y="7230"/>
                </a:cubicBezTo>
                <a:lnTo>
                  <a:pt x="112327" y="7215"/>
                </a:lnTo>
                <a:close/>
                <a:moveTo>
                  <a:pt x="41873" y="6414"/>
                </a:moveTo>
                <a:cubicBezTo>
                  <a:pt x="42063" y="6793"/>
                  <a:pt x="42340" y="7172"/>
                  <a:pt x="42704" y="7565"/>
                </a:cubicBezTo>
                <a:cubicBezTo>
                  <a:pt x="42369" y="7594"/>
                  <a:pt x="42034" y="7623"/>
                  <a:pt x="41713" y="7638"/>
                </a:cubicBezTo>
                <a:cubicBezTo>
                  <a:pt x="41713" y="7157"/>
                  <a:pt x="41757" y="6793"/>
                  <a:pt x="41873" y="6414"/>
                </a:cubicBezTo>
                <a:close/>
                <a:moveTo>
                  <a:pt x="104005" y="6982"/>
                </a:moveTo>
                <a:lnTo>
                  <a:pt x="104005" y="6982"/>
                </a:lnTo>
                <a:cubicBezTo>
                  <a:pt x="103990" y="7113"/>
                  <a:pt x="103961" y="7230"/>
                  <a:pt x="103947" y="7347"/>
                </a:cubicBezTo>
                <a:cubicBezTo>
                  <a:pt x="103874" y="7449"/>
                  <a:pt x="103801" y="7551"/>
                  <a:pt x="103728" y="7667"/>
                </a:cubicBezTo>
                <a:cubicBezTo>
                  <a:pt x="103743" y="7551"/>
                  <a:pt x="103757" y="7419"/>
                  <a:pt x="103757" y="7303"/>
                </a:cubicBezTo>
                <a:cubicBezTo>
                  <a:pt x="103845" y="7186"/>
                  <a:pt x="103918" y="7070"/>
                  <a:pt x="104005" y="6982"/>
                </a:cubicBezTo>
                <a:close/>
                <a:moveTo>
                  <a:pt x="109602" y="6545"/>
                </a:moveTo>
                <a:cubicBezTo>
                  <a:pt x="109616" y="6618"/>
                  <a:pt x="109645" y="6676"/>
                  <a:pt x="109660" y="6734"/>
                </a:cubicBezTo>
                <a:cubicBezTo>
                  <a:pt x="109645" y="6793"/>
                  <a:pt x="109616" y="6851"/>
                  <a:pt x="109587" y="6924"/>
                </a:cubicBezTo>
                <a:cubicBezTo>
                  <a:pt x="109500" y="7040"/>
                  <a:pt x="109398" y="7186"/>
                  <a:pt x="109310" y="7332"/>
                </a:cubicBezTo>
                <a:cubicBezTo>
                  <a:pt x="109310" y="7186"/>
                  <a:pt x="109310" y="7113"/>
                  <a:pt x="109310" y="7113"/>
                </a:cubicBezTo>
                <a:cubicBezTo>
                  <a:pt x="109281" y="7244"/>
                  <a:pt x="109252" y="7390"/>
                  <a:pt x="109208" y="7521"/>
                </a:cubicBezTo>
                <a:cubicBezTo>
                  <a:pt x="109194" y="7580"/>
                  <a:pt x="109179" y="7623"/>
                  <a:pt x="109150" y="7667"/>
                </a:cubicBezTo>
                <a:cubicBezTo>
                  <a:pt x="109106" y="7492"/>
                  <a:pt x="109092" y="7303"/>
                  <a:pt x="109121" y="7113"/>
                </a:cubicBezTo>
                <a:cubicBezTo>
                  <a:pt x="109179" y="7070"/>
                  <a:pt x="109237" y="7026"/>
                  <a:pt x="109310" y="6982"/>
                </a:cubicBezTo>
                <a:lnTo>
                  <a:pt x="109310" y="6982"/>
                </a:lnTo>
                <a:cubicBezTo>
                  <a:pt x="109310" y="6982"/>
                  <a:pt x="109237" y="7011"/>
                  <a:pt x="109121" y="7055"/>
                </a:cubicBezTo>
                <a:cubicBezTo>
                  <a:pt x="109121" y="7040"/>
                  <a:pt x="109121" y="7026"/>
                  <a:pt x="109135" y="7026"/>
                </a:cubicBezTo>
                <a:cubicBezTo>
                  <a:pt x="109252" y="6880"/>
                  <a:pt x="109412" y="6734"/>
                  <a:pt x="109602" y="6545"/>
                </a:cubicBezTo>
                <a:close/>
                <a:moveTo>
                  <a:pt x="33099" y="7478"/>
                </a:moveTo>
                <a:lnTo>
                  <a:pt x="33099" y="7478"/>
                </a:lnTo>
                <a:cubicBezTo>
                  <a:pt x="33085" y="7551"/>
                  <a:pt x="33056" y="7609"/>
                  <a:pt x="33041" y="7682"/>
                </a:cubicBezTo>
                <a:cubicBezTo>
                  <a:pt x="33041" y="7682"/>
                  <a:pt x="33027" y="7667"/>
                  <a:pt x="33027" y="7667"/>
                </a:cubicBezTo>
                <a:cubicBezTo>
                  <a:pt x="33041" y="7609"/>
                  <a:pt x="33070" y="7536"/>
                  <a:pt x="33099" y="7478"/>
                </a:cubicBezTo>
                <a:close/>
                <a:moveTo>
                  <a:pt x="101775" y="5437"/>
                </a:moveTo>
                <a:cubicBezTo>
                  <a:pt x="101833" y="5743"/>
                  <a:pt x="101863" y="6093"/>
                  <a:pt x="101892" y="6530"/>
                </a:cubicBezTo>
                <a:cubicBezTo>
                  <a:pt x="101702" y="6909"/>
                  <a:pt x="101556" y="7303"/>
                  <a:pt x="101440" y="7711"/>
                </a:cubicBezTo>
                <a:cubicBezTo>
                  <a:pt x="101425" y="7507"/>
                  <a:pt x="101382" y="7303"/>
                  <a:pt x="101309" y="7142"/>
                </a:cubicBezTo>
                <a:cubicBezTo>
                  <a:pt x="101411" y="6691"/>
                  <a:pt x="101556" y="6093"/>
                  <a:pt x="101775" y="5437"/>
                </a:cubicBezTo>
                <a:close/>
                <a:moveTo>
                  <a:pt x="31511" y="5976"/>
                </a:moveTo>
                <a:cubicBezTo>
                  <a:pt x="31584" y="6283"/>
                  <a:pt x="31642" y="6574"/>
                  <a:pt x="31686" y="6851"/>
                </a:cubicBezTo>
                <a:cubicBezTo>
                  <a:pt x="31598" y="6822"/>
                  <a:pt x="31555" y="6807"/>
                  <a:pt x="31555" y="6807"/>
                </a:cubicBezTo>
                <a:lnTo>
                  <a:pt x="31555" y="6807"/>
                </a:lnTo>
                <a:cubicBezTo>
                  <a:pt x="31598" y="6836"/>
                  <a:pt x="31642" y="6866"/>
                  <a:pt x="31686" y="6895"/>
                </a:cubicBezTo>
                <a:cubicBezTo>
                  <a:pt x="31729" y="7157"/>
                  <a:pt x="31759" y="7390"/>
                  <a:pt x="31773" y="7580"/>
                </a:cubicBezTo>
                <a:cubicBezTo>
                  <a:pt x="31744" y="7638"/>
                  <a:pt x="31729" y="7682"/>
                  <a:pt x="31700" y="7725"/>
                </a:cubicBezTo>
                <a:cubicBezTo>
                  <a:pt x="31627" y="7478"/>
                  <a:pt x="31584" y="7215"/>
                  <a:pt x="31555" y="6968"/>
                </a:cubicBezTo>
                <a:cubicBezTo>
                  <a:pt x="31555" y="6968"/>
                  <a:pt x="31525" y="7128"/>
                  <a:pt x="31511" y="7390"/>
                </a:cubicBezTo>
                <a:cubicBezTo>
                  <a:pt x="31438" y="7157"/>
                  <a:pt x="31380" y="6909"/>
                  <a:pt x="31336" y="6676"/>
                </a:cubicBezTo>
                <a:cubicBezTo>
                  <a:pt x="31336" y="6676"/>
                  <a:pt x="31307" y="6997"/>
                  <a:pt x="31336" y="7478"/>
                </a:cubicBezTo>
                <a:cubicBezTo>
                  <a:pt x="31292" y="7332"/>
                  <a:pt x="31249" y="7186"/>
                  <a:pt x="31190" y="7040"/>
                </a:cubicBezTo>
                <a:cubicBezTo>
                  <a:pt x="31292" y="6603"/>
                  <a:pt x="31380" y="6268"/>
                  <a:pt x="31511" y="5976"/>
                </a:cubicBezTo>
                <a:close/>
                <a:moveTo>
                  <a:pt x="38346" y="6895"/>
                </a:moveTo>
                <a:cubicBezTo>
                  <a:pt x="38478" y="7070"/>
                  <a:pt x="38594" y="7215"/>
                  <a:pt x="38711" y="7347"/>
                </a:cubicBezTo>
                <a:cubicBezTo>
                  <a:pt x="38623" y="7492"/>
                  <a:pt x="38521" y="7623"/>
                  <a:pt x="38390" y="7740"/>
                </a:cubicBezTo>
                <a:cubicBezTo>
                  <a:pt x="38434" y="7434"/>
                  <a:pt x="38405" y="7157"/>
                  <a:pt x="38346" y="6895"/>
                </a:cubicBezTo>
                <a:close/>
                <a:moveTo>
                  <a:pt x="113100" y="4942"/>
                </a:moveTo>
                <a:cubicBezTo>
                  <a:pt x="113172" y="5160"/>
                  <a:pt x="113231" y="5423"/>
                  <a:pt x="113289" y="5729"/>
                </a:cubicBezTo>
                <a:cubicBezTo>
                  <a:pt x="113216" y="5933"/>
                  <a:pt x="113143" y="6137"/>
                  <a:pt x="113085" y="6326"/>
                </a:cubicBezTo>
                <a:cubicBezTo>
                  <a:pt x="113027" y="6108"/>
                  <a:pt x="112968" y="5962"/>
                  <a:pt x="112968" y="5962"/>
                </a:cubicBezTo>
                <a:lnTo>
                  <a:pt x="112968" y="5962"/>
                </a:lnTo>
                <a:cubicBezTo>
                  <a:pt x="112998" y="6195"/>
                  <a:pt x="112998" y="6428"/>
                  <a:pt x="112998" y="6661"/>
                </a:cubicBezTo>
                <a:cubicBezTo>
                  <a:pt x="112939" y="6909"/>
                  <a:pt x="112896" y="7142"/>
                  <a:pt x="112866" y="7376"/>
                </a:cubicBezTo>
                <a:lnTo>
                  <a:pt x="112954" y="7376"/>
                </a:lnTo>
                <a:cubicBezTo>
                  <a:pt x="112939" y="7405"/>
                  <a:pt x="112939" y="7419"/>
                  <a:pt x="112939" y="7449"/>
                </a:cubicBezTo>
                <a:cubicBezTo>
                  <a:pt x="112779" y="7580"/>
                  <a:pt x="112589" y="7696"/>
                  <a:pt x="112400" y="7784"/>
                </a:cubicBezTo>
                <a:lnTo>
                  <a:pt x="112385" y="7784"/>
                </a:lnTo>
                <a:cubicBezTo>
                  <a:pt x="112458" y="7580"/>
                  <a:pt x="112502" y="7376"/>
                  <a:pt x="112531" y="7215"/>
                </a:cubicBezTo>
                <a:lnTo>
                  <a:pt x="112633" y="7201"/>
                </a:lnTo>
                <a:cubicBezTo>
                  <a:pt x="112633" y="7201"/>
                  <a:pt x="112648" y="6414"/>
                  <a:pt x="112852" y="5335"/>
                </a:cubicBezTo>
                <a:lnTo>
                  <a:pt x="112866" y="5321"/>
                </a:lnTo>
                <a:cubicBezTo>
                  <a:pt x="112881" y="5291"/>
                  <a:pt x="112910" y="5248"/>
                  <a:pt x="112939" y="5204"/>
                </a:cubicBezTo>
                <a:cubicBezTo>
                  <a:pt x="112954" y="5175"/>
                  <a:pt x="112968" y="5160"/>
                  <a:pt x="112998" y="5131"/>
                </a:cubicBezTo>
                <a:lnTo>
                  <a:pt x="112998" y="5131"/>
                </a:lnTo>
                <a:cubicBezTo>
                  <a:pt x="112997" y="5132"/>
                  <a:pt x="112983" y="5146"/>
                  <a:pt x="112954" y="5160"/>
                </a:cubicBezTo>
                <a:cubicBezTo>
                  <a:pt x="112998" y="5087"/>
                  <a:pt x="113056" y="5015"/>
                  <a:pt x="113100" y="4942"/>
                </a:cubicBezTo>
                <a:close/>
                <a:moveTo>
                  <a:pt x="102897" y="7478"/>
                </a:moveTo>
                <a:lnTo>
                  <a:pt x="102897" y="7478"/>
                </a:lnTo>
                <a:cubicBezTo>
                  <a:pt x="102883" y="7580"/>
                  <a:pt x="102868" y="7667"/>
                  <a:pt x="102868" y="7755"/>
                </a:cubicBezTo>
                <a:lnTo>
                  <a:pt x="102854" y="7755"/>
                </a:lnTo>
                <a:cubicBezTo>
                  <a:pt x="102839" y="7798"/>
                  <a:pt x="102824" y="7842"/>
                  <a:pt x="102810" y="7886"/>
                </a:cubicBezTo>
                <a:cubicBezTo>
                  <a:pt x="102766" y="7827"/>
                  <a:pt x="102752" y="7755"/>
                  <a:pt x="102722" y="7696"/>
                </a:cubicBezTo>
                <a:cubicBezTo>
                  <a:pt x="102781" y="7623"/>
                  <a:pt x="102839" y="7551"/>
                  <a:pt x="102897" y="7478"/>
                </a:cubicBezTo>
                <a:close/>
                <a:moveTo>
                  <a:pt x="37501" y="6953"/>
                </a:moveTo>
                <a:cubicBezTo>
                  <a:pt x="37559" y="7070"/>
                  <a:pt x="37618" y="7172"/>
                  <a:pt x="37676" y="7288"/>
                </a:cubicBezTo>
                <a:cubicBezTo>
                  <a:pt x="37647" y="7478"/>
                  <a:pt x="37618" y="7653"/>
                  <a:pt x="37588" y="7827"/>
                </a:cubicBezTo>
                <a:cubicBezTo>
                  <a:pt x="37559" y="7886"/>
                  <a:pt x="37530" y="7944"/>
                  <a:pt x="37501" y="8002"/>
                </a:cubicBezTo>
                <a:lnTo>
                  <a:pt x="37443" y="8002"/>
                </a:lnTo>
                <a:cubicBezTo>
                  <a:pt x="37530" y="7623"/>
                  <a:pt x="37530" y="7259"/>
                  <a:pt x="37501" y="6953"/>
                </a:cubicBezTo>
                <a:close/>
                <a:moveTo>
                  <a:pt x="117793" y="7740"/>
                </a:moveTo>
                <a:cubicBezTo>
                  <a:pt x="117836" y="7842"/>
                  <a:pt x="117851" y="7944"/>
                  <a:pt x="117880" y="8032"/>
                </a:cubicBezTo>
                <a:cubicBezTo>
                  <a:pt x="117793" y="8075"/>
                  <a:pt x="117691" y="8104"/>
                  <a:pt x="117589" y="8148"/>
                </a:cubicBezTo>
                <a:cubicBezTo>
                  <a:pt x="117661" y="8002"/>
                  <a:pt x="117734" y="7871"/>
                  <a:pt x="117793" y="7740"/>
                </a:cubicBezTo>
                <a:close/>
                <a:moveTo>
                  <a:pt x="34907" y="7434"/>
                </a:moveTo>
                <a:cubicBezTo>
                  <a:pt x="34907" y="7463"/>
                  <a:pt x="34921" y="7492"/>
                  <a:pt x="34921" y="7507"/>
                </a:cubicBezTo>
                <a:cubicBezTo>
                  <a:pt x="34907" y="7755"/>
                  <a:pt x="34921" y="8002"/>
                  <a:pt x="34950" y="8250"/>
                </a:cubicBezTo>
                <a:cubicBezTo>
                  <a:pt x="34921" y="8265"/>
                  <a:pt x="34892" y="8265"/>
                  <a:pt x="34863" y="8265"/>
                </a:cubicBezTo>
                <a:cubicBezTo>
                  <a:pt x="34776" y="8148"/>
                  <a:pt x="34703" y="8017"/>
                  <a:pt x="34630" y="7871"/>
                </a:cubicBezTo>
                <a:cubicBezTo>
                  <a:pt x="34732" y="7725"/>
                  <a:pt x="34819" y="7580"/>
                  <a:pt x="34892" y="7434"/>
                </a:cubicBezTo>
                <a:close/>
                <a:moveTo>
                  <a:pt x="114193" y="7784"/>
                </a:moveTo>
                <a:cubicBezTo>
                  <a:pt x="114222" y="7915"/>
                  <a:pt x="114236" y="8032"/>
                  <a:pt x="114251" y="8148"/>
                </a:cubicBezTo>
                <a:cubicBezTo>
                  <a:pt x="114178" y="8206"/>
                  <a:pt x="114105" y="8265"/>
                  <a:pt x="114032" y="8338"/>
                </a:cubicBezTo>
                <a:cubicBezTo>
                  <a:pt x="114076" y="8148"/>
                  <a:pt x="114134" y="7959"/>
                  <a:pt x="114193" y="7784"/>
                </a:cubicBezTo>
                <a:close/>
                <a:moveTo>
                  <a:pt x="110432" y="7886"/>
                </a:moveTo>
                <a:cubicBezTo>
                  <a:pt x="110462" y="7959"/>
                  <a:pt x="110491" y="8032"/>
                  <a:pt x="110534" y="8119"/>
                </a:cubicBezTo>
                <a:cubicBezTo>
                  <a:pt x="110505" y="8177"/>
                  <a:pt x="110491" y="8250"/>
                  <a:pt x="110462" y="8308"/>
                </a:cubicBezTo>
                <a:cubicBezTo>
                  <a:pt x="110462" y="8308"/>
                  <a:pt x="110462" y="8323"/>
                  <a:pt x="110462" y="8323"/>
                </a:cubicBezTo>
                <a:lnTo>
                  <a:pt x="110272" y="8352"/>
                </a:lnTo>
                <a:cubicBezTo>
                  <a:pt x="110301" y="8221"/>
                  <a:pt x="110360" y="8061"/>
                  <a:pt x="110418" y="7886"/>
                </a:cubicBezTo>
                <a:close/>
                <a:moveTo>
                  <a:pt x="107386" y="7798"/>
                </a:moveTo>
                <a:cubicBezTo>
                  <a:pt x="107386" y="7842"/>
                  <a:pt x="107401" y="7900"/>
                  <a:pt x="107401" y="7944"/>
                </a:cubicBezTo>
                <a:cubicBezTo>
                  <a:pt x="107415" y="8119"/>
                  <a:pt x="107415" y="8279"/>
                  <a:pt x="107415" y="8425"/>
                </a:cubicBezTo>
                <a:cubicBezTo>
                  <a:pt x="107357" y="8410"/>
                  <a:pt x="107313" y="8410"/>
                  <a:pt x="107255" y="8396"/>
                </a:cubicBezTo>
                <a:cubicBezTo>
                  <a:pt x="107226" y="8323"/>
                  <a:pt x="107211" y="8250"/>
                  <a:pt x="107197" y="8177"/>
                </a:cubicBezTo>
                <a:cubicBezTo>
                  <a:pt x="107241" y="8046"/>
                  <a:pt x="107313" y="7915"/>
                  <a:pt x="107386" y="7798"/>
                </a:cubicBezTo>
                <a:close/>
                <a:moveTo>
                  <a:pt x="115548" y="7667"/>
                </a:moveTo>
                <a:cubicBezTo>
                  <a:pt x="115548" y="7740"/>
                  <a:pt x="115548" y="7827"/>
                  <a:pt x="115534" y="7915"/>
                </a:cubicBezTo>
                <a:cubicBezTo>
                  <a:pt x="115490" y="8075"/>
                  <a:pt x="115432" y="8250"/>
                  <a:pt x="115373" y="8454"/>
                </a:cubicBezTo>
                <a:cubicBezTo>
                  <a:pt x="115315" y="8367"/>
                  <a:pt x="115271" y="8279"/>
                  <a:pt x="115227" y="8192"/>
                </a:cubicBezTo>
                <a:cubicBezTo>
                  <a:pt x="115315" y="8017"/>
                  <a:pt x="115432" y="7842"/>
                  <a:pt x="115548" y="7667"/>
                </a:cubicBezTo>
                <a:close/>
                <a:moveTo>
                  <a:pt x="118755" y="7813"/>
                </a:moveTo>
                <a:cubicBezTo>
                  <a:pt x="118623" y="8017"/>
                  <a:pt x="118463" y="8265"/>
                  <a:pt x="118303" y="8556"/>
                </a:cubicBezTo>
                <a:cubicBezTo>
                  <a:pt x="118259" y="8454"/>
                  <a:pt x="118215" y="8367"/>
                  <a:pt x="118186" y="8279"/>
                </a:cubicBezTo>
                <a:cubicBezTo>
                  <a:pt x="118259" y="8221"/>
                  <a:pt x="118346" y="8163"/>
                  <a:pt x="118434" y="8104"/>
                </a:cubicBezTo>
                <a:lnTo>
                  <a:pt x="118434" y="8104"/>
                </a:lnTo>
                <a:cubicBezTo>
                  <a:pt x="118434" y="8104"/>
                  <a:pt x="118332" y="8134"/>
                  <a:pt x="118142" y="8206"/>
                </a:cubicBezTo>
                <a:cubicBezTo>
                  <a:pt x="118128" y="8177"/>
                  <a:pt x="118113" y="8148"/>
                  <a:pt x="118099" y="8134"/>
                </a:cubicBezTo>
                <a:cubicBezTo>
                  <a:pt x="118288" y="8032"/>
                  <a:pt x="118507" y="7929"/>
                  <a:pt x="118755" y="7813"/>
                </a:cubicBezTo>
                <a:close/>
                <a:moveTo>
                  <a:pt x="117938" y="8221"/>
                </a:moveTo>
                <a:cubicBezTo>
                  <a:pt x="117938" y="8236"/>
                  <a:pt x="117953" y="8265"/>
                  <a:pt x="117953" y="8294"/>
                </a:cubicBezTo>
                <a:cubicBezTo>
                  <a:pt x="117793" y="8367"/>
                  <a:pt x="117603" y="8454"/>
                  <a:pt x="117385" y="8571"/>
                </a:cubicBezTo>
                <a:cubicBezTo>
                  <a:pt x="117399" y="8542"/>
                  <a:pt x="117414" y="8527"/>
                  <a:pt x="117414" y="8498"/>
                </a:cubicBezTo>
                <a:cubicBezTo>
                  <a:pt x="117574" y="8410"/>
                  <a:pt x="117734" y="8323"/>
                  <a:pt x="117938" y="8221"/>
                </a:cubicBezTo>
                <a:close/>
                <a:moveTo>
                  <a:pt x="31948" y="8483"/>
                </a:moveTo>
                <a:lnTo>
                  <a:pt x="32400" y="8498"/>
                </a:lnTo>
                <a:cubicBezTo>
                  <a:pt x="32400" y="8512"/>
                  <a:pt x="32400" y="8527"/>
                  <a:pt x="32385" y="8542"/>
                </a:cubicBezTo>
                <a:cubicBezTo>
                  <a:pt x="32254" y="8556"/>
                  <a:pt x="32138" y="8571"/>
                  <a:pt x="32006" y="8585"/>
                </a:cubicBezTo>
                <a:cubicBezTo>
                  <a:pt x="31992" y="8542"/>
                  <a:pt x="31977" y="8512"/>
                  <a:pt x="31948" y="8483"/>
                </a:cubicBezTo>
                <a:close/>
                <a:moveTo>
                  <a:pt x="26774" y="7303"/>
                </a:moveTo>
                <a:cubicBezTo>
                  <a:pt x="26818" y="7536"/>
                  <a:pt x="26862" y="7740"/>
                  <a:pt x="26891" y="7944"/>
                </a:cubicBezTo>
                <a:cubicBezTo>
                  <a:pt x="26803" y="8163"/>
                  <a:pt x="26730" y="8381"/>
                  <a:pt x="26658" y="8614"/>
                </a:cubicBezTo>
                <a:cubicBezTo>
                  <a:pt x="26614" y="8469"/>
                  <a:pt x="26570" y="8308"/>
                  <a:pt x="26512" y="8163"/>
                </a:cubicBezTo>
                <a:cubicBezTo>
                  <a:pt x="26585" y="7813"/>
                  <a:pt x="26658" y="7551"/>
                  <a:pt x="26774" y="7303"/>
                </a:cubicBezTo>
                <a:close/>
                <a:moveTo>
                  <a:pt x="114703" y="8308"/>
                </a:moveTo>
                <a:cubicBezTo>
                  <a:pt x="114732" y="8381"/>
                  <a:pt x="114747" y="8440"/>
                  <a:pt x="114761" y="8512"/>
                </a:cubicBezTo>
                <a:cubicBezTo>
                  <a:pt x="114747" y="8542"/>
                  <a:pt x="114717" y="8585"/>
                  <a:pt x="114688" y="8614"/>
                </a:cubicBezTo>
                <a:cubicBezTo>
                  <a:pt x="114688" y="8556"/>
                  <a:pt x="114674" y="8483"/>
                  <a:pt x="114674" y="8425"/>
                </a:cubicBezTo>
                <a:lnTo>
                  <a:pt x="114703" y="8308"/>
                </a:lnTo>
                <a:close/>
                <a:moveTo>
                  <a:pt x="30461" y="8600"/>
                </a:moveTo>
                <a:cubicBezTo>
                  <a:pt x="30476" y="8629"/>
                  <a:pt x="30505" y="8644"/>
                  <a:pt x="30534" y="8658"/>
                </a:cubicBezTo>
                <a:cubicBezTo>
                  <a:pt x="30520" y="8687"/>
                  <a:pt x="30520" y="8717"/>
                  <a:pt x="30505" y="8760"/>
                </a:cubicBezTo>
                <a:cubicBezTo>
                  <a:pt x="30491" y="8702"/>
                  <a:pt x="30476" y="8658"/>
                  <a:pt x="30461" y="8600"/>
                </a:cubicBezTo>
                <a:close/>
                <a:moveTo>
                  <a:pt x="119993" y="8425"/>
                </a:moveTo>
                <a:cubicBezTo>
                  <a:pt x="120037" y="8542"/>
                  <a:pt x="120081" y="8644"/>
                  <a:pt x="120110" y="8746"/>
                </a:cubicBezTo>
                <a:cubicBezTo>
                  <a:pt x="120052" y="8804"/>
                  <a:pt x="119993" y="8862"/>
                  <a:pt x="119935" y="8906"/>
                </a:cubicBezTo>
                <a:cubicBezTo>
                  <a:pt x="119979" y="8746"/>
                  <a:pt x="119993" y="8585"/>
                  <a:pt x="119993" y="8425"/>
                </a:cubicBezTo>
                <a:close/>
                <a:moveTo>
                  <a:pt x="29733" y="7973"/>
                </a:moveTo>
                <a:cubicBezTo>
                  <a:pt x="29762" y="8046"/>
                  <a:pt x="29791" y="8104"/>
                  <a:pt x="29820" y="8163"/>
                </a:cubicBezTo>
                <a:cubicBezTo>
                  <a:pt x="29806" y="8367"/>
                  <a:pt x="29820" y="8600"/>
                  <a:pt x="29835" y="8848"/>
                </a:cubicBezTo>
                <a:cubicBezTo>
                  <a:pt x="29631" y="8877"/>
                  <a:pt x="29427" y="8906"/>
                  <a:pt x="29223" y="8921"/>
                </a:cubicBezTo>
                <a:cubicBezTo>
                  <a:pt x="29456" y="8600"/>
                  <a:pt x="29616" y="8279"/>
                  <a:pt x="29733" y="7973"/>
                </a:cubicBezTo>
                <a:close/>
                <a:moveTo>
                  <a:pt x="115125" y="8396"/>
                </a:moveTo>
                <a:cubicBezTo>
                  <a:pt x="115155" y="8512"/>
                  <a:pt x="115198" y="8629"/>
                  <a:pt x="115227" y="8746"/>
                </a:cubicBezTo>
                <a:cubicBezTo>
                  <a:pt x="115198" y="8804"/>
                  <a:pt x="115155" y="8862"/>
                  <a:pt x="115125" y="8921"/>
                </a:cubicBezTo>
                <a:cubicBezTo>
                  <a:pt x="115111" y="8819"/>
                  <a:pt x="115082" y="8717"/>
                  <a:pt x="115038" y="8614"/>
                </a:cubicBezTo>
                <a:cubicBezTo>
                  <a:pt x="115053" y="8585"/>
                  <a:pt x="115053" y="8542"/>
                  <a:pt x="115053" y="8512"/>
                </a:cubicBezTo>
                <a:cubicBezTo>
                  <a:pt x="115082" y="8469"/>
                  <a:pt x="115096" y="8425"/>
                  <a:pt x="115125" y="8396"/>
                </a:cubicBezTo>
                <a:close/>
                <a:moveTo>
                  <a:pt x="114266" y="8367"/>
                </a:moveTo>
                <a:lnTo>
                  <a:pt x="114266" y="8425"/>
                </a:lnTo>
                <a:cubicBezTo>
                  <a:pt x="114149" y="8614"/>
                  <a:pt x="114032" y="8804"/>
                  <a:pt x="113916" y="8979"/>
                </a:cubicBezTo>
                <a:cubicBezTo>
                  <a:pt x="113930" y="8921"/>
                  <a:pt x="113945" y="8848"/>
                  <a:pt x="113959" y="8775"/>
                </a:cubicBezTo>
                <a:cubicBezTo>
                  <a:pt x="114032" y="8644"/>
                  <a:pt x="114134" y="8512"/>
                  <a:pt x="114266" y="8367"/>
                </a:cubicBezTo>
                <a:close/>
                <a:moveTo>
                  <a:pt x="116933" y="7128"/>
                </a:moveTo>
                <a:lnTo>
                  <a:pt x="116933" y="7128"/>
                </a:lnTo>
                <a:cubicBezTo>
                  <a:pt x="116947" y="7507"/>
                  <a:pt x="116904" y="7871"/>
                  <a:pt x="116860" y="8236"/>
                </a:cubicBezTo>
                <a:cubicBezTo>
                  <a:pt x="116802" y="8352"/>
                  <a:pt x="116758" y="8469"/>
                  <a:pt x="116729" y="8585"/>
                </a:cubicBezTo>
                <a:cubicBezTo>
                  <a:pt x="116510" y="8717"/>
                  <a:pt x="116291" y="8862"/>
                  <a:pt x="116102" y="9037"/>
                </a:cubicBezTo>
                <a:cubicBezTo>
                  <a:pt x="116204" y="8717"/>
                  <a:pt x="116233" y="8483"/>
                  <a:pt x="116233" y="8483"/>
                </a:cubicBezTo>
                <a:lnTo>
                  <a:pt x="116233" y="8483"/>
                </a:lnTo>
                <a:cubicBezTo>
                  <a:pt x="116175" y="8600"/>
                  <a:pt x="116131" y="8687"/>
                  <a:pt x="116087" y="8775"/>
                </a:cubicBezTo>
                <a:cubicBezTo>
                  <a:pt x="116087" y="8644"/>
                  <a:pt x="116073" y="8498"/>
                  <a:pt x="116058" y="8367"/>
                </a:cubicBezTo>
                <a:cubicBezTo>
                  <a:pt x="116321" y="7959"/>
                  <a:pt x="116612" y="7536"/>
                  <a:pt x="116933" y="7128"/>
                </a:cubicBezTo>
                <a:close/>
                <a:moveTo>
                  <a:pt x="27561" y="6195"/>
                </a:moveTo>
                <a:cubicBezTo>
                  <a:pt x="27926" y="6632"/>
                  <a:pt x="28130" y="6938"/>
                  <a:pt x="28275" y="7274"/>
                </a:cubicBezTo>
                <a:cubicBezTo>
                  <a:pt x="28188" y="7988"/>
                  <a:pt x="28028" y="8644"/>
                  <a:pt x="27882" y="9110"/>
                </a:cubicBezTo>
                <a:cubicBezTo>
                  <a:pt x="27838" y="9110"/>
                  <a:pt x="27780" y="9125"/>
                  <a:pt x="27721" y="9125"/>
                </a:cubicBezTo>
                <a:cubicBezTo>
                  <a:pt x="27780" y="8512"/>
                  <a:pt x="27590" y="7857"/>
                  <a:pt x="27343" y="7274"/>
                </a:cubicBezTo>
                <a:cubicBezTo>
                  <a:pt x="27401" y="7011"/>
                  <a:pt x="27488" y="6749"/>
                  <a:pt x="27590" y="6487"/>
                </a:cubicBezTo>
                <a:lnTo>
                  <a:pt x="27590" y="6487"/>
                </a:lnTo>
                <a:cubicBezTo>
                  <a:pt x="27590" y="6487"/>
                  <a:pt x="27444" y="6720"/>
                  <a:pt x="27255" y="7113"/>
                </a:cubicBezTo>
                <a:cubicBezTo>
                  <a:pt x="27197" y="6997"/>
                  <a:pt x="27138" y="6880"/>
                  <a:pt x="27080" y="6764"/>
                </a:cubicBezTo>
                <a:cubicBezTo>
                  <a:pt x="27211" y="6589"/>
                  <a:pt x="27357" y="6399"/>
                  <a:pt x="27561" y="6195"/>
                </a:cubicBezTo>
                <a:close/>
                <a:moveTo>
                  <a:pt x="114032" y="7244"/>
                </a:moveTo>
                <a:cubicBezTo>
                  <a:pt x="114091" y="7419"/>
                  <a:pt x="114134" y="7580"/>
                  <a:pt x="114178" y="7725"/>
                </a:cubicBezTo>
                <a:cubicBezTo>
                  <a:pt x="114076" y="7900"/>
                  <a:pt x="113901" y="8250"/>
                  <a:pt x="113741" y="8673"/>
                </a:cubicBezTo>
                <a:cubicBezTo>
                  <a:pt x="113610" y="8833"/>
                  <a:pt x="113493" y="9008"/>
                  <a:pt x="113406" y="9197"/>
                </a:cubicBezTo>
                <a:cubicBezTo>
                  <a:pt x="113362" y="9197"/>
                  <a:pt x="113318" y="9197"/>
                  <a:pt x="113274" y="9183"/>
                </a:cubicBezTo>
                <a:cubicBezTo>
                  <a:pt x="113318" y="9023"/>
                  <a:pt x="113333" y="8862"/>
                  <a:pt x="113347" y="8702"/>
                </a:cubicBezTo>
                <a:cubicBezTo>
                  <a:pt x="113493" y="8542"/>
                  <a:pt x="113668" y="8381"/>
                  <a:pt x="113887" y="8163"/>
                </a:cubicBezTo>
                <a:lnTo>
                  <a:pt x="113887" y="8163"/>
                </a:lnTo>
                <a:cubicBezTo>
                  <a:pt x="113886" y="8163"/>
                  <a:pt x="113668" y="8279"/>
                  <a:pt x="113362" y="8498"/>
                </a:cubicBezTo>
                <a:lnTo>
                  <a:pt x="113362" y="8454"/>
                </a:lnTo>
                <a:cubicBezTo>
                  <a:pt x="113377" y="8440"/>
                  <a:pt x="113377" y="8440"/>
                  <a:pt x="113377" y="8425"/>
                </a:cubicBezTo>
                <a:cubicBezTo>
                  <a:pt x="113566" y="8090"/>
                  <a:pt x="113712" y="7755"/>
                  <a:pt x="113814" y="7449"/>
                </a:cubicBezTo>
                <a:cubicBezTo>
                  <a:pt x="113828" y="7419"/>
                  <a:pt x="113857" y="7390"/>
                  <a:pt x="113872" y="7361"/>
                </a:cubicBezTo>
                <a:cubicBezTo>
                  <a:pt x="113901" y="7332"/>
                  <a:pt x="113930" y="7303"/>
                  <a:pt x="113959" y="7288"/>
                </a:cubicBezTo>
                <a:cubicBezTo>
                  <a:pt x="113989" y="7274"/>
                  <a:pt x="114018" y="7259"/>
                  <a:pt x="114032" y="7244"/>
                </a:cubicBezTo>
                <a:close/>
                <a:moveTo>
                  <a:pt x="27007" y="9008"/>
                </a:moveTo>
                <a:cubicBezTo>
                  <a:pt x="27022" y="9095"/>
                  <a:pt x="27022" y="9183"/>
                  <a:pt x="27022" y="9227"/>
                </a:cubicBezTo>
                <a:cubicBezTo>
                  <a:pt x="27007" y="9227"/>
                  <a:pt x="26993" y="9227"/>
                  <a:pt x="26978" y="9241"/>
                </a:cubicBezTo>
                <a:cubicBezTo>
                  <a:pt x="26993" y="9154"/>
                  <a:pt x="27007" y="9081"/>
                  <a:pt x="27007" y="9008"/>
                </a:cubicBezTo>
                <a:close/>
                <a:moveTo>
                  <a:pt x="123783" y="8498"/>
                </a:moveTo>
                <a:lnTo>
                  <a:pt x="123783" y="8498"/>
                </a:lnTo>
                <a:cubicBezTo>
                  <a:pt x="123724" y="8702"/>
                  <a:pt x="123637" y="8964"/>
                  <a:pt x="123564" y="9285"/>
                </a:cubicBezTo>
                <a:cubicBezTo>
                  <a:pt x="123506" y="9314"/>
                  <a:pt x="123462" y="9343"/>
                  <a:pt x="123418" y="9372"/>
                </a:cubicBezTo>
                <a:cubicBezTo>
                  <a:pt x="123520" y="9081"/>
                  <a:pt x="123637" y="8789"/>
                  <a:pt x="123783" y="8498"/>
                </a:cubicBezTo>
                <a:close/>
                <a:moveTo>
                  <a:pt x="124832" y="8775"/>
                </a:moveTo>
                <a:cubicBezTo>
                  <a:pt x="125007" y="8979"/>
                  <a:pt x="125167" y="9154"/>
                  <a:pt x="125284" y="9329"/>
                </a:cubicBezTo>
                <a:cubicBezTo>
                  <a:pt x="125226" y="9372"/>
                  <a:pt x="125167" y="9431"/>
                  <a:pt x="125109" y="9474"/>
                </a:cubicBezTo>
                <a:cubicBezTo>
                  <a:pt x="124992" y="9241"/>
                  <a:pt x="124861" y="9023"/>
                  <a:pt x="124730" y="8833"/>
                </a:cubicBezTo>
                <a:cubicBezTo>
                  <a:pt x="124759" y="8819"/>
                  <a:pt x="124803" y="8789"/>
                  <a:pt x="124832" y="8775"/>
                </a:cubicBezTo>
                <a:close/>
                <a:moveTo>
                  <a:pt x="11880" y="9493"/>
                </a:moveTo>
                <a:cubicBezTo>
                  <a:pt x="11880" y="9497"/>
                  <a:pt x="11879" y="9500"/>
                  <a:pt x="11879" y="9504"/>
                </a:cubicBezTo>
                <a:cubicBezTo>
                  <a:pt x="11881" y="9507"/>
                  <a:pt x="11884" y="9511"/>
                  <a:pt x="11888" y="9516"/>
                </a:cubicBezTo>
                <a:lnTo>
                  <a:pt x="11888" y="9516"/>
                </a:lnTo>
                <a:cubicBezTo>
                  <a:pt x="11885" y="9508"/>
                  <a:pt x="11883" y="9501"/>
                  <a:pt x="11880" y="9493"/>
                </a:cubicBezTo>
                <a:close/>
                <a:moveTo>
                  <a:pt x="25215" y="8571"/>
                </a:moveTo>
                <a:cubicBezTo>
                  <a:pt x="25331" y="8775"/>
                  <a:pt x="25477" y="8964"/>
                  <a:pt x="25652" y="9154"/>
                </a:cubicBezTo>
                <a:cubicBezTo>
                  <a:pt x="25637" y="9256"/>
                  <a:pt x="25608" y="9343"/>
                  <a:pt x="25608" y="9445"/>
                </a:cubicBezTo>
                <a:cubicBezTo>
                  <a:pt x="25404" y="9474"/>
                  <a:pt x="25200" y="9504"/>
                  <a:pt x="25011" y="9533"/>
                </a:cubicBezTo>
                <a:cubicBezTo>
                  <a:pt x="24981" y="9474"/>
                  <a:pt x="24967" y="9416"/>
                  <a:pt x="24938" y="9358"/>
                </a:cubicBezTo>
                <a:cubicBezTo>
                  <a:pt x="24981" y="9110"/>
                  <a:pt x="25069" y="8877"/>
                  <a:pt x="25215" y="8571"/>
                </a:cubicBezTo>
                <a:close/>
                <a:moveTo>
                  <a:pt x="24398" y="9110"/>
                </a:moveTo>
                <a:lnTo>
                  <a:pt x="24398" y="9110"/>
                </a:lnTo>
                <a:cubicBezTo>
                  <a:pt x="24384" y="9299"/>
                  <a:pt x="24384" y="9474"/>
                  <a:pt x="24355" y="9635"/>
                </a:cubicBezTo>
                <a:lnTo>
                  <a:pt x="24194" y="9664"/>
                </a:lnTo>
                <a:cubicBezTo>
                  <a:pt x="24180" y="9635"/>
                  <a:pt x="24180" y="9620"/>
                  <a:pt x="24165" y="9591"/>
                </a:cubicBezTo>
                <a:cubicBezTo>
                  <a:pt x="24224" y="9445"/>
                  <a:pt x="24296" y="9285"/>
                  <a:pt x="24398" y="9110"/>
                </a:cubicBezTo>
                <a:close/>
                <a:moveTo>
                  <a:pt x="9591" y="9664"/>
                </a:moveTo>
                <a:cubicBezTo>
                  <a:pt x="9591" y="9664"/>
                  <a:pt x="9605" y="9678"/>
                  <a:pt x="9605" y="9678"/>
                </a:cubicBezTo>
                <a:cubicBezTo>
                  <a:pt x="9605" y="9664"/>
                  <a:pt x="9591" y="9664"/>
                  <a:pt x="9591" y="9664"/>
                </a:cubicBezTo>
                <a:close/>
                <a:moveTo>
                  <a:pt x="117982" y="8410"/>
                </a:moveTo>
                <a:cubicBezTo>
                  <a:pt x="118026" y="8600"/>
                  <a:pt x="118070" y="8760"/>
                  <a:pt x="118084" y="8906"/>
                </a:cubicBezTo>
                <a:cubicBezTo>
                  <a:pt x="117807" y="9168"/>
                  <a:pt x="117545" y="9474"/>
                  <a:pt x="117341" y="9824"/>
                </a:cubicBezTo>
                <a:cubicBezTo>
                  <a:pt x="117297" y="9810"/>
                  <a:pt x="117253" y="9810"/>
                  <a:pt x="117224" y="9795"/>
                </a:cubicBezTo>
                <a:cubicBezTo>
                  <a:pt x="117210" y="9737"/>
                  <a:pt x="117195" y="9664"/>
                  <a:pt x="117195" y="9591"/>
                </a:cubicBezTo>
                <a:cubicBezTo>
                  <a:pt x="117210" y="9387"/>
                  <a:pt x="117224" y="9168"/>
                  <a:pt x="117224" y="8979"/>
                </a:cubicBezTo>
                <a:cubicBezTo>
                  <a:pt x="117443" y="8804"/>
                  <a:pt x="117691" y="8629"/>
                  <a:pt x="117982" y="8410"/>
                </a:cubicBezTo>
                <a:close/>
                <a:moveTo>
                  <a:pt x="22416" y="9489"/>
                </a:moveTo>
                <a:lnTo>
                  <a:pt x="22416" y="9489"/>
                </a:lnTo>
                <a:cubicBezTo>
                  <a:pt x="22518" y="9620"/>
                  <a:pt x="22620" y="9751"/>
                  <a:pt x="22722" y="9897"/>
                </a:cubicBezTo>
                <a:cubicBezTo>
                  <a:pt x="22635" y="9912"/>
                  <a:pt x="22547" y="9926"/>
                  <a:pt x="22475" y="9941"/>
                </a:cubicBezTo>
                <a:cubicBezTo>
                  <a:pt x="22445" y="9795"/>
                  <a:pt x="22431" y="9649"/>
                  <a:pt x="22416" y="9489"/>
                </a:cubicBezTo>
                <a:close/>
                <a:moveTo>
                  <a:pt x="119571" y="8134"/>
                </a:moveTo>
                <a:cubicBezTo>
                  <a:pt x="119542" y="8512"/>
                  <a:pt x="119425" y="8891"/>
                  <a:pt x="119206" y="9460"/>
                </a:cubicBezTo>
                <a:cubicBezTo>
                  <a:pt x="119031" y="9081"/>
                  <a:pt x="118842" y="8833"/>
                  <a:pt x="118784" y="8789"/>
                </a:cubicBezTo>
                <a:lnTo>
                  <a:pt x="118784" y="8789"/>
                </a:lnTo>
                <a:cubicBezTo>
                  <a:pt x="118915" y="9197"/>
                  <a:pt x="119002" y="9518"/>
                  <a:pt x="119061" y="9795"/>
                </a:cubicBezTo>
                <a:cubicBezTo>
                  <a:pt x="119002" y="9897"/>
                  <a:pt x="118929" y="9999"/>
                  <a:pt x="118842" y="10087"/>
                </a:cubicBezTo>
                <a:cubicBezTo>
                  <a:pt x="118725" y="10072"/>
                  <a:pt x="118609" y="10043"/>
                  <a:pt x="118507" y="10028"/>
                </a:cubicBezTo>
                <a:cubicBezTo>
                  <a:pt x="118521" y="9810"/>
                  <a:pt x="118521" y="9606"/>
                  <a:pt x="118507" y="9416"/>
                </a:cubicBezTo>
                <a:cubicBezTo>
                  <a:pt x="118565" y="9241"/>
                  <a:pt x="118609" y="9081"/>
                  <a:pt x="118638" y="8935"/>
                </a:cubicBezTo>
                <a:cubicBezTo>
                  <a:pt x="118682" y="8891"/>
                  <a:pt x="118740" y="8833"/>
                  <a:pt x="118784" y="8789"/>
                </a:cubicBezTo>
                <a:cubicBezTo>
                  <a:pt x="119002" y="8585"/>
                  <a:pt x="119250" y="8367"/>
                  <a:pt x="119571" y="8134"/>
                </a:cubicBezTo>
                <a:close/>
                <a:moveTo>
                  <a:pt x="21134" y="8396"/>
                </a:moveTo>
                <a:cubicBezTo>
                  <a:pt x="21440" y="8600"/>
                  <a:pt x="21673" y="8775"/>
                  <a:pt x="21877" y="8935"/>
                </a:cubicBezTo>
                <a:cubicBezTo>
                  <a:pt x="21804" y="9299"/>
                  <a:pt x="21746" y="9678"/>
                  <a:pt x="21731" y="10072"/>
                </a:cubicBezTo>
                <a:cubicBezTo>
                  <a:pt x="21469" y="10116"/>
                  <a:pt x="21192" y="10159"/>
                  <a:pt x="20930" y="10218"/>
                </a:cubicBezTo>
                <a:cubicBezTo>
                  <a:pt x="20857" y="10057"/>
                  <a:pt x="20784" y="9912"/>
                  <a:pt x="20711" y="9751"/>
                </a:cubicBezTo>
                <a:cubicBezTo>
                  <a:pt x="20755" y="9343"/>
                  <a:pt x="20886" y="8950"/>
                  <a:pt x="21134" y="8396"/>
                </a:cubicBezTo>
                <a:close/>
                <a:moveTo>
                  <a:pt x="120256" y="9955"/>
                </a:moveTo>
                <a:cubicBezTo>
                  <a:pt x="120241" y="10072"/>
                  <a:pt x="120241" y="10189"/>
                  <a:pt x="120227" y="10305"/>
                </a:cubicBezTo>
                <a:cubicBezTo>
                  <a:pt x="120227" y="10320"/>
                  <a:pt x="120212" y="10334"/>
                  <a:pt x="120212" y="10349"/>
                </a:cubicBezTo>
                <a:cubicBezTo>
                  <a:pt x="120197" y="10334"/>
                  <a:pt x="120168" y="10334"/>
                  <a:pt x="120154" y="10334"/>
                </a:cubicBezTo>
                <a:cubicBezTo>
                  <a:pt x="120183" y="10203"/>
                  <a:pt x="120212" y="10087"/>
                  <a:pt x="120256" y="9955"/>
                </a:cubicBezTo>
                <a:close/>
                <a:moveTo>
                  <a:pt x="121946" y="9882"/>
                </a:moveTo>
                <a:cubicBezTo>
                  <a:pt x="121946" y="9999"/>
                  <a:pt x="121946" y="10101"/>
                  <a:pt x="121946" y="10218"/>
                </a:cubicBezTo>
                <a:cubicBezTo>
                  <a:pt x="121917" y="10261"/>
                  <a:pt x="121874" y="10320"/>
                  <a:pt x="121830" y="10363"/>
                </a:cubicBezTo>
                <a:cubicBezTo>
                  <a:pt x="121830" y="10203"/>
                  <a:pt x="121859" y="10057"/>
                  <a:pt x="121903" y="9912"/>
                </a:cubicBezTo>
                <a:cubicBezTo>
                  <a:pt x="121917" y="9897"/>
                  <a:pt x="121932" y="9897"/>
                  <a:pt x="121946" y="9882"/>
                </a:cubicBezTo>
                <a:close/>
                <a:moveTo>
                  <a:pt x="10582" y="10276"/>
                </a:moveTo>
                <a:lnTo>
                  <a:pt x="10582" y="10276"/>
                </a:lnTo>
                <a:cubicBezTo>
                  <a:pt x="10640" y="10305"/>
                  <a:pt x="10684" y="10334"/>
                  <a:pt x="10727" y="10363"/>
                </a:cubicBezTo>
                <a:cubicBezTo>
                  <a:pt x="10727" y="10378"/>
                  <a:pt x="10727" y="10393"/>
                  <a:pt x="10742" y="10407"/>
                </a:cubicBezTo>
                <a:cubicBezTo>
                  <a:pt x="10698" y="10393"/>
                  <a:pt x="10655" y="10363"/>
                  <a:pt x="10611" y="10349"/>
                </a:cubicBezTo>
                <a:cubicBezTo>
                  <a:pt x="10596" y="10320"/>
                  <a:pt x="10596" y="10291"/>
                  <a:pt x="10582" y="10276"/>
                </a:cubicBezTo>
                <a:close/>
                <a:moveTo>
                  <a:pt x="121232" y="10465"/>
                </a:moveTo>
                <a:cubicBezTo>
                  <a:pt x="121232" y="10495"/>
                  <a:pt x="121232" y="10524"/>
                  <a:pt x="121232" y="10538"/>
                </a:cubicBezTo>
                <a:lnTo>
                  <a:pt x="121174" y="10538"/>
                </a:lnTo>
                <a:lnTo>
                  <a:pt x="121232" y="10465"/>
                </a:lnTo>
                <a:close/>
                <a:moveTo>
                  <a:pt x="124526" y="9023"/>
                </a:moveTo>
                <a:cubicBezTo>
                  <a:pt x="124643" y="9299"/>
                  <a:pt x="124730" y="9533"/>
                  <a:pt x="124803" y="9751"/>
                </a:cubicBezTo>
                <a:cubicBezTo>
                  <a:pt x="124497" y="10028"/>
                  <a:pt x="124205" y="10334"/>
                  <a:pt x="123943" y="10655"/>
                </a:cubicBezTo>
                <a:cubicBezTo>
                  <a:pt x="123914" y="10465"/>
                  <a:pt x="123899" y="10276"/>
                  <a:pt x="123885" y="10072"/>
                </a:cubicBezTo>
                <a:cubicBezTo>
                  <a:pt x="124016" y="9737"/>
                  <a:pt x="124220" y="9416"/>
                  <a:pt x="124526" y="9023"/>
                </a:cubicBezTo>
                <a:close/>
                <a:moveTo>
                  <a:pt x="125687" y="10079"/>
                </a:moveTo>
                <a:cubicBezTo>
                  <a:pt x="125739" y="10201"/>
                  <a:pt x="125767" y="10313"/>
                  <a:pt x="125809" y="10451"/>
                </a:cubicBezTo>
                <a:cubicBezTo>
                  <a:pt x="125721" y="10538"/>
                  <a:pt x="125634" y="10611"/>
                  <a:pt x="125546" y="10699"/>
                </a:cubicBezTo>
                <a:cubicBezTo>
                  <a:pt x="125589" y="10501"/>
                  <a:pt x="125631" y="10303"/>
                  <a:pt x="125687" y="10079"/>
                </a:cubicBezTo>
                <a:close/>
                <a:moveTo>
                  <a:pt x="13803" y="7915"/>
                </a:moveTo>
                <a:cubicBezTo>
                  <a:pt x="13803" y="8279"/>
                  <a:pt x="13846" y="8717"/>
                  <a:pt x="13919" y="9212"/>
                </a:cubicBezTo>
                <a:cubicBezTo>
                  <a:pt x="13788" y="9678"/>
                  <a:pt x="13744" y="10189"/>
                  <a:pt x="13817" y="10728"/>
                </a:cubicBezTo>
                <a:cubicBezTo>
                  <a:pt x="13657" y="10597"/>
                  <a:pt x="13511" y="10451"/>
                  <a:pt x="13395" y="10291"/>
                </a:cubicBezTo>
                <a:cubicBezTo>
                  <a:pt x="13467" y="9533"/>
                  <a:pt x="13584" y="8717"/>
                  <a:pt x="13803" y="7915"/>
                </a:cubicBezTo>
                <a:close/>
                <a:moveTo>
                  <a:pt x="123448" y="9795"/>
                </a:moveTo>
                <a:lnTo>
                  <a:pt x="123418" y="9970"/>
                </a:lnTo>
                <a:cubicBezTo>
                  <a:pt x="123258" y="10232"/>
                  <a:pt x="123127" y="10524"/>
                  <a:pt x="123025" y="10815"/>
                </a:cubicBezTo>
                <a:cubicBezTo>
                  <a:pt x="123069" y="10567"/>
                  <a:pt x="123127" y="10305"/>
                  <a:pt x="123214" y="10028"/>
                </a:cubicBezTo>
                <a:cubicBezTo>
                  <a:pt x="123287" y="9955"/>
                  <a:pt x="123360" y="9868"/>
                  <a:pt x="123448" y="9795"/>
                </a:cubicBezTo>
                <a:close/>
                <a:moveTo>
                  <a:pt x="10786" y="10815"/>
                </a:moveTo>
                <a:cubicBezTo>
                  <a:pt x="10786" y="10815"/>
                  <a:pt x="10800" y="10830"/>
                  <a:pt x="10815" y="10844"/>
                </a:cubicBezTo>
                <a:cubicBezTo>
                  <a:pt x="10829" y="10874"/>
                  <a:pt x="10829" y="10917"/>
                  <a:pt x="10844" y="10961"/>
                </a:cubicBezTo>
                <a:cubicBezTo>
                  <a:pt x="10815" y="10917"/>
                  <a:pt x="10800" y="10859"/>
                  <a:pt x="10786" y="10815"/>
                </a:cubicBezTo>
                <a:close/>
                <a:moveTo>
                  <a:pt x="9664" y="10174"/>
                </a:moveTo>
                <a:lnTo>
                  <a:pt x="9664" y="10174"/>
                </a:lnTo>
                <a:cubicBezTo>
                  <a:pt x="9882" y="10261"/>
                  <a:pt x="10057" y="10349"/>
                  <a:pt x="10203" y="10436"/>
                </a:cubicBezTo>
                <a:cubicBezTo>
                  <a:pt x="10101" y="10597"/>
                  <a:pt x="9999" y="10786"/>
                  <a:pt x="9911" y="10976"/>
                </a:cubicBezTo>
                <a:cubicBezTo>
                  <a:pt x="9824" y="10713"/>
                  <a:pt x="9736" y="10451"/>
                  <a:pt x="9664" y="10174"/>
                </a:cubicBezTo>
                <a:close/>
                <a:moveTo>
                  <a:pt x="16616" y="8921"/>
                </a:moveTo>
                <a:lnTo>
                  <a:pt x="16616" y="8921"/>
                </a:lnTo>
                <a:cubicBezTo>
                  <a:pt x="16863" y="9227"/>
                  <a:pt x="17097" y="9591"/>
                  <a:pt x="17359" y="10057"/>
                </a:cubicBezTo>
                <a:cubicBezTo>
                  <a:pt x="17344" y="10349"/>
                  <a:pt x="17344" y="10626"/>
                  <a:pt x="17359" y="10917"/>
                </a:cubicBezTo>
                <a:cubicBezTo>
                  <a:pt x="17213" y="10946"/>
                  <a:pt x="17082" y="10976"/>
                  <a:pt x="16951" y="11005"/>
                </a:cubicBezTo>
                <a:cubicBezTo>
                  <a:pt x="16834" y="10495"/>
                  <a:pt x="16688" y="9751"/>
                  <a:pt x="16616" y="8921"/>
                </a:cubicBezTo>
                <a:close/>
                <a:moveTo>
                  <a:pt x="124759" y="10684"/>
                </a:moveTo>
                <a:cubicBezTo>
                  <a:pt x="124686" y="10874"/>
                  <a:pt x="124628" y="11063"/>
                  <a:pt x="124584" y="11267"/>
                </a:cubicBezTo>
                <a:cubicBezTo>
                  <a:pt x="124541" y="11252"/>
                  <a:pt x="124482" y="11238"/>
                  <a:pt x="124439" y="11223"/>
                </a:cubicBezTo>
                <a:cubicBezTo>
                  <a:pt x="124526" y="11048"/>
                  <a:pt x="124643" y="10874"/>
                  <a:pt x="124759" y="10684"/>
                </a:cubicBezTo>
                <a:close/>
                <a:moveTo>
                  <a:pt x="9591" y="10203"/>
                </a:moveTo>
                <a:cubicBezTo>
                  <a:pt x="9591" y="10465"/>
                  <a:pt x="9605" y="10844"/>
                  <a:pt x="9649" y="11296"/>
                </a:cubicBezTo>
                <a:cubicBezTo>
                  <a:pt x="9634" y="11282"/>
                  <a:pt x="9634" y="11267"/>
                  <a:pt x="9620" y="11252"/>
                </a:cubicBezTo>
                <a:cubicBezTo>
                  <a:pt x="9547" y="10946"/>
                  <a:pt x="9547" y="10640"/>
                  <a:pt x="9591" y="10203"/>
                </a:cubicBezTo>
                <a:close/>
                <a:moveTo>
                  <a:pt x="15012" y="7565"/>
                </a:moveTo>
                <a:cubicBezTo>
                  <a:pt x="15391" y="7813"/>
                  <a:pt x="15697" y="8032"/>
                  <a:pt x="15945" y="8236"/>
                </a:cubicBezTo>
                <a:cubicBezTo>
                  <a:pt x="15756" y="9168"/>
                  <a:pt x="15668" y="10232"/>
                  <a:pt x="15931" y="11238"/>
                </a:cubicBezTo>
                <a:cubicBezTo>
                  <a:pt x="15814" y="11252"/>
                  <a:pt x="15712" y="11282"/>
                  <a:pt x="15595" y="11311"/>
                </a:cubicBezTo>
                <a:cubicBezTo>
                  <a:pt x="15246" y="10728"/>
                  <a:pt x="14837" y="10014"/>
                  <a:pt x="14502" y="9241"/>
                </a:cubicBezTo>
                <a:cubicBezTo>
                  <a:pt x="14546" y="8746"/>
                  <a:pt x="14706" y="8265"/>
                  <a:pt x="15012" y="7565"/>
                </a:cubicBezTo>
                <a:close/>
                <a:moveTo>
                  <a:pt x="125867" y="11427"/>
                </a:moveTo>
                <a:lnTo>
                  <a:pt x="125867" y="11427"/>
                </a:lnTo>
                <a:cubicBezTo>
                  <a:pt x="125852" y="11471"/>
                  <a:pt x="125838" y="11515"/>
                  <a:pt x="125823" y="11559"/>
                </a:cubicBezTo>
                <a:cubicBezTo>
                  <a:pt x="125809" y="11544"/>
                  <a:pt x="125794" y="11544"/>
                  <a:pt x="125780" y="11544"/>
                </a:cubicBezTo>
                <a:cubicBezTo>
                  <a:pt x="125809" y="11500"/>
                  <a:pt x="125838" y="11457"/>
                  <a:pt x="125867" y="11427"/>
                </a:cubicBezTo>
                <a:close/>
                <a:moveTo>
                  <a:pt x="13335" y="11252"/>
                </a:moveTo>
                <a:lnTo>
                  <a:pt x="13335" y="11252"/>
                </a:lnTo>
                <a:cubicBezTo>
                  <a:pt x="13477" y="11393"/>
                  <a:pt x="13619" y="11534"/>
                  <a:pt x="13788" y="11675"/>
                </a:cubicBezTo>
                <a:cubicBezTo>
                  <a:pt x="13774" y="11704"/>
                  <a:pt x="13774" y="11719"/>
                  <a:pt x="13774" y="11748"/>
                </a:cubicBezTo>
                <a:cubicBezTo>
                  <a:pt x="13613" y="11777"/>
                  <a:pt x="13467" y="11821"/>
                  <a:pt x="13307" y="11865"/>
                </a:cubicBezTo>
                <a:cubicBezTo>
                  <a:pt x="13307" y="11665"/>
                  <a:pt x="13321" y="11465"/>
                  <a:pt x="13335" y="11252"/>
                </a:cubicBezTo>
                <a:close/>
                <a:moveTo>
                  <a:pt x="134116" y="11748"/>
                </a:moveTo>
                <a:cubicBezTo>
                  <a:pt x="134116" y="11763"/>
                  <a:pt x="134131" y="11777"/>
                  <a:pt x="134145" y="11806"/>
                </a:cubicBezTo>
                <a:cubicBezTo>
                  <a:pt x="134072" y="11835"/>
                  <a:pt x="134000" y="11865"/>
                  <a:pt x="133927" y="11908"/>
                </a:cubicBezTo>
                <a:cubicBezTo>
                  <a:pt x="133985" y="11850"/>
                  <a:pt x="134043" y="11792"/>
                  <a:pt x="134116" y="11748"/>
                </a:cubicBezTo>
                <a:close/>
                <a:moveTo>
                  <a:pt x="9270" y="11311"/>
                </a:moveTo>
                <a:cubicBezTo>
                  <a:pt x="9285" y="11617"/>
                  <a:pt x="9357" y="11937"/>
                  <a:pt x="9503" y="12258"/>
                </a:cubicBezTo>
                <a:cubicBezTo>
                  <a:pt x="9314" y="12142"/>
                  <a:pt x="9153" y="12025"/>
                  <a:pt x="9022" y="11894"/>
                </a:cubicBezTo>
                <a:cubicBezTo>
                  <a:pt x="9095" y="11719"/>
                  <a:pt x="9168" y="11529"/>
                  <a:pt x="9270" y="11311"/>
                </a:cubicBezTo>
                <a:close/>
                <a:moveTo>
                  <a:pt x="129583" y="11704"/>
                </a:moveTo>
                <a:cubicBezTo>
                  <a:pt x="129642" y="11879"/>
                  <a:pt x="129671" y="12040"/>
                  <a:pt x="129686" y="12185"/>
                </a:cubicBezTo>
                <a:cubicBezTo>
                  <a:pt x="129569" y="12273"/>
                  <a:pt x="129452" y="12375"/>
                  <a:pt x="129350" y="12477"/>
                </a:cubicBezTo>
                <a:cubicBezTo>
                  <a:pt x="129146" y="12418"/>
                  <a:pt x="128928" y="12360"/>
                  <a:pt x="128724" y="12302"/>
                </a:cubicBezTo>
                <a:cubicBezTo>
                  <a:pt x="128928" y="12112"/>
                  <a:pt x="129190" y="11923"/>
                  <a:pt x="129583" y="11704"/>
                </a:cubicBezTo>
                <a:close/>
                <a:moveTo>
                  <a:pt x="10319" y="10917"/>
                </a:moveTo>
                <a:cubicBezTo>
                  <a:pt x="10421" y="11442"/>
                  <a:pt x="10596" y="12010"/>
                  <a:pt x="10931" y="12506"/>
                </a:cubicBezTo>
                <a:cubicBezTo>
                  <a:pt x="10873" y="12520"/>
                  <a:pt x="10829" y="12535"/>
                  <a:pt x="10771" y="12550"/>
                </a:cubicBezTo>
                <a:cubicBezTo>
                  <a:pt x="10669" y="12448"/>
                  <a:pt x="10567" y="12331"/>
                  <a:pt x="10451" y="12214"/>
                </a:cubicBezTo>
                <a:cubicBezTo>
                  <a:pt x="10349" y="12025"/>
                  <a:pt x="10261" y="11821"/>
                  <a:pt x="10159" y="11617"/>
                </a:cubicBezTo>
                <a:cubicBezTo>
                  <a:pt x="10188" y="11398"/>
                  <a:pt x="10232" y="11165"/>
                  <a:pt x="10319" y="10917"/>
                </a:cubicBezTo>
                <a:close/>
                <a:moveTo>
                  <a:pt x="6472" y="11180"/>
                </a:moveTo>
                <a:lnTo>
                  <a:pt x="6472" y="11180"/>
                </a:lnTo>
                <a:cubicBezTo>
                  <a:pt x="6661" y="11340"/>
                  <a:pt x="6836" y="11500"/>
                  <a:pt x="7040" y="11719"/>
                </a:cubicBezTo>
                <a:cubicBezTo>
                  <a:pt x="7055" y="11981"/>
                  <a:pt x="7084" y="12316"/>
                  <a:pt x="7142" y="12652"/>
                </a:cubicBezTo>
                <a:cubicBezTo>
                  <a:pt x="6953" y="12273"/>
                  <a:pt x="6705" y="11763"/>
                  <a:pt x="6472" y="11180"/>
                </a:cubicBezTo>
                <a:close/>
                <a:moveTo>
                  <a:pt x="134349" y="12273"/>
                </a:moveTo>
                <a:cubicBezTo>
                  <a:pt x="134379" y="12346"/>
                  <a:pt x="134408" y="12433"/>
                  <a:pt x="134437" y="12506"/>
                </a:cubicBezTo>
                <a:cubicBezTo>
                  <a:pt x="134335" y="12550"/>
                  <a:pt x="134233" y="12608"/>
                  <a:pt x="134131" y="12666"/>
                </a:cubicBezTo>
                <a:cubicBezTo>
                  <a:pt x="134189" y="12535"/>
                  <a:pt x="134262" y="12404"/>
                  <a:pt x="134349" y="12273"/>
                </a:cubicBezTo>
                <a:close/>
                <a:moveTo>
                  <a:pt x="131260" y="12185"/>
                </a:moveTo>
                <a:lnTo>
                  <a:pt x="131260" y="12200"/>
                </a:lnTo>
                <a:cubicBezTo>
                  <a:pt x="131187" y="12360"/>
                  <a:pt x="131114" y="12550"/>
                  <a:pt x="131056" y="12739"/>
                </a:cubicBezTo>
                <a:cubicBezTo>
                  <a:pt x="130997" y="12797"/>
                  <a:pt x="130939" y="12870"/>
                  <a:pt x="130881" y="12914"/>
                </a:cubicBezTo>
                <a:cubicBezTo>
                  <a:pt x="130779" y="12885"/>
                  <a:pt x="130691" y="12856"/>
                  <a:pt x="130589" y="12827"/>
                </a:cubicBezTo>
                <a:cubicBezTo>
                  <a:pt x="130793" y="12622"/>
                  <a:pt x="131026" y="12404"/>
                  <a:pt x="131260" y="12185"/>
                </a:cubicBezTo>
                <a:close/>
                <a:moveTo>
                  <a:pt x="4213" y="10801"/>
                </a:moveTo>
                <a:lnTo>
                  <a:pt x="4213" y="10801"/>
                </a:lnTo>
                <a:cubicBezTo>
                  <a:pt x="4300" y="11078"/>
                  <a:pt x="4431" y="11413"/>
                  <a:pt x="4592" y="11777"/>
                </a:cubicBezTo>
                <a:cubicBezTo>
                  <a:pt x="4621" y="12156"/>
                  <a:pt x="4694" y="12564"/>
                  <a:pt x="4883" y="12972"/>
                </a:cubicBezTo>
                <a:cubicBezTo>
                  <a:pt x="4737" y="12885"/>
                  <a:pt x="4592" y="12797"/>
                  <a:pt x="4475" y="12695"/>
                </a:cubicBezTo>
                <a:cubicBezTo>
                  <a:pt x="4344" y="12098"/>
                  <a:pt x="4242" y="11442"/>
                  <a:pt x="4213" y="10801"/>
                </a:cubicBezTo>
                <a:close/>
                <a:moveTo>
                  <a:pt x="132076" y="12579"/>
                </a:moveTo>
                <a:lnTo>
                  <a:pt x="132076" y="12579"/>
                </a:lnTo>
                <a:cubicBezTo>
                  <a:pt x="131945" y="12754"/>
                  <a:pt x="131799" y="12958"/>
                  <a:pt x="131668" y="13162"/>
                </a:cubicBezTo>
                <a:cubicBezTo>
                  <a:pt x="131639" y="13162"/>
                  <a:pt x="131595" y="13147"/>
                  <a:pt x="131566" y="13133"/>
                </a:cubicBezTo>
                <a:cubicBezTo>
                  <a:pt x="131580" y="13060"/>
                  <a:pt x="131595" y="12972"/>
                  <a:pt x="131624" y="12899"/>
                </a:cubicBezTo>
                <a:cubicBezTo>
                  <a:pt x="131755" y="12797"/>
                  <a:pt x="131915" y="12695"/>
                  <a:pt x="132076" y="12579"/>
                </a:cubicBezTo>
                <a:close/>
                <a:moveTo>
                  <a:pt x="134495" y="12666"/>
                </a:moveTo>
                <a:cubicBezTo>
                  <a:pt x="134495" y="12695"/>
                  <a:pt x="134510" y="12725"/>
                  <a:pt x="134510" y="12754"/>
                </a:cubicBezTo>
                <a:cubicBezTo>
                  <a:pt x="134262" y="12987"/>
                  <a:pt x="134000" y="13249"/>
                  <a:pt x="133766" y="13526"/>
                </a:cubicBezTo>
                <a:cubicBezTo>
                  <a:pt x="133810" y="13380"/>
                  <a:pt x="133868" y="13235"/>
                  <a:pt x="133941" y="13074"/>
                </a:cubicBezTo>
                <a:cubicBezTo>
                  <a:pt x="134087" y="12929"/>
                  <a:pt x="134262" y="12812"/>
                  <a:pt x="134495" y="12666"/>
                </a:cubicBezTo>
                <a:close/>
                <a:moveTo>
                  <a:pt x="134218" y="11981"/>
                </a:moveTo>
                <a:cubicBezTo>
                  <a:pt x="134262" y="12054"/>
                  <a:pt x="134291" y="12127"/>
                  <a:pt x="134320" y="12200"/>
                </a:cubicBezTo>
                <a:cubicBezTo>
                  <a:pt x="134160" y="12375"/>
                  <a:pt x="133941" y="12622"/>
                  <a:pt x="133708" y="12943"/>
                </a:cubicBezTo>
                <a:cubicBezTo>
                  <a:pt x="133460" y="13118"/>
                  <a:pt x="133227" y="13337"/>
                  <a:pt x="133038" y="13584"/>
                </a:cubicBezTo>
                <a:cubicBezTo>
                  <a:pt x="133023" y="13380"/>
                  <a:pt x="133052" y="13176"/>
                  <a:pt x="133140" y="12972"/>
                </a:cubicBezTo>
                <a:cubicBezTo>
                  <a:pt x="133358" y="12841"/>
                  <a:pt x="133635" y="12681"/>
                  <a:pt x="133985" y="12477"/>
                </a:cubicBezTo>
                <a:lnTo>
                  <a:pt x="133985" y="12477"/>
                </a:lnTo>
                <a:cubicBezTo>
                  <a:pt x="133985" y="12477"/>
                  <a:pt x="133693" y="12550"/>
                  <a:pt x="133285" y="12739"/>
                </a:cubicBezTo>
                <a:cubicBezTo>
                  <a:pt x="133315" y="12681"/>
                  <a:pt x="133358" y="12637"/>
                  <a:pt x="133387" y="12579"/>
                </a:cubicBezTo>
                <a:cubicBezTo>
                  <a:pt x="133621" y="12404"/>
                  <a:pt x="133883" y="12200"/>
                  <a:pt x="134218" y="11981"/>
                </a:cubicBezTo>
                <a:close/>
                <a:moveTo>
                  <a:pt x="5000" y="10363"/>
                </a:moveTo>
                <a:lnTo>
                  <a:pt x="5000" y="10363"/>
                </a:lnTo>
                <a:cubicBezTo>
                  <a:pt x="5335" y="10495"/>
                  <a:pt x="5597" y="10626"/>
                  <a:pt x="5830" y="10757"/>
                </a:cubicBezTo>
                <a:cubicBezTo>
                  <a:pt x="5918" y="11690"/>
                  <a:pt x="6195" y="12783"/>
                  <a:pt x="6894" y="13614"/>
                </a:cubicBezTo>
                <a:lnTo>
                  <a:pt x="7317" y="13424"/>
                </a:lnTo>
                <a:cubicBezTo>
                  <a:pt x="7346" y="13497"/>
                  <a:pt x="7361" y="13555"/>
                  <a:pt x="7375" y="13628"/>
                </a:cubicBezTo>
                <a:cubicBezTo>
                  <a:pt x="7259" y="13672"/>
                  <a:pt x="7142" y="13716"/>
                  <a:pt x="7026" y="13759"/>
                </a:cubicBezTo>
                <a:cubicBezTo>
                  <a:pt x="6967" y="13745"/>
                  <a:pt x="6923" y="13730"/>
                  <a:pt x="6865" y="13716"/>
                </a:cubicBezTo>
                <a:cubicBezTo>
                  <a:pt x="6413" y="13307"/>
                  <a:pt x="5685" y="12579"/>
                  <a:pt x="5029" y="11733"/>
                </a:cubicBezTo>
                <a:cubicBezTo>
                  <a:pt x="4941" y="11340"/>
                  <a:pt x="4941" y="10932"/>
                  <a:pt x="5000" y="10363"/>
                </a:cubicBezTo>
                <a:close/>
                <a:moveTo>
                  <a:pt x="3630" y="13730"/>
                </a:moveTo>
                <a:cubicBezTo>
                  <a:pt x="3688" y="13788"/>
                  <a:pt x="3746" y="13832"/>
                  <a:pt x="3805" y="13890"/>
                </a:cubicBezTo>
                <a:cubicBezTo>
                  <a:pt x="3819" y="13963"/>
                  <a:pt x="3848" y="14022"/>
                  <a:pt x="3863" y="14095"/>
                </a:cubicBezTo>
                <a:cubicBezTo>
                  <a:pt x="3805" y="14036"/>
                  <a:pt x="3746" y="13978"/>
                  <a:pt x="3702" y="13905"/>
                </a:cubicBezTo>
                <a:cubicBezTo>
                  <a:pt x="3673" y="13847"/>
                  <a:pt x="3644" y="13788"/>
                  <a:pt x="3630" y="13730"/>
                </a:cubicBezTo>
                <a:close/>
                <a:moveTo>
                  <a:pt x="134612" y="13788"/>
                </a:moveTo>
                <a:cubicBezTo>
                  <a:pt x="134612" y="13905"/>
                  <a:pt x="134597" y="14036"/>
                  <a:pt x="134583" y="14167"/>
                </a:cubicBezTo>
                <a:cubicBezTo>
                  <a:pt x="134510" y="14138"/>
                  <a:pt x="134451" y="14124"/>
                  <a:pt x="134393" y="14095"/>
                </a:cubicBezTo>
                <a:cubicBezTo>
                  <a:pt x="134451" y="14007"/>
                  <a:pt x="134524" y="13890"/>
                  <a:pt x="134612" y="13788"/>
                </a:cubicBezTo>
                <a:close/>
                <a:moveTo>
                  <a:pt x="5422" y="13905"/>
                </a:moveTo>
                <a:lnTo>
                  <a:pt x="5422" y="13905"/>
                </a:lnTo>
                <a:cubicBezTo>
                  <a:pt x="5451" y="13920"/>
                  <a:pt x="5481" y="13934"/>
                  <a:pt x="5510" y="13949"/>
                </a:cubicBezTo>
                <a:cubicBezTo>
                  <a:pt x="5597" y="14051"/>
                  <a:pt x="5685" y="14138"/>
                  <a:pt x="5772" y="14226"/>
                </a:cubicBezTo>
                <a:cubicBezTo>
                  <a:pt x="5670" y="14269"/>
                  <a:pt x="5568" y="14313"/>
                  <a:pt x="5481" y="14357"/>
                </a:cubicBezTo>
                <a:cubicBezTo>
                  <a:pt x="5466" y="14197"/>
                  <a:pt x="5451" y="14051"/>
                  <a:pt x="5422" y="13905"/>
                </a:cubicBezTo>
                <a:close/>
                <a:moveTo>
                  <a:pt x="4650" y="13439"/>
                </a:moveTo>
                <a:lnTo>
                  <a:pt x="4650" y="13439"/>
                </a:lnTo>
                <a:cubicBezTo>
                  <a:pt x="4781" y="13526"/>
                  <a:pt x="4927" y="13628"/>
                  <a:pt x="5087" y="13716"/>
                </a:cubicBezTo>
                <a:cubicBezTo>
                  <a:pt x="5116" y="13993"/>
                  <a:pt x="5116" y="14240"/>
                  <a:pt x="5058" y="14517"/>
                </a:cubicBezTo>
                <a:lnTo>
                  <a:pt x="4985" y="14561"/>
                </a:lnTo>
                <a:cubicBezTo>
                  <a:pt x="4970" y="14546"/>
                  <a:pt x="4970" y="14532"/>
                  <a:pt x="4970" y="14532"/>
                </a:cubicBezTo>
                <a:cubicBezTo>
                  <a:pt x="4868" y="14226"/>
                  <a:pt x="4752" y="13861"/>
                  <a:pt x="4650" y="13439"/>
                </a:cubicBezTo>
                <a:close/>
                <a:moveTo>
                  <a:pt x="2449" y="13074"/>
                </a:moveTo>
                <a:cubicBezTo>
                  <a:pt x="2493" y="13089"/>
                  <a:pt x="2537" y="13103"/>
                  <a:pt x="2580" y="13118"/>
                </a:cubicBezTo>
                <a:cubicBezTo>
                  <a:pt x="2770" y="13541"/>
                  <a:pt x="3003" y="13993"/>
                  <a:pt x="3309" y="14415"/>
                </a:cubicBezTo>
                <a:cubicBezTo>
                  <a:pt x="3382" y="14678"/>
                  <a:pt x="3484" y="14925"/>
                  <a:pt x="3615" y="15173"/>
                </a:cubicBezTo>
                <a:cubicBezTo>
                  <a:pt x="3557" y="15202"/>
                  <a:pt x="3484" y="15231"/>
                  <a:pt x="3426" y="15275"/>
                </a:cubicBezTo>
                <a:cubicBezTo>
                  <a:pt x="3120" y="14969"/>
                  <a:pt x="2784" y="14590"/>
                  <a:pt x="2464" y="14167"/>
                </a:cubicBezTo>
                <a:cubicBezTo>
                  <a:pt x="2391" y="13861"/>
                  <a:pt x="2391" y="13541"/>
                  <a:pt x="2434" y="13074"/>
                </a:cubicBezTo>
                <a:close/>
                <a:moveTo>
                  <a:pt x="84198" y="1"/>
                </a:moveTo>
                <a:cubicBezTo>
                  <a:pt x="84198" y="1"/>
                  <a:pt x="81516" y="1663"/>
                  <a:pt x="81706" y="4184"/>
                </a:cubicBezTo>
                <a:cubicBezTo>
                  <a:pt x="81444" y="4490"/>
                  <a:pt x="81167" y="4811"/>
                  <a:pt x="80890" y="5146"/>
                </a:cubicBezTo>
                <a:cubicBezTo>
                  <a:pt x="80846" y="5087"/>
                  <a:pt x="80788" y="5029"/>
                  <a:pt x="80744" y="4971"/>
                </a:cubicBezTo>
                <a:cubicBezTo>
                  <a:pt x="80700" y="4563"/>
                  <a:pt x="80671" y="4126"/>
                  <a:pt x="80686" y="3688"/>
                </a:cubicBezTo>
                <a:cubicBezTo>
                  <a:pt x="80802" y="3499"/>
                  <a:pt x="80948" y="3309"/>
                  <a:pt x="81094" y="3120"/>
                </a:cubicBezTo>
                <a:lnTo>
                  <a:pt x="81094" y="3120"/>
                </a:lnTo>
                <a:cubicBezTo>
                  <a:pt x="81094" y="3120"/>
                  <a:pt x="80933" y="3251"/>
                  <a:pt x="80686" y="3484"/>
                </a:cubicBezTo>
                <a:cubicBezTo>
                  <a:pt x="80700" y="3236"/>
                  <a:pt x="80715" y="2974"/>
                  <a:pt x="80759" y="2712"/>
                </a:cubicBezTo>
                <a:lnTo>
                  <a:pt x="80759" y="2712"/>
                </a:lnTo>
                <a:cubicBezTo>
                  <a:pt x="80758" y="2712"/>
                  <a:pt x="80598" y="3120"/>
                  <a:pt x="80438" y="3747"/>
                </a:cubicBezTo>
                <a:cubicBezTo>
                  <a:pt x="80380" y="3805"/>
                  <a:pt x="80321" y="3863"/>
                  <a:pt x="80263" y="3921"/>
                </a:cubicBezTo>
                <a:cubicBezTo>
                  <a:pt x="79665" y="2916"/>
                  <a:pt x="78718" y="2260"/>
                  <a:pt x="78368" y="2041"/>
                </a:cubicBezTo>
                <a:cubicBezTo>
                  <a:pt x="78558" y="1866"/>
                  <a:pt x="78776" y="1677"/>
                  <a:pt x="79024" y="1458"/>
                </a:cubicBezTo>
                <a:lnTo>
                  <a:pt x="79024" y="1458"/>
                </a:lnTo>
                <a:cubicBezTo>
                  <a:pt x="79024" y="1458"/>
                  <a:pt x="78820" y="1546"/>
                  <a:pt x="78529" y="1706"/>
                </a:cubicBezTo>
                <a:lnTo>
                  <a:pt x="78631" y="1590"/>
                </a:lnTo>
                <a:lnTo>
                  <a:pt x="78631" y="1590"/>
                </a:lnTo>
                <a:cubicBezTo>
                  <a:pt x="78630" y="1590"/>
                  <a:pt x="78558" y="1663"/>
                  <a:pt x="78427" y="1779"/>
                </a:cubicBezTo>
                <a:cubicBezTo>
                  <a:pt x="77800" y="2143"/>
                  <a:pt x="76838" y="2843"/>
                  <a:pt x="76299" y="3863"/>
                </a:cubicBezTo>
                <a:cubicBezTo>
                  <a:pt x="76080" y="3601"/>
                  <a:pt x="75934" y="3441"/>
                  <a:pt x="75934" y="3441"/>
                </a:cubicBezTo>
                <a:lnTo>
                  <a:pt x="75934" y="3441"/>
                </a:lnTo>
                <a:cubicBezTo>
                  <a:pt x="76036" y="3615"/>
                  <a:pt x="76138" y="3805"/>
                  <a:pt x="76226" y="3994"/>
                </a:cubicBezTo>
                <a:cubicBezTo>
                  <a:pt x="76182" y="4096"/>
                  <a:pt x="76124" y="4198"/>
                  <a:pt x="76095" y="4315"/>
                </a:cubicBezTo>
                <a:cubicBezTo>
                  <a:pt x="76051" y="4359"/>
                  <a:pt x="76022" y="4402"/>
                  <a:pt x="75993" y="4446"/>
                </a:cubicBezTo>
                <a:cubicBezTo>
                  <a:pt x="75876" y="4330"/>
                  <a:pt x="75803" y="4257"/>
                  <a:pt x="75803" y="4257"/>
                </a:cubicBezTo>
                <a:lnTo>
                  <a:pt x="75803" y="4257"/>
                </a:lnTo>
                <a:cubicBezTo>
                  <a:pt x="75861" y="4330"/>
                  <a:pt x="75905" y="4402"/>
                  <a:pt x="75963" y="4475"/>
                </a:cubicBezTo>
                <a:cubicBezTo>
                  <a:pt x="75818" y="4665"/>
                  <a:pt x="75687" y="4854"/>
                  <a:pt x="75555" y="5044"/>
                </a:cubicBezTo>
                <a:cubicBezTo>
                  <a:pt x="75380" y="4767"/>
                  <a:pt x="75191" y="4504"/>
                  <a:pt x="75016" y="4257"/>
                </a:cubicBezTo>
                <a:cubicBezTo>
                  <a:pt x="75264" y="3703"/>
                  <a:pt x="75570" y="3134"/>
                  <a:pt x="75934" y="2610"/>
                </a:cubicBezTo>
                <a:lnTo>
                  <a:pt x="75934" y="2610"/>
                </a:lnTo>
                <a:cubicBezTo>
                  <a:pt x="75934" y="2610"/>
                  <a:pt x="75366" y="3135"/>
                  <a:pt x="74754" y="3907"/>
                </a:cubicBezTo>
                <a:cubicBezTo>
                  <a:pt x="74579" y="3688"/>
                  <a:pt x="74419" y="3484"/>
                  <a:pt x="74258" y="3295"/>
                </a:cubicBezTo>
                <a:cubicBezTo>
                  <a:pt x="74346" y="3207"/>
                  <a:pt x="74433" y="3134"/>
                  <a:pt x="74521" y="3047"/>
                </a:cubicBezTo>
                <a:lnTo>
                  <a:pt x="74521" y="3047"/>
                </a:lnTo>
                <a:cubicBezTo>
                  <a:pt x="74520" y="3047"/>
                  <a:pt x="74389" y="3105"/>
                  <a:pt x="74200" y="3222"/>
                </a:cubicBezTo>
                <a:cubicBezTo>
                  <a:pt x="73705" y="2624"/>
                  <a:pt x="73355" y="2275"/>
                  <a:pt x="73355" y="2275"/>
                </a:cubicBezTo>
                <a:lnTo>
                  <a:pt x="73355" y="2275"/>
                </a:lnTo>
                <a:cubicBezTo>
                  <a:pt x="73588" y="2610"/>
                  <a:pt x="73806" y="2960"/>
                  <a:pt x="74025" y="3324"/>
                </a:cubicBezTo>
                <a:cubicBezTo>
                  <a:pt x="73996" y="3338"/>
                  <a:pt x="73952" y="3368"/>
                  <a:pt x="73923" y="3382"/>
                </a:cubicBezTo>
                <a:cubicBezTo>
                  <a:pt x="73500" y="3003"/>
                  <a:pt x="73151" y="2799"/>
                  <a:pt x="73151" y="2799"/>
                </a:cubicBezTo>
                <a:lnTo>
                  <a:pt x="73151" y="2799"/>
                </a:lnTo>
                <a:cubicBezTo>
                  <a:pt x="73369" y="3076"/>
                  <a:pt x="73559" y="3309"/>
                  <a:pt x="73734" y="3513"/>
                </a:cubicBezTo>
                <a:cubicBezTo>
                  <a:pt x="73457" y="3703"/>
                  <a:pt x="73151" y="3951"/>
                  <a:pt x="72859" y="4242"/>
                </a:cubicBezTo>
                <a:cubicBezTo>
                  <a:pt x="72888" y="3834"/>
                  <a:pt x="72947" y="3426"/>
                  <a:pt x="73049" y="3018"/>
                </a:cubicBezTo>
                <a:lnTo>
                  <a:pt x="73049" y="3018"/>
                </a:lnTo>
                <a:cubicBezTo>
                  <a:pt x="73048" y="3018"/>
                  <a:pt x="72640" y="3776"/>
                  <a:pt x="72349" y="4811"/>
                </a:cubicBezTo>
                <a:cubicBezTo>
                  <a:pt x="72320" y="4854"/>
                  <a:pt x="72291" y="4898"/>
                  <a:pt x="72247" y="4942"/>
                </a:cubicBezTo>
                <a:cubicBezTo>
                  <a:pt x="72101" y="4840"/>
                  <a:pt x="71970" y="4752"/>
                  <a:pt x="71883" y="4694"/>
                </a:cubicBezTo>
                <a:cubicBezTo>
                  <a:pt x="71883" y="4650"/>
                  <a:pt x="71897" y="4592"/>
                  <a:pt x="71912" y="4548"/>
                </a:cubicBezTo>
                <a:cubicBezTo>
                  <a:pt x="72087" y="4373"/>
                  <a:pt x="72276" y="4184"/>
                  <a:pt x="72509" y="3980"/>
                </a:cubicBezTo>
                <a:lnTo>
                  <a:pt x="72509" y="3980"/>
                </a:lnTo>
                <a:cubicBezTo>
                  <a:pt x="72509" y="3980"/>
                  <a:pt x="72276" y="4082"/>
                  <a:pt x="71955" y="4286"/>
                </a:cubicBezTo>
                <a:cubicBezTo>
                  <a:pt x="72028" y="3718"/>
                  <a:pt x="71970" y="3324"/>
                  <a:pt x="71970" y="3324"/>
                </a:cubicBezTo>
                <a:lnTo>
                  <a:pt x="71970" y="3324"/>
                </a:lnTo>
                <a:cubicBezTo>
                  <a:pt x="71824" y="3819"/>
                  <a:pt x="71708" y="4213"/>
                  <a:pt x="71591" y="4534"/>
                </a:cubicBezTo>
                <a:cubicBezTo>
                  <a:pt x="71562" y="4548"/>
                  <a:pt x="71547" y="4577"/>
                  <a:pt x="71518" y="4592"/>
                </a:cubicBezTo>
                <a:cubicBezTo>
                  <a:pt x="71912" y="2916"/>
                  <a:pt x="72116" y="2595"/>
                  <a:pt x="73792" y="1007"/>
                </a:cubicBezTo>
                <a:lnTo>
                  <a:pt x="73792" y="1007"/>
                </a:lnTo>
                <a:cubicBezTo>
                  <a:pt x="73792" y="1007"/>
                  <a:pt x="72815" y="1473"/>
                  <a:pt x="71985" y="2333"/>
                </a:cubicBezTo>
                <a:cubicBezTo>
                  <a:pt x="72291" y="1735"/>
                  <a:pt x="72626" y="1123"/>
                  <a:pt x="73005" y="555"/>
                </a:cubicBezTo>
                <a:lnTo>
                  <a:pt x="73005" y="555"/>
                </a:lnTo>
                <a:cubicBezTo>
                  <a:pt x="73004" y="555"/>
                  <a:pt x="71270" y="2435"/>
                  <a:pt x="70192" y="4636"/>
                </a:cubicBezTo>
                <a:cubicBezTo>
                  <a:pt x="70104" y="4432"/>
                  <a:pt x="69988" y="4228"/>
                  <a:pt x="69857" y="4053"/>
                </a:cubicBezTo>
                <a:cubicBezTo>
                  <a:pt x="69886" y="3805"/>
                  <a:pt x="69930" y="3572"/>
                  <a:pt x="69988" y="3338"/>
                </a:cubicBezTo>
                <a:lnTo>
                  <a:pt x="69988" y="3338"/>
                </a:lnTo>
                <a:cubicBezTo>
                  <a:pt x="69988" y="3339"/>
                  <a:pt x="69886" y="3543"/>
                  <a:pt x="69740" y="3892"/>
                </a:cubicBezTo>
                <a:cubicBezTo>
                  <a:pt x="69726" y="3863"/>
                  <a:pt x="69711" y="3849"/>
                  <a:pt x="69682" y="3819"/>
                </a:cubicBezTo>
                <a:cubicBezTo>
                  <a:pt x="69886" y="3164"/>
                  <a:pt x="70148" y="2479"/>
                  <a:pt x="70498" y="1837"/>
                </a:cubicBezTo>
                <a:lnTo>
                  <a:pt x="70498" y="1837"/>
                </a:lnTo>
                <a:cubicBezTo>
                  <a:pt x="70498" y="1838"/>
                  <a:pt x="69915" y="2493"/>
                  <a:pt x="69361" y="3455"/>
                </a:cubicBezTo>
                <a:cubicBezTo>
                  <a:pt x="69157" y="3236"/>
                  <a:pt x="68953" y="3062"/>
                  <a:pt x="68764" y="2901"/>
                </a:cubicBezTo>
                <a:cubicBezTo>
                  <a:pt x="68880" y="2756"/>
                  <a:pt x="69026" y="2595"/>
                  <a:pt x="69172" y="2406"/>
                </a:cubicBezTo>
                <a:lnTo>
                  <a:pt x="69172" y="2406"/>
                </a:lnTo>
                <a:cubicBezTo>
                  <a:pt x="69172" y="2406"/>
                  <a:pt x="68938" y="2552"/>
                  <a:pt x="68632" y="2814"/>
                </a:cubicBezTo>
                <a:cubicBezTo>
                  <a:pt x="68181" y="2464"/>
                  <a:pt x="67816" y="2304"/>
                  <a:pt x="67816" y="2304"/>
                </a:cubicBezTo>
                <a:lnTo>
                  <a:pt x="67816" y="2304"/>
                </a:lnTo>
                <a:cubicBezTo>
                  <a:pt x="68064" y="2551"/>
                  <a:pt x="68268" y="2756"/>
                  <a:pt x="68458" y="2960"/>
                </a:cubicBezTo>
                <a:cubicBezTo>
                  <a:pt x="68210" y="3178"/>
                  <a:pt x="67933" y="3441"/>
                  <a:pt x="67670" y="3776"/>
                </a:cubicBezTo>
                <a:cubicBezTo>
                  <a:pt x="67670" y="3368"/>
                  <a:pt x="67685" y="2945"/>
                  <a:pt x="67743" y="2537"/>
                </a:cubicBezTo>
                <a:lnTo>
                  <a:pt x="67743" y="2537"/>
                </a:lnTo>
                <a:cubicBezTo>
                  <a:pt x="67743" y="2537"/>
                  <a:pt x="67423" y="3324"/>
                  <a:pt x="67248" y="4388"/>
                </a:cubicBezTo>
                <a:cubicBezTo>
                  <a:pt x="67117" y="4606"/>
                  <a:pt x="67000" y="4840"/>
                  <a:pt x="66898" y="5087"/>
                </a:cubicBezTo>
                <a:cubicBezTo>
                  <a:pt x="66840" y="5029"/>
                  <a:pt x="66767" y="4971"/>
                  <a:pt x="66709" y="4927"/>
                </a:cubicBezTo>
                <a:cubicBezTo>
                  <a:pt x="66781" y="4825"/>
                  <a:pt x="66869" y="4723"/>
                  <a:pt x="66971" y="4606"/>
                </a:cubicBezTo>
                <a:lnTo>
                  <a:pt x="66971" y="4606"/>
                </a:lnTo>
                <a:cubicBezTo>
                  <a:pt x="66971" y="4607"/>
                  <a:pt x="66825" y="4694"/>
                  <a:pt x="66636" y="4869"/>
                </a:cubicBezTo>
                <a:cubicBezTo>
                  <a:pt x="66548" y="4796"/>
                  <a:pt x="66461" y="4738"/>
                  <a:pt x="66388" y="4694"/>
                </a:cubicBezTo>
                <a:cubicBezTo>
                  <a:pt x="66621" y="4373"/>
                  <a:pt x="66927" y="4009"/>
                  <a:pt x="67306" y="3543"/>
                </a:cubicBezTo>
                <a:lnTo>
                  <a:pt x="67306" y="3543"/>
                </a:lnTo>
                <a:cubicBezTo>
                  <a:pt x="67306" y="3543"/>
                  <a:pt x="66913" y="3790"/>
                  <a:pt x="66417" y="4242"/>
                </a:cubicBezTo>
                <a:cubicBezTo>
                  <a:pt x="66650" y="2537"/>
                  <a:pt x="66811" y="2202"/>
                  <a:pt x="68268" y="438"/>
                </a:cubicBezTo>
                <a:lnTo>
                  <a:pt x="68268" y="438"/>
                </a:lnTo>
                <a:cubicBezTo>
                  <a:pt x="68268" y="438"/>
                  <a:pt x="66126" y="1779"/>
                  <a:pt x="65805" y="3863"/>
                </a:cubicBezTo>
                <a:cubicBezTo>
                  <a:pt x="65397" y="4257"/>
                  <a:pt x="64916" y="4883"/>
                  <a:pt x="64858" y="5670"/>
                </a:cubicBezTo>
                <a:cubicBezTo>
                  <a:pt x="64741" y="4883"/>
                  <a:pt x="64712" y="3994"/>
                  <a:pt x="64828" y="3149"/>
                </a:cubicBezTo>
                <a:lnTo>
                  <a:pt x="64828" y="3149"/>
                </a:lnTo>
                <a:cubicBezTo>
                  <a:pt x="64828" y="3149"/>
                  <a:pt x="64289" y="4490"/>
                  <a:pt x="64216" y="6006"/>
                </a:cubicBezTo>
                <a:cubicBezTo>
                  <a:pt x="64202" y="5700"/>
                  <a:pt x="64216" y="5379"/>
                  <a:pt x="64260" y="5073"/>
                </a:cubicBezTo>
                <a:lnTo>
                  <a:pt x="64260" y="5073"/>
                </a:lnTo>
                <a:cubicBezTo>
                  <a:pt x="64260" y="5073"/>
                  <a:pt x="63954" y="5802"/>
                  <a:pt x="63881" y="6676"/>
                </a:cubicBezTo>
                <a:cubicBezTo>
                  <a:pt x="63750" y="6691"/>
                  <a:pt x="63619" y="6691"/>
                  <a:pt x="63488" y="6691"/>
                </a:cubicBezTo>
                <a:cubicBezTo>
                  <a:pt x="64187" y="5277"/>
                  <a:pt x="63808" y="3936"/>
                  <a:pt x="63808" y="3936"/>
                </a:cubicBezTo>
                <a:lnTo>
                  <a:pt x="63808" y="3936"/>
                </a:lnTo>
                <a:cubicBezTo>
                  <a:pt x="63560" y="5394"/>
                  <a:pt x="63400" y="5962"/>
                  <a:pt x="62817" y="6705"/>
                </a:cubicBezTo>
                <a:lnTo>
                  <a:pt x="62671" y="6705"/>
                </a:lnTo>
                <a:lnTo>
                  <a:pt x="62671" y="6691"/>
                </a:lnTo>
                <a:cubicBezTo>
                  <a:pt x="62919" y="5379"/>
                  <a:pt x="63444" y="3105"/>
                  <a:pt x="64493" y="1167"/>
                </a:cubicBezTo>
                <a:lnTo>
                  <a:pt x="64493" y="1167"/>
                </a:lnTo>
                <a:cubicBezTo>
                  <a:pt x="64493" y="1167"/>
                  <a:pt x="63546" y="2348"/>
                  <a:pt x="62744" y="3936"/>
                </a:cubicBezTo>
                <a:cubicBezTo>
                  <a:pt x="62788" y="3441"/>
                  <a:pt x="62744" y="3120"/>
                  <a:pt x="62744" y="3120"/>
                </a:cubicBezTo>
                <a:cubicBezTo>
                  <a:pt x="62467" y="4053"/>
                  <a:pt x="62278" y="4621"/>
                  <a:pt x="62016" y="5087"/>
                </a:cubicBezTo>
                <a:cubicBezTo>
                  <a:pt x="61914" y="4942"/>
                  <a:pt x="61797" y="4811"/>
                  <a:pt x="61680" y="4679"/>
                </a:cubicBezTo>
                <a:cubicBezTo>
                  <a:pt x="62147" y="3397"/>
                  <a:pt x="62832" y="1779"/>
                  <a:pt x="63764" y="351"/>
                </a:cubicBezTo>
                <a:lnTo>
                  <a:pt x="63764" y="351"/>
                </a:lnTo>
                <a:cubicBezTo>
                  <a:pt x="63764" y="351"/>
                  <a:pt x="62919" y="1269"/>
                  <a:pt x="62045" y="2581"/>
                </a:cubicBezTo>
                <a:cubicBezTo>
                  <a:pt x="62059" y="2551"/>
                  <a:pt x="62059" y="2537"/>
                  <a:pt x="62074" y="2508"/>
                </a:cubicBezTo>
                <a:lnTo>
                  <a:pt x="62074" y="2508"/>
                </a:lnTo>
                <a:cubicBezTo>
                  <a:pt x="62074" y="2508"/>
                  <a:pt x="61622" y="3120"/>
                  <a:pt x="61199" y="3994"/>
                </a:cubicBezTo>
                <a:cubicBezTo>
                  <a:pt x="61170" y="4038"/>
                  <a:pt x="61141" y="4082"/>
                  <a:pt x="61112" y="4140"/>
                </a:cubicBezTo>
                <a:cubicBezTo>
                  <a:pt x="60908" y="3965"/>
                  <a:pt x="60704" y="3805"/>
                  <a:pt x="60500" y="3674"/>
                </a:cubicBezTo>
                <a:cubicBezTo>
                  <a:pt x="60485" y="3659"/>
                  <a:pt x="60471" y="3645"/>
                  <a:pt x="60456" y="3615"/>
                </a:cubicBezTo>
                <a:cubicBezTo>
                  <a:pt x="60471" y="3601"/>
                  <a:pt x="60471" y="3572"/>
                  <a:pt x="60485" y="3543"/>
                </a:cubicBezTo>
                <a:cubicBezTo>
                  <a:pt x="60573" y="3411"/>
                  <a:pt x="60675" y="3280"/>
                  <a:pt x="60791" y="3120"/>
                </a:cubicBezTo>
                <a:lnTo>
                  <a:pt x="60791" y="3120"/>
                </a:lnTo>
                <a:cubicBezTo>
                  <a:pt x="60791" y="3120"/>
                  <a:pt x="60704" y="3178"/>
                  <a:pt x="60573" y="3295"/>
                </a:cubicBezTo>
                <a:cubicBezTo>
                  <a:pt x="60748" y="2741"/>
                  <a:pt x="60981" y="2173"/>
                  <a:pt x="61272" y="1633"/>
                </a:cubicBezTo>
                <a:lnTo>
                  <a:pt x="61272" y="1633"/>
                </a:lnTo>
                <a:cubicBezTo>
                  <a:pt x="61272" y="1634"/>
                  <a:pt x="60689" y="2304"/>
                  <a:pt x="60135" y="3251"/>
                </a:cubicBezTo>
                <a:cubicBezTo>
                  <a:pt x="59931" y="3032"/>
                  <a:pt x="59727" y="2858"/>
                  <a:pt x="59538" y="2712"/>
                </a:cubicBezTo>
                <a:cubicBezTo>
                  <a:pt x="59654" y="2551"/>
                  <a:pt x="59800" y="2391"/>
                  <a:pt x="59946" y="2202"/>
                </a:cubicBezTo>
                <a:lnTo>
                  <a:pt x="59946" y="2202"/>
                </a:lnTo>
                <a:cubicBezTo>
                  <a:pt x="59946" y="2202"/>
                  <a:pt x="59713" y="2347"/>
                  <a:pt x="59407" y="2610"/>
                </a:cubicBezTo>
                <a:cubicBezTo>
                  <a:pt x="59203" y="2449"/>
                  <a:pt x="59013" y="2333"/>
                  <a:pt x="58882" y="2245"/>
                </a:cubicBezTo>
                <a:cubicBezTo>
                  <a:pt x="59057" y="1954"/>
                  <a:pt x="59290" y="1619"/>
                  <a:pt x="59582" y="1211"/>
                </a:cubicBezTo>
                <a:lnTo>
                  <a:pt x="59582" y="1211"/>
                </a:lnTo>
                <a:cubicBezTo>
                  <a:pt x="59581" y="1211"/>
                  <a:pt x="59115" y="1531"/>
                  <a:pt x="58620" y="2100"/>
                </a:cubicBezTo>
                <a:lnTo>
                  <a:pt x="58591" y="2100"/>
                </a:lnTo>
                <a:lnTo>
                  <a:pt x="58605" y="2114"/>
                </a:lnTo>
                <a:cubicBezTo>
                  <a:pt x="58270" y="2508"/>
                  <a:pt x="57920" y="3003"/>
                  <a:pt x="57701" y="3601"/>
                </a:cubicBezTo>
                <a:cubicBezTo>
                  <a:pt x="57556" y="3717"/>
                  <a:pt x="57381" y="3863"/>
                  <a:pt x="57191" y="4053"/>
                </a:cubicBezTo>
                <a:cubicBezTo>
                  <a:pt x="57425" y="2333"/>
                  <a:pt x="57585" y="1998"/>
                  <a:pt x="59042" y="234"/>
                </a:cubicBezTo>
                <a:lnTo>
                  <a:pt x="59042" y="234"/>
                </a:lnTo>
                <a:cubicBezTo>
                  <a:pt x="59042" y="234"/>
                  <a:pt x="56375" y="1896"/>
                  <a:pt x="56550" y="4402"/>
                </a:cubicBezTo>
                <a:cubicBezTo>
                  <a:pt x="56506" y="4461"/>
                  <a:pt x="56463" y="4519"/>
                  <a:pt x="56419" y="4592"/>
                </a:cubicBezTo>
                <a:cubicBezTo>
                  <a:pt x="56404" y="4402"/>
                  <a:pt x="56390" y="4198"/>
                  <a:pt x="56404" y="4009"/>
                </a:cubicBezTo>
                <a:lnTo>
                  <a:pt x="56404" y="4009"/>
                </a:lnTo>
                <a:cubicBezTo>
                  <a:pt x="56404" y="4009"/>
                  <a:pt x="56302" y="4359"/>
                  <a:pt x="56215" y="4883"/>
                </a:cubicBezTo>
                <a:cubicBezTo>
                  <a:pt x="56186" y="4956"/>
                  <a:pt x="56142" y="5015"/>
                  <a:pt x="56098" y="5087"/>
                </a:cubicBezTo>
                <a:cubicBezTo>
                  <a:pt x="55982" y="4956"/>
                  <a:pt x="55850" y="4840"/>
                  <a:pt x="55719" y="4752"/>
                </a:cubicBezTo>
                <a:cubicBezTo>
                  <a:pt x="55807" y="4650"/>
                  <a:pt x="55880" y="4548"/>
                  <a:pt x="55982" y="4432"/>
                </a:cubicBezTo>
                <a:lnTo>
                  <a:pt x="55982" y="4432"/>
                </a:lnTo>
                <a:cubicBezTo>
                  <a:pt x="55982" y="4432"/>
                  <a:pt x="55836" y="4519"/>
                  <a:pt x="55646" y="4679"/>
                </a:cubicBezTo>
                <a:cubicBezTo>
                  <a:pt x="55603" y="4665"/>
                  <a:pt x="55574" y="4636"/>
                  <a:pt x="55544" y="4606"/>
                </a:cubicBezTo>
                <a:cubicBezTo>
                  <a:pt x="55515" y="4067"/>
                  <a:pt x="55530" y="3499"/>
                  <a:pt x="55603" y="2945"/>
                </a:cubicBezTo>
                <a:lnTo>
                  <a:pt x="55603" y="2945"/>
                </a:lnTo>
                <a:cubicBezTo>
                  <a:pt x="55603" y="2945"/>
                  <a:pt x="55369" y="3543"/>
                  <a:pt x="55180" y="4388"/>
                </a:cubicBezTo>
                <a:cubicBezTo>
                  <a:pt x="55151" y="4373"/>
                  <a:pt x="55137" y="4359"/>
                  <a:pt x="55136" y="4359"/>
                </a:cubicBezTo>
                <a:lnTo>
                  <a:pt x="55136" y="4359"/>
                </a:lnTo>
                <a:cubicBezTo>
                  <a:pt x="55151" y="4373"/>
                  <a:pt x="55165" y="4388"/>
                  <a:pt x="55180" y="4402"/>
                </a:cubicBezTo>
                <a:cubicBezTo>
                  <a:pt x="55122" y="4636"/>
                  <a:pt x="55078" y="4883"/>
                  <a:pt x="55049" y="5146"/>
                </a:cubicBezTo>
                <a:cubicBezTo>
                  <a:pt x="55049" y="4942"/>
                  <a:pt x="55063" y="4723"/>
                  <a:pt x="55093" y="4519"/>
                </a:cubicBezTo>
                <a:lnTo>
                  <a:pt x="55093" y="4519"/>
                </a:lnTo>
                <a:cubicBezTo>
                  <a:pt x="55093" y="4519"/>
                  <a:pt x="54889" y="5015"/>
                  <a:pt x="54772" y="5670"/>
                </a:cubicBezTo>
                <a:cubicBezTo>
                  <a:pt x="54626" y="5918"/>
                  <a:pt x="54510" y="6181"/>
                  <a:pt x="54466" y="6487"/>
                </a:cubicBezTo>
                <a:cubicBezTo>
                  <a:pt x="54335" y="6297"/>
                  <a:pt x="54262" y="6079"/>
                  <a:pt x="54247" y="5860"/>
                </a:cubicBezTo>
                <a:cubicBezTo>
                  <a:pt x="54393" y="5656"/>
                  <a:pt x="54582" y="5437"/>
                  <a:pt x="54816" y="5146"/>
                </a:cubicBezTo>
                <a:lnTo>
                  <a:pt x="54816" y="5146"/>
                </a:lnTo>
                <a:cubicBezTo>
                  <a:pt x="54816" y="5146"/>
                  <a:pt x="54568" y="5292"/>
                  <a:pt x="54262" y="5583"/>
                </a:cubicBezTo>
                <a:cubicBezTo>
                  <a:pt x="54408" y="4519"/>
                  <a:pt x="54510" y="4300"/>
                  <a:pt x="55428" y="3207"/>
                </a:cubicBezTo>
                <a:lnTo>
                  <a:pt x="55428" y="3207"/>
                </a:lnTo>
                <a:cubicBezTo>
                  <a:pt x="55427" y="3208"/>
                  <a:pt x="53621" y="4315"/>
                  <a:pt x="53883" y="5991"/>
                </a:cubicBezTo>
                <a:cubicBezTo>
                  <a:pt x="53679" y="6253"/>
                  <a:pt x="53475" y="6574"/>
                  <a:pt x="53358" y="6953"/>
                </a:cubicBezTo>
                <a:cubicBezTo>
                  <a:pt x="53242" y="6355"/>
                  <a:pt x="53169" y="5612"/>
                  <a:pt x="53271" y="4898"/>
                </a:cubicBezTo>
                <a:lnTo>
                  <a:pt x="53271" y="4898"/>
                </a:lnTo>
                <a:cubicBezTo>
                  <a:pt x="53271" y="4898"/>
                  <a:pt x="52848" y="5918"/>
                  <a:pt x="52877" y="6997"/>
                </a:cubicBezTo>
                <a:cubicBezTo>
                  <a:pt x="52644" y="7011"/>
                  <a:pt x="52411" y="7026"/>
                  <a:pt x="52192" y="7026"/>
                </a:cubicBezTo>
                <a:cubicBezTo>
                  <a:pt x="53314" y="5437"/>
                  <a:pt x="52819" y="3761"/>
                  <a:pt x="52819" y="3761"/>
                </a:cubicBezTo>
                <a:lnTo>
                  <a:pt x="52819" y="3761"/>
                </a:lnTo>
                <a:cubicBezTo>
                  <a:pt x="52557" y="5321"/>
                  <a:pt x="52396" y="5860"/>
                  <a:pt x="51711" y="6676"/>
                </a:cubicBezTo>
                <a:cubicBezTo>
                  <a:pt x="51711" y="6632"/>
                  <a:pt x="51697" y="6574"/>
                  <a:pt x="51697" y="6516"/>
                </a:cubicBezTo>
                <a:cubicBezTo>
                  <a:pt x="51930" y="5204"/>
                  <a:pt x="52455" y="2930"/>
                  <a:pt x="53504" y="992"/>
                </a:cubicBezTo>
                <a:lnTo>
                  <a:pt x="53504" y="992"/>
                </a:lnTo>
                <a:cubicBezTo>
                  <a:pt x="53504" y="992"/>
                  <a:pt x="51974" y="2902"/>
                  <a:pt x="51157" y="5117"/>
                </a:cubicBezTo>
                <a:cubicBezTo>
                  <a:pt x="50968" y="4825"/>
                  <a:pt x="50749" y="4563"/>
                  <a:pt x="50516" y="4330"/>
                </a:cubicBezTo>
                <a:cubicBezTo>
                  <a:pt x="50633" y="3674"/>
                  <a:pt x="50808" y="2989"/>
                  <a:pt x="51085" y="2347"/>
                </a:cubicBezTo>
                <a:lnTo>
                  <a:pt x="51085" y="2347"/>
                </a:lnTo>
                <a:cubicBezTo>
                  <a:pt x="51084" y="2348"/>
                  <a:pt x="50589" y="3018"/>
                  <a:pt x="50137" y="3965"/>
                </a:cubicBezTo>
                <a:cubicBezTo>
                  <a:pt x="49904" y="3776"/>
                  <a:pt x="49656" y="3601"/>
                  <a:pt x="49438" y="3455"/>
                </a:cubicBezTo>
                <a:cubicBezTo>
                  <a:pt x="49540" y="3295"/>
                  <a:pt x="49656" y="3134"/>
                  <a:pt x="49787" y="2945"/>
                </a:cubicBezTo>
                <a:lnTo>
                  <a:pt x="49787" y="2945"/>
                </a:lnTo>
                <a:cubicBezTo>
                  <a:pt x="49787" y="2945"/>
                  <a:pt x="49583" y="3091"/>
                  <a:pt x="49292" y="3353"/>
                </a:cubicBezTo>
                <a:cubicBezTo>
                  <a:pt x="48782" y="3047"/>
                  <a:pt x="48388" y="2887"/>
                  <a:pt x="48388" y="2887"/>
                </a:cubicBezTo>
                <a:lnTo>
                  <a:pt x="48388" y="2887"/>
                </a:lnTo>
                <a:cubicBezTo>
                  <a:pt x="48665" y="3120"/>
                  <a:pt x="48913" y="3324"/>
                  <a:pt x="49132" y="3513"/>
                </a:cubicBezTo>
                <a:cubicBezTo>
                  <a:pt x="48913" y="3732"/>
                  <a:pt x="48665" y="4009"/>
                  <a:pt x="48432" y="4344"/>
                </a:cubicBezTo>
                <a:cubicBezTo>
                  <a:pt x="48374" y="3936"/>
                  <a:pt x="48345" y="3528"/>
                  <a:pt x="48345" y="3120"/>
                </a:cubicBezTo>
                <a:cubicBezTo>
                  <a:pt x="48345" y="3120"/>
                  <a:pt x="48126" y="3907"/>
                  <a:pt x="48068" y="4956"/>
                </a:cubicBezTo>
                <a:cubicBezTo>
                  <a:pt x="47980" y="5160"/>
                  <a:pt x="47893" y="5379"/>
                  <a:pt x="47834" y="5612"/>
                </a:cubicBezTo>
                <a:cubicBezTo>
                  <a:pt x="47878" y="5146"/>
                  <a:pt x="47849" y="4723"/>
                  <a:pt x="47805" y="4446"/>
                </a:cubicBezTo>
                <a:cubicBezTo>
                  <a:pt x="47878" y="4344"/>
                  <a:pt x="47951" y="4228"/>
                  <a:pt x="48024" y="4126"/>
                </a:cubicBezTo>
                <a:lnTo>
                  <a:pt x="48024" y="4126"/>
                </a:lnTo>
                <a:cubicBezTo>
                  <a:pt x="48024" y="4126"/>
                  <a:pt x="47936" y="4184"/>
                  <a:pt x="47776" y="4315"/>
                </a:cubicBezTo>
                <a:cubicBezTo>
                  <a:pt x="47732" y="4126"/>
                  <a:pt x="47703" y="4009"/>
                  <a:pt x="47703" y="4009"/>
                </a:cubicBezTo>
                <a:cubicBezTo>
                  <a:pt x="47689" y="4155"/>
                  <a:pt x="47674" y="4286"/>
                  <a:pt x="47645" y="4417"/>
                </a:cubicBezTo>
                <a:cubicBezTo>
                  <a:pt x="47514" y="4534"/>
                  <a:pt x="47368" y="4679"/>
                  <a:pt x="47208" y="4854"/>
                </a:cubicBezTo>
                <a:cubicBezTo>
                  <a:pt x="47208" y="4592"/>
                  <a:pt x="47208" y="4359"/>
                  <a:pt x="47222" y="4155"/>
                </a:cubicBezTo>
                <a:cubicBezTo>
                  <a:pt x="47383" y="3484"/>
                  <a:pt x="47601" y="2785"/>
                  <a:pt x="47878" y="2100"/>
                </a:cubicBezTo>
                <a:cubicBezTo>
                  <a:pt x="48053" y="1794"/>
                  <a:pt x="48301" y="1458"/>
                  <a:pt x="48607" y="1036"/>
                </a:cubicBezTo>
                <a:lnTo>
                  <a:pt x="48607" y="1036"/>
                </a:lnTo>
                <a:cubicBezTo>
                  <a:pt x="48607" y="1036"/>
                  <a:pt x="48432" y="1152"/>
                  <a:pt x="48199" y="1356"/>
                </a:cubicBezTo>
                <a:cubicBezTo>
                  <a:pt x="48213" y="1313"/>
                  <a:pt x="48228" y="1269"/>
                  <a:pt x="48257" y="1225"/>
                </a:cubicBezTo>
                <a:lnTo>
                  <a:pt x="48257" y="1225"/>
                </a:lnTo>
                <a:cubicBezTo>
                  <a:pt x="48257" y="1225"/>
                  <a:pt x="48199" y="1298"/>
                  <a:pt x="48111" y="1444"/>
                </a:cubicBezTo>
                <a:cubicBezTo>
                  <a:pt x="47528" y="1968"/>
                  <a:pt x="46639" y="2974"/>
                  <a:pt x="46537" y="4286"/>
                </a:cubicBezTo>
                <a:cubicBezTo>
                  <a:pt x="46377" y="4650"/>
                  <a:pt x="46231" y="5029"/>
                  <a:pt x="46115" y="5408"/>
                </a:cubicBezTo>
                <a:cubicBezTo>
                  <a:pt x="45911" y="5131"/>
                  <a:pt x="45692" y="4883"/>
                  <a:pt x="45459" y="4650"/>
                </a:cubicBezTo>
                <a:cubicBezTo>
                  <a:pt x="45444" y="4636"/>
                  <a:pt x="45444" y="4606"/>
                  <a:pt x="45444" y="4592"/>
                </a:cubicBezTo>
                <a:cubicBezTo>
                  <a:pt x="45532" y="3951"/>
                  <a:pt x="45663" y="3280"/>
                  <a:pt x="45911" y="2639"/>
                </a:cubicBezTo>
                <a:lnTo>
                  <a:pt x="45911" y="2639"/>
                </a:lnTo>
                <a:cubicBezTo>
                  <a:pt x="45910" y="2639"/>
                  <a:pt x="45444" y="3324"/>
                  <a:pt x="45036" y="4300"/>
                </a:cubicBezTo>
                <a:cubicBezTo>
                  <a:pt x="44788" y="4096"/>
                  <a:pt x="44541" y="3936"/>
                  <a:pt x="44307" y="3805"/>
                </a:cubicBezTo>
                <a:cubicBezTo>
                  <a:pt x="44409" y="3645"/>
                  <a:pt x="44526" y="3470"/>
                  <a:pt x="44643" y="3280"/>
                </a:cubicBezTo>
                <a:lnTo>
                  <a:pt x="44643" y="3280"/>
                </a:lnTo>
                <a:cubicBezTo>
                  <a:pt x="44642" y="3280"/>
                  <a:pt x="44438" y="3441"/>
                  <a:pt x="44162" y="3717"/>
                </a:cubicBezTo>
                <a:cubicBezTo>
                  <a:pt x="43637" y="3411"/>
                  <a:pt x="43229" y="3266"/>
                  <a:pt x="43229" y="3266"/>
                </a:cubicBezTo>
                <a:lnTo>
                  <a:pt x="43229" y="3266"/>
                </a:lnTo>
                <a:cubicBezTo>
                  <a:pt x="43535" y="3484"/>
                  <a:pt x="43783" y="3688"/>
                  <a:pt x="44016" y="3863"/>
                </a:cubicBezTo>
                <a:cubicBezTo>
                  <a:pt x="43797" y="4096"/>
                  <a:pt x="43564" y="4373"/>
                  <a:pt x="43345" y="4723"/>
                </a:cubicBezTo>
                <a:cubicBezTo>
                  <a:pt x="43273" y="4315"/>
                  <a:pt x="43214" y="3907"/>
                  <a:pt x="43200" y="3499"/>
                </a:cubicBezTo>
                <a:cubicBezTo>
                  <a:pt x="43200" y="3499"/>
                  <a:pt x="43010" y="4300"/>
                  <a:pt x="43025" y="5350"/>
                </a:cubicBezTo>
                <a:cubicBezTo>
                  <a:pt x="42850" y="5743"/>
                  <a:pt x="42733" y="6181"/>
                  <a:pt x="42733" y="6661"/>
                </a:cubicBezTo>
                <a:cubicBezTo>
                  <a:pt x="42471" y="6355"/>
                  <a:pt x="42282" y="6049"/>
                  <a:pt x="42194" y="5700"/>
                </a:cubicBezTo>
                <a:cubicBezTo>
                  <a:pt x="42384" y="5379"/>
                  <a:pt x="42617" y="5000"/>
                  <a:pt x="42937" y="4504"/>
                </a:cubicBezTo>
                <a:lnTo>
                  <a:pt x="42937" y="4504"/>
                </a:lnTo>
                <a:cubicBezTo>
                  <a:pt x="42937" y="4505"/>
                  <a:pt x="42558" y="4781"/>
                  <a:pt x="42150" y="5262"/>
                </a:cubicBezTo>
                <a:cubicBezTo>
                  <a:pt x="42063" y="3572"/>
                  <a:pt x="42165" y="3222"/>
                  <a:pt x="43360" y="1415"/>
                </a:cubicBezTo>
                <a:lnTo>
                  <a:pt x="43360" y="1415"/>
                </a:lnTo>
                <a:cubicBezTo>
                  <a:pt x="43360" y="1415"/>
                  <a:pt x="40722" y="3339"/>
                  <a:pt x="41640" y="5933"/>
                </a:cubicBezTo>
                <a:cubicBezTo>
                  <a:pt x="41363" y="6385"/>
                  <a:pt x="41130" y="6909"/>
                  <a:pt x="41057" y="7492"/>
                </a:cubicBezTo>
                <a:cubicBezTo>
                  <a:pt x="40693" y="6559"/>
                  <a:pt x="40343" y="5408"/>
                  <a:pt x="40299" y="4286"/>
                </a:cubicBezTo>
                <a:cubicBezTo>
                  <a:pt x="40299" y="4286"/>
                  <a:pt x="40095" y="5160"/>
                  <a:pt x="40124" y="6297"/>
                </a:cubicBezTo>
                <a:cubicBezTo>
                  <a:pt x="40095" y="6224"/>
                  <a:pt x="40081" y="6195"/>
                  <a:pt x="40081" y="6195"/>
                </a:cubicBezTo>
                <a:lnTo>
                  <a:pt x="40081" y="6195"/>
                </a:lnTo>
                <a:cubicBezTo>
                  <a:pt x="40154" y="6720"/>
                  <a:pt x="40139" y="7274"/>
                  <a:pt x="40066" y="7798"/>
                </a:cubicBezTo>
                <a:cubicBezTo>
                  <a:pt x="40037" y="7813"/>
                  <a:pt x="39993" y="7813"/>
                  <a:pt x="39950" y="7813"/>
                </a:cubicBezTo>
                <a:cubicBezTo>
                  <a:pt x="40081" y="7041"/>
                  <a:pt x="40037" y="6414"/>
                  <a:pt x="40037" y="6414"/>
                </a:cubicBezTo>
                <a:lnTo>
                  <a:pt x="40037" y="6414"/>
                </a:lnTo>
                <a:cubicBezTo>
                  <a:pt x="39950" y="6909"/>
                  <a:pt x="39789" y="7405"/>
                  <a:pt x="39585" y="7842"/>
                </a:cubicBezTo>
                <a:cubicBezTo>
                  <a:pt x="39527" y="7842"/>
                  <a:pt x="39483" y="7857"/>
                  <a:pt x="39425" y="7857"/>
                </a:cubicBezTo>
                <a:cubicBezTo>
                  <a:pt x="39367" y="7769"/>
                  <a:pt x="39294" y="7682"/>
                  <a:pt x="39235" y="7609"/>
                </a:cubicBezTo>
                <a:cubicBezTo>
                  <a:pt x="39279" y="7361"/>
                  <a:pt x="39279" y="7128"/>
                  <a:pt x="39265" y="6909"/>
                </a:cubicBezTo>
                <a:cubicBezTo>
                  <a:pt x="39600" y="5525"/>
                  <a:pt x="38463" y="4403"/>
                  <a:pt x="38463" y="4402"/>
                </a:cubicBezTo>
                <a:lnTo>
                  <a:pt x="38463" y="4402"/>
                </a:lnTo>
                <a:cubicBezTo>
                  <a:pt x="38769" y="5073"/>
                  <a:pt x="38915" y="5452"/>
                  <a:pt x="38944" y="5831"/>
                </a:cubicBezTo>
                <a:cubicBezTo>
                  <a:pt x="38390" y="4738"/>
                  <a:pt x="37283" y="4097"/>
                  <a:pt x="37282" y="4096"/>
                </a:cubicBezTo>
                <a:lnTo>
                  <a:pt x="37282" y="4096"/>
                </a:lnTo>
                <a:cubicBezTo>
                  <a:pt x="38332" y="5321"/>
                  <a:pt x="38550" y="5656"/>
                  <a:pt x="38682" y="6661"/>
                </a:cubicBezTo>
                <a:cubicBezTo>
                  <a:pt x="38550" y="6487"/>
                  <a:pt x="38448" y="6385"/>
                  <a:pt x="38448" y="6385"/>
                </a:cubicBezTo>
                <a:lnTo>
                  <a:pt x="38448" y="6385"/>
                </a:lnTo>
                <a:cubicBezTo>
                  <a:pt x="38565" y="6647"/>
                  <a:pt x="38652" y="6851"/>
                  <a:pt x="38740" y="7040"/>
                </a:cubicBezTo>
                <a:cubicBezTo>
                  <a:pt x="38740" y="7055"/>
                  <a:pt x="38740" y="7084"/>
                  <a:pt x="38740" y="7099"/>
                </a:cubicBezTo>
                <a:cubicBezTo>
                  <a:pt x="38594" y="6968"/>
                  <a:pt x="38463" y="6866"/>
                  <a:pt x="38346" y="6778"/>
                </a:cubicBezTo>
                <a:cubicBezTo>
                  <a:pt x="38419" y="6181"/>
                  <a:pt x="38376" y="5729"/>
                  <a:pt x="38376" y="5729"/>
                </a:cubicBezTo>
                <a:lnTo>
                  <a:pt x="38376" y="5729"/>
                </a:lnTo>
                <a:cubicBezTo>
                  <a:pt x="38332" y="5991"/>
                  <a:pt x="38259" y="6239"/>
                  <a:pt x="38186" y="6501"/>
                </a:cubicBezTo>
                <a:cubicBezTo>
                  <a:pt x="38084" y="6268"/>
                  <a:pt x="37967" y="6079"/>
                  <a:pt x="37865" y="5918"/>
                </a:cubicBezTo>
                <a:cubicBezTo>
                  <a:pt x="38011" y="5816"/>
                  <a:pt x="38186" y="5714"/>
                  <a:pt x="38376" y="5583"/>
                </a:cubicBezTo>
                <a:lnTo>
                  <a:pt x="38376" y="5583"/>
                </a:lnTo>
                <a:cubicBezTo>
                  <a:pt x="38375" y="5583"/>
                  <a:pt x="38128" y="5656"/>
                  <a:pt x="37778" y="5802"/>
                </a:cubicBezTo>
                <a:cubicBezTo>
                  <a:pt x="37720" y="5714"/>
                  <a:pt x="37647" y="5641"/>
                  <a:pt x="37603" y="5583"/>
                </a:cubicBezTo>
                <a:cubicBezTo>
                  <a:pt x="37559" y="5539"/>
                  <a:pt x="37530" y="5510"/>
                  <a:pt x="37530" y="5510"/>
                </a:cubicBezTo>
                <a:lnTo>
                  <a:pt x="37530" y="5510"/>
                </a:lnTo>
                <a:cubicBezTo>
                  <a:pt x="37545" y="5539"/>
                  <a:pt x="37559" y="5568"/>
                  <a:pt x="37574" y="5598"/>
                </a:cubicBezTo>
                <a:lnTo>
                  <a:pt x="37574" y="5598"/>
                </a:lnTo>
                <a:cubicBezTo>
                  <a:pt x="37579" y="5593"/>
                  <a:pt x="37584" y="5588"/>
                  <a:pt x="37588" y="5583"/>
                </a:cubicBezTo>
                <a:cubicBezTo>
                  <a:pt x="37618" y="5656"/>
                  <a:pt x="37661" y="5729"/>
                  <a:pt x="37691" y="5802"/>
                </a:cubicBezTo>
                <a:cubicBezTo>
                  <a:pt x="37691" y="5802"/>
                  <a:pt x="37691" y="5816"/>
                  <a:pt x="37691" y="5831"/>
                </a:cubicBezTo>
                <a:cubicBezTo>
                  <a:pt x="37559" y="5889"/>
                  <a:pt x="37414" y="5976"/>
                  <a:pt x="37268" y="6064"/>
                </a:cubicBezTo>
                <a:cubicBezTo>
                  <a:pt x="37239" y="5991"/>
                  <a:pt x="37224" y="5947"/>
                  <a:pt x="37224" y="5947"/>
                </a:cubicBezTo>
                <a:cubicBezTo>
                  <a:pt x="37224" y="5991"/>
                  <a:pt x="37224" y="6035"/>
                  <a:pt x="37224" y="6079"/>
                </a:cubicBezTo>
                <a:cubicBezTo>
                  <a:pt x="37210" y="6049"/>
                  <a:pt x="37210" y="6006"/>
                  <a:pt x="37195" y="5976"/>
                </a:cubicBezTo>
                <a:cubicBezTo>
                  <a:pt x="37308" y="5850"/>
                  <a:pt x="37434" y="5737"/>
                  <a:pt x="37574" y="5598"/>
                </a:cubicBezTo>
                <a:lnTo>
                  <a:pt x="37574" y="5598"/>
                </a:lnTo>
                <a:cubicBezTo>
                  <a:pt x="37501" y="5641"/>
                  <a:pt x="37341" y="5714"/>
                  <a:pt x="37137" y="5860"/>
                </a:cubicBezTo>
                <a:cubicBezTo>
                  <a:pt x="37078" y="5627"/>
                  <a:pt x="37005" y="5423"/>
                  <a:pt x="36947" y="5291"/>
                </a:cubicBezTo>
                <a:cubicBezTo>
                  <a:pt x="37035" y="4767"/>
                  <a:pt x="37151" y="4228"/>
                  <a:pt x="37312" y="3717"/>
                </a:cubicBezTo>
                <a:lnTo>
                  <a:pt x="37312" y="3717"/>
                </a:lnTo>
                <a:cubicBezTo>
                  <a:pt x="37311" y="3718"/>
                  <a:pt x="36962" y="4359"/>
                  <a:pt x="36627" y="5291"/>
                </a:cubicBezTo>
                <a:cubicBezTo>
                  <a:pt x="36495" y="4840"/>
                  <a:pt x="36379" y="4548"/>
                  <a:pt x="36379" y="4548"/>
                </a:cubicBezTo>
                <a:lnTo>
                  <a:pt x="36379" y="4548"/>
                </a:lnTo>
                <a:cubicBezTo>
                  <a:pt x="36437" y="4985"/>
                  <a:pt x="36452" y="5437"/>
                  <a:pt x="36423" y="5874"/>
                </a:cubicBezTo>
                <a:cubicBezTo>
                  <a:pt x="36393" y="5947"/>
                  <a:pt x="36379" y="6035"/>
                  <a:pt x="36350" y="6122"/>
                </a:cubicBezTo>
                <a:cubicBezTo>
                  <a:pt x="36058" y="4942"/>
                  <a:pt x="35563" y="3966"/>
                  <a:pt x="35563" y="3965"/>
                </a:cubicBezTo>
                <a:lnTo>
                  <a:pt x="35563" y="3965"/>
                </a:lnTo>
                <a:cubicBezTo>
                  <a:pt x="35752" y="4621"/>
                  <a:pt x="35869" y="5321"/>
                  <a:pt x="35942" y="5962"/>
                </a:cubicBezTo>
                <a:cubicBezTo>
                  <a:pt x="35781" y="5729"/>
                  <a:pt x="35635" y="5554"/>
                  <a:pt x="35533" y="5437"/>
                </a:cubicBezTo>
                <a:cubicBezTo>
                  <a:pt x="35548" y="5291"/>
                  <a:pt x="35577" y="5146"/>
                  <a:pt x="35606" y="5015"/>
                </a:cubicBezTo>
                <a:lnTo>
                  <a:pt x="35606" y="5015"/>
                </a:lnTo>
                <a:cubicBezTo>
                  <a:pt x="35606" y="5015"/>
                  <a:pt x="35548" y="5131"/>
                  <a:pt x="35461" y="5335"/>
                </a:cubicBezTo>
                <a:cubicBezTo>
                  <a:pt x="35417" y="5292"/>
                  <a:pt x="35402" y="5277"/>
                  <a:pt x="35402" y="5277"/>
                </a:cubicBezTo>
                <a:lnTo>
                  <a:pt x="35402" y="5277"/>
                </a:lnTo>
                <a:lnTo>
                  <a:pt x="35446" y="5364"/>
                </a:lnTo>
                <a:cubicBezTo>
                  <a:pt x="35417" y="5423"/>
                  <a:pt x="35402" y="5481"/>
                  <a:pt x="35373" y="5554"/>
                </a:cubicBezTo>
                <a:cubicBezTo>
                  <a:pt x="35271" y="3339"/>
                  <a:pt x="32896" y="1969"/>
                  <a:pt x="32895" y="1968"/>
                </a:cubicBezTo>
                <a:lnTo>
                  <a:pt x="32895" y="1968"/>
                </a:lnTo>
                <a:cubicBezTo>
                  <a:pt x="34367" y="3659"/>
                  <a:pt x="34528" y="3994"/>
                  <a:pt x="34703" y="5685"/>
                </a:cubicBezTo>
                <a:lnTo>
                  <a:pt x="34659" y="5641"/>
                </a:lnTo>
                <a:cubicBezTo>
                  <a:pt x="34659" y="5627"/>
                  <a:pt x="34674" y="5612"/>
                  <a:pt x="34674" y="5612"/>
                </a:cubicBezTo>
                <a:lnTo>
                  <a:pt x="34674" y="5612"/>
                </a:lnTo>
                <a:cubicBezTo>
                  <a:pt x="34674" y="5612"/>
                  <a:pt x="34659" y="5612"/>
                  <a:pt x="34644" y="5627"/>
                </a:cubicBezTo>
                <a:cubicBezTo>
                  <a:pt x="34572" y="5554"/>
                  <a:pt x="34499" y="5496"/>
                  <a:pt x="34426" y="5437"/>
                </a:cubicBezTo>
                <a:cubicBezTo>
                  <a:pt x="34426" y="5394"/>
                  <a:pt x="34440" y="5364"/>
                  <a:pt x="34455" y="5321"/>
                </a:cubicBezTo>
                <a:lnTo>
                  <a:pt x="34455" y="5321"/>
                </a:lnTo>
                <a:cubicBezTo>
                  <a:pt x="34455" y="5321"/>
                  <a:pt x="34440" y="5365"/>
                  <a:pt x="34397" y="5423"/>
                </a:cubicBezTo>
                <a:cubicBezTo>
                  <a:pt x="34280" y="5335"/>
                  <a:pt x="34178" y="5262"/>
                  <a:pt x="34091" y="5189"/>
                </a:cubicBezTo>
                <a:cubicBezTo>
                  <a:pt x="33887" y="4927"/>
                  <a:pt x="33697" y="4709"/>
                  <a:pt x="33566" y="4548"/>
                </a:cubicBezTo>
                <a:cubicBezTo>
                  <a:pt x="33464" y="4228"/>
                  <a:pt x="33376" y="4024"/>
                  <a:pt x="33376" y="4023"/>
                </a:cubicBezTo>
                <a:lnTo>
                  <a:pt x="33376" y="4023"/>
                </a:lnTo>
                <a:cubicBezTo>
                  <a:pt x="33390" y="4079"/>
                  <a:pt x="33391" y="4134"/>
                  <a:pt x="33404" y="4190"/>
                </a:cubicBezTo>
                <a:lnTo>
                  <a:pt x="33404" y="4190"/>
                </a:lnTo>
                <a:cubicBezTo>
                  <a:pt x="33404" y="4188"/>
                  <a:pt x="33405" y="4186"/>
                  <a:pt x="33406" y="4184"/>
                </a:cubicBezTo>
                <a:cubicBezTo>
                  <a:pt x="33420" y="4242"/>
                  <a:pt x="33420" y="4300"/>
                  <a:pt x="33420" y="4359"/>
                </a:cubicBezTo>
                <a:cubicBezTo>
                  <a:pt x="33391" y="4330"/>
                  <a:pt x="33376" y="4300"/>
                  <a:pt x="33362" y="4300"/>
                </a:cubicBezTo>
                <a:cubicBezTo>
                  <a:pt x="33391" y="4330"/>
                  <a:pt x="33406" y="4373"/>
                  <a:pt x="33435" y="4402"/>
                </a:cubicBezTo>
                <a:cubicBezTo>
                  <a:pt x="33449" y="4679"/>
                  <a:pt x="33449" y="4942"/>
                  <a:pt x="33435" y="5219"/>
                </a:cubicBezTo>
                <a:cubicBezTo>
                  <a:pt x="33333" y="5087"/>
                  <a:pt x="33216" y="4971"/>
                  <a:pt x="33099" y="4854"/>
                </a:cubicBezTo>
                <a:cubicBezTo>
                  <a:pt x="33172" y="4694"/>
                  <a:pt x="33260" y="4504"/>
                  <a:pt x="33362" y="4300"/>
                </a:cubicBezTo>
                <a:cubicBezTo>
                  <a:pt x="33374" y="4265"/>
                  <a:pt x="33386" y="4239"/>
                  <a:pt x="33398" y="4206"/>
                </a:cubicBezTo>
                <a:lnTo>
                  <a:pt x="33398" y="4206"/>
                </a:lnTo>
                <a:cubicBezTo>
                  <a:pt x="33332" y="4273"/>
                  <a:pt x="33149" y="4458"/>
                  <a:pt x="32954" y="4738"/>
                </a:cubicBezTo>
                <a:cubicBezTo>
                  <a:pt x="32837" y="4636"/>
                  <a:pt x="32735" y="4548"/>
                  <a:pt x="32633" y="4461"/>
                </a:cubicBezTo>
                <a:cubicBezTo>
                  <a:pt x="32837" y="4257"/>
                  <a:pt x="33056" y="4038"/>
                  <a:pt x="33318" y="3790"/>
                </a:cubicBezTo>
                <a:lnTo>
                  <a:pt x="33318" y="3790"/>
                </a:lnTo>
                <a:cubicBezTo>
                  <a:pt x="33318" y="3790"/>
                  <a:pt x="32939" y="3980"/>
                  <a:pt x="32458" y="4315"/>
                </a:cubicBezTo>
                <a:cubicBezTo>
                  <a:pt x="32152" y="4067"/>
                  <a:pt x="31919" y="3936"/>
                  <a:pt x="31919" y="3936"/>
                </a:cubicBezTo>
                <a:lnTo>
                  <a:pt x="31919" y="3936"/>
                </a:lnTo>
                <a:cubicBezTo>
                  <a:pt x="32065" y="4111"/>
                  <a:pt x="32196" y="4271"/>
                  <a:pt x="32327" y="4417"/>
                </a:cubicBezTo>
                <a:cubicBezTo>
                  <a:pt x="32123" y="4577"/>
                  <a:pt x="31904" y="4767"/>
                  <a:pt x="31686" y="4985"/>
                </a:cubicBezTo>
                <a:cubicBezTo>
                  <a:pt x="31132" y="4053"/>
                  <a:pt x="30564" y="3412"/>
                  <a:pt x="30564" y="3411"/>
                </a:cubicBezTo>
                <a:lnTo>
                  <a:pt x="30564" y="3411"/>
                </a:lnTo>
                <a:cubicBezTo>
                  <a:pt x="30913" y="4038"/>
                  <a:pt x="31161" y="4709"/>
                  <a:pt x="31351" y="5350"/>
                </a:cubicBezTo>
                <a:cubicBezTo>
                  <a:pt x="31132" y="5598"/>
                  <a:pt x="30957" y="5874"/>
                  <a:pt x="30797" y="6181"/>
                </a:cubicBezTo>
                <a:cubicBezTo>
                  <a:pt x="29747" y="4024"/>
                  <a:pt x="28013" y="2217"/>
                  <a:pt x="28013" y="2216"/>
                </a:cubicBezTo>
                <a:lnTo>
                  <a:pt x="28013" y="2216"/>
                </a:lnTo>
                <a:cubicBezTo>
                  <a:pt x="29266" y="4082"/>
                  <a:pt x="30039" y="6312"/>
                  <a:pt x="30418" y="7609"/>
                </a:cubicBezTo>
                <a:cubicBezTo>
                  <a:pt x="30418" y="7667"/>
                  <a:pt x="30418" y="7725"/>
                  <a:pt x="30418" y="7769"/>
                </a:cubicBezTo>
                <a:cubicBezTo>
                  <a:pt x="30199" y="7551"/>
                  <a:pt x="30024" y="7347"/>
                  <a:pt x="29879" y="7142"/>
                </a:cubicBezTo>
                <a:cubicBezTo>
                  <a:pt x="29908" y="6283"/>
                  <a:pt x="29485" y="5568"/>
                  <a:pt x="29033" y="5044"/>
                </a:cubicBezTo>
                <a:cubicBezTo>
                  <a:pt x="29019" y="5000"/>
                  <a:pt x="29004" y="4971"/>
                  <a:pt x="29004" y="4927"/>
                </a:cubicBezTo>
                <a:cubicBezTo>
                  <a:pt x="29004" y="4927"/>
                  <a:pt x="28989" y="4956"/>
                  <a:pt x="28989" y="5000"/>
                </a:cubicBezTo>
                <a:cubicBezTo>
                  <a:pt x="28465" y="4403"/>
                  <a:pt x="27897" y="4082"/>
                  <a:pt x="27896" y="4082"/>
                </a:cubicBezTo>
                <a:lnTo>
                  <a:pt x="27896" y="4082"/>
                </a:lnTo>
                <a:cubicBezTo>
                  <a:pt x="28450" y="4723"/>
                  <a:pt x="28771" y="5131"/>
                  <a:pt x="28975" y="5510"/>
                </a:cubicBezTo>
                <a:cubicBezTo>
                  <a:pt x="28975" y="5904"/>
                  <a:pt x="29048" y="6443"/>
                  <a:pt x="29296" y="7026"/>
                </a:cubicBezTo>
                <a:cubicBezTo>
                  <a:pt x="28931" y="6705"/>
                  <a:pt x="28625" y="6530"/>
                  <a:pt x="28625" y="6530"/>
                </a:cubicBezTo>
                <a:lnTo>
                  <a:pt x="28625" y="6530"/>
                </a:lnTo>
                <a:cubicBezTo>
                  <a:pt x="28931" y="6895"/>
                  <a:pt x="29179" y="7186"/>
                  <a:pt x="29368" y="7434"/>
                </a:cubicBezTo>
                <a:cubicBezTo>
                  <a:pt x="29339" y="7711"/>
                  <a:pt x="29223" y="7973"/>
                  <a:pt x="29062" y="8236"/>
                </a:cubicBezTo>
                <a:cubicBezTo>
                  <a:pt x="28989" y="7857"/>
                  <a:pt x="28844" y="7507"/>
                  <a:pt x="28654" y="7201"/>
                </a:cubicBezTo>
                <a:cubicBezTo>
                  <a:pt x="28538" y="6370"/>
                  <a:pt x="28275" y="5744"/>
                  <a:pt x="28275" y="5743"/>
                </a:cubicBezTo>
                <a:lnTo>
                  <a:pt x="28275" y="5743"/>
                </a:lnTo>
                <a:cubicBezTo>
                  <a:pt x="28319" y="6064"/>
                  <a:pt x="28334" y="6399"/>
                  <a:pt x="28319" y="6720"/>
                </a:cubicBezTo>
                <a:cubicBezTo>
                  <a:pt x="28100" y="6472"/>
                  <a:pt x="27882" y="6268"/>
                  <a:pt x="27678" y="6093"/>
                </a:cubicBezTo>
                <a:cubicBezTo>
                  <a:pt x="27838" y="5933"/>
                  <a:pt x="28013" y="5758"/>
                  <a:pt x="28232" y="5554"/>
                </a:cubicBezTo>
                <a:lnTo>
                  <a:pt x="28232" y="5554"/>
                </a:lnTo>
                <a:cubicBezTo>
                  <a:pt x="28231" y="5554"/>
                  <a:pt x="27925" y="5700"/>
                  <a:pt x="27547" y="5976"/>
                </a:cubicBezTo>
                <a:cubicBezTo>
                  <a:pt x="27284" y="5787"/>
                  <a:pt x="27095" y="5670"/>
                  <a:pt x="27095" y="5670"/>
                </a:cubicBezTo>
                <a:lnTo>
                  <a:pt x="27095" y="5670"/>
                </a:lnTo>
                <a:cubicBezTo>
                  <a:pt x="27226" y="5816"/>
                  <a:pt x="27328" y="5947"/>
                  <a:pt x="27430" y="6064"/>
                </a:cubicBezTo>
                <a:cubicBezTo>
                  <a:pt x="27270" y="6195"/>
                  <a:pt x="27095" y="6341"/>
                  <a:pt x="26920" y="6516"/>
                </a:cubicBezTo>
                <a:cubicBezTo>
                  <a:pt x="26468" y="5773"/>
                  <a:pt x="26002" y="5248"/>
                  <a:pt x="26002" y="5248"/>
                </a:cubicBezTo>
                <a:lnTo>
                  <a:pt x="26002" y="5248"/>
                </a:lnTo>
                <a:cubicBezTo>
                  <a:pt x="26293" y="5758"/>
                  <a:pt x="26497" y="6297"/>
                  <a:pt x="26643" y="6822"/>
                </a:cubicBezTo>
                <a:cubicBezTo>
                  <a:pt x="26468" y="7011"/>
                  <a:pt x="26322" y="7230"/>
                  <a:pt x="26191" y="7478"/>
                </a:cubicBezTo>
                <a:cubicBezTo>
                  <a:pt x="25346" y="5744"/>
                  <a:pt x="23947" y="4286"/>
                  <a:pt x="23947" y="4286"/>
                </a:cubicBezTo>
                <a:lnTo>
                  <a:pt x="23947" y="4286"/>
                </a:lnTo>
                <a:cubicBezTo>
                  <a:pt x="24909" y="5714"/>
                  <a:pt x="25521" y="7405"/>
                  <a:pt x="25841" y="8454"/>
                </a:cubicBezTo>
                <a:cubicBezTo>
                  <a:pt x="25827" y="8498"/>
                  <a:pt x="25812" y="8556"/>
                  <a:pt x="25798" y="8600"/>
                </a:cubicBezTo>
                <a:cubicBezTo>
                  <a:pt x="25754" y="8571"/>
                  <a:pt x="25696" y="8527"/>
                  <a:pt x="25652" y="8498"/>
                </a:cubicBezTo>
                <a:cubicBezTo>
                  <a:pt x="25564" y="8396"/>
                  <a:pt x="25477" y="8294"/>
                  <a:pt x="25404" y="8177"/>
                </a:cubicBezTo>
                <a:cubicBezTo>
                  <a:pt x="25448" y="8119"/>
                  <a:pt x="25477" y="8046"/>
                  <a:pt x="25521" y="7973"/>
                </a:cubicBezTo>
                <a:lnTo>
                  <a:pt x="25521" y="7973"/>
                </a:lnTo>
                <a:cubicBezTo>
                  <a:pt x="25521" y="7973"/>
                  <a:pt x="25462" y="8032"/>
                  <a:pt x="25375" y="8119"/>
                </a:cubicBezTo>
                <a:cubicBezTo>
                  <a:pt x="25127" y="7725"/>
                  <a:pt x="24967" y="7274"/>
                  <a:pt x="24748" y="6472"/>
                </a:cubicBezTo>
                <a:lnTo>
                  <a:pt x="24748" y="6472"/>
                </a:lnTo>
                <a:cubicBezTo>
                  <a:pt x="24748" y="6472"/>
                  <a:pt x="24603" y="7245"/>
                  <a:pt x="24967" y="8134"/>
                </a:cubicBezTo>
                <a:cubicBezTo>
                  <a:pt x="24792" y="8061"/>
                  <a:pt x="24661" y="8017"/>
                  <a:pt x="24661" y="8017"/>
                </a:cubicBezTo>
                <a:lnTo>
                  <a:pt x="24661" y="8017"/>
                </a:lnTo>
                <a:cubicBezTo>
                  <a:pt x="24807" y="8119"/>
                  <a:pt x="24923" y="8206"/>
                  <a:pt x="25040" y="8279"/>
                </a:cubicBezTo>
                <a:cubicBezTo>
                  <a:pt x="25054" y="8338"/>
                  <a:pt x="25083" y="8381"/>
                  <a:pt x="25113" y="8440"/>
                </a:cubicBezTo>
                <a:cubicBezTo>
                  <a:pt x="25011" y="8571"/>
                  <a:pt x="24909" y="8746"/>
                  <a:pt x="24807" y="8935"/>
                </a:cubicBezTo>
                <a:cubicBezTo>
                  <a:pt x="24734" y="8687"/>
                  <a:pt x="24690" y="8425"/>
                  <a:pt x="24661" y="8177"/>
                </a:cubicBezTo>
                <a:cubicBezTo>
                  <a:pt x="24661" y="8177"/>
                  <a:pt x="24617" y="8440"/>
                  <a:pt x="24617" y="8848"/>
                </a:cubicBezTo>
                <a:cubicBezTo>
                  <a:pt x="24515" y="8411"/>
                  <a:pt x="24384" y="8148"/>
                  <a:pt x="24384" y="8148"/>
                </a:cubicBezTo>
                <a:lnTo>
                  <a:pt x="24384" y="8148"/>
                </a:lnTo>
                <a:cubicBezTo>
                  <a:pt x="24398" y="8469"/>
                  <a:pt x="24398" y="8746"/>
                  <a:pt x="24398" y="8979"/>
                </a:cubicBezTo>
                <a:cubicBezTo>
                  <a:pt x="24311" y="9066"/>
                  <a:pt x="24209" y="9197"/>
                  <a:pt x="24107" y="9343"/>
                </a:cubicBezTo>
                <a:cubicBezTo>
                  <a:pt x="23990" y="8265"/>
                  <a:pt x="24034" y="8046"/>
                  <a:pt x="24661" y="6836"/>
                </a:cubicBezTo>
                <a:lnTo>
                  <a:pt x="24661" y="6836"/>
                </a:lnTo>
                <a:cubicBezTo>
                  <a:pt x="24661" y="6837"/>
                  <a:pt x="24311" y="7157"/>
                  <a:pt x="24034" y="7653"/>
                </a:cubicBezTo>
                <a:cubicBezTo>
                  <a:pt x="24136" y="6953"/>
                  <a:pt x="24282" y="6224"/>
                  <a:pt x="24500" y="5525"/>
                </a:cubicBezTo>
                <a:lnTo>
                  <a:pt x="24500" y="5525"/>
                </a:lnTo>
                <a:cubicBezTo>
                  <a:pt x="24500" y="5525"/>
                  <a:pt x="23451" y="7449"/>
                  <a:pt x="23101" y="9562"/>
                </a:cubicBezTo>
                <a:cubicBezTo>
                  <a:pt x="23043" y="9314"/>
                  <a:pt x="22985" y="9052"/>
                  <a:pt x="22970" y="8804"/>
                </a:cubicBezTo>
                <a:cubicBezTo>
                  <a:pt x="22970" y="8804"/>
                  <a:pt x="22926" y="9023"/>
                  <a:pt x="22926" y="9372"/>
                </a:cubicBezTo>
                <a:cubicBezTo>
                  <a:pt x="22752" y="9197"/>
                  <a:pt x="22562" y="9037"/>
                  <a:pt x="22373" y="8906"/>
                </a:cubicBezTo>
                <a:cubicBezTo>
                  <a:pt x="22358" y="8294"/>
                  <a:pt x="22402" y="7638"/>
                  <a:pt x="22533" y="7026"/>
                </a:cubicBezTo>
                <a:lnTo>
                  <a:pt x="22533" y="7026"/>
                </a:lnTo>
                <a:cubicBezTo>
                  <a:pt x="22533" y="7026"/>
                  <a:pt x="22198" y="7696"/>
                  <a:pt x="21950" y="8614"/>
                </a:cubicBezTo>
                <a:cubicBezTo>
                  <a:pt x="21702" y="8454"/>
                  <a:pt x="21454" y="8323"/>
                  <a:pt x="21221" y="8206"/>
                </a:cubicBezTo>
                <a:cubicBezTo>
                  <a:pt x="21294" y="8061"/>
                  <a:pt x="21367" y="7900"/>
                  <a:pt x="21454" y="7711"/>
                </a:cubicBezTo>
                <a:lnTo>
                  <a:pt x="21454" y="7711"/>
                </a:lnTo>
                <a:cubicBezTo>
                  <a:pt x="21454" y="7711"/>
                  <a:pt x="21279" y="7871"/>
                  <a:pt x="21075" y="8148"/>
                </a:cubicBezTo>
                <a:cubicBezTo>
                  <a:pt x="20536" y="7900"/>
                  <a:pt x="20143" y="7798"/>
                  <a:pt x="20143" y="7798"/>
                </a:cubicBezTo>
                <a:lnTo>
                  <a:pt x="20143" y="7798"/>
                </a:lnTo>
                <a:cubicBezTo>
                  <a:pt x="20449" y="7988"/>
                  <a:pt x="20711" y="8148"/>
                  <a:pt x="20944" y="8294"/>
                </a:cubicBezTo>
                <a:cubicBezTo>
                  <a:pt x="20784" y="8527"/>
                  <a:pt x="20609" y="8804"/>
                  <a:pt x="20463" y="9139"/>
                </a:cubicBezTo>
                <a:cubicBezTo>
                  <a:pt x="20332" y="8760"/>
                  <a:pt x="20216" y="8396"/>
                  <a:pt x="20157" y="8017"/>
                </a:cubicBezTo>
                <a:lnTo>
                  <a:pt x="20157" y="8017"/>
                </a:lnTo>
                <a:cubicBezTo>
                  <a:pt x="20157" y="8017"/>
                  <a:pt x="20084" y="8775"/>
                  <a:pt x="20245" y="9737"/>
                </a:cubicBezTo>
                <a:cubicBezTo>
                  <a:pt x="20186" y="9941"/>
                  <a:pt x="20157" y="10159"/>
                  <a:pt x="20143" y="10378"/>
                </a:cubicBezTo>
                <a:cubicBezTo>
                  <a:pt x="19997" y="10407"/>
                  <a:pt x="19851" y="10436"/>
                  <a:pt x="19720" y="10465"/>
                </a:cubicBezTo>
                <a:cubicBezTo>
                  <a:pt x="19647" y="10349"/>
                  <a:pt x="19589" y="10247"/>
                  <a:pt x="19531" y="10130"/>
                </a:cubicBezTo>
                <a:cubicBezTo>
                  <a:pt x="19662" y="9810"/>
                  <a:pt x="19822" y="9445"/>
                  <a:pt x="20055" y="8964"/>
                </a:cubicBezTo>
                <a:lnTo>
                  <a:pt x="20055" y="8964"/>
                </a:lnTo>
                <a:cubicBezTo>
                  <a:pt x="20055" y="8964"/>
                  <a:pt x="19764" y="9227"/>
                  <a:pt x="19472" y="9664"/>
                </a:cubicBezTo>
                <a:cubicBezTo>
                  <a:pt x="19531" y="8964"/>
                  <a:pt x="19414" y="8338"/>
                  <a:pt x="19297" y="7900"/>
                </a:cubicBezTo>
                <a:cubicBezTo>
                  <a:pt x="19385" y="7419"/>
                  <a:pt x="19603" y="6909"/>
                  <a:pt x="19997" y="6079"/>
                </a:cubicBezTo>
                <a:lnTo>
                  <a:pt x="19997" y="6079"/>
                </a:lnTo>
                <a:cubicBezTo>
                  <a:pt x="19997" y="6079"/>
                  <a:pt x="19487" y="6560"/>
                  <a:pt x="19093" y="7317"/>
                </a:cubicBezTo>
                <a:cubicBezTo>
                  <a:pt x="19064" y="7274"/>
                  <a:pt x="19064" y="7244"/>
                  <a:pt x="19064" y="7244"/>
                </a:cubicBezTo>
                <a:cubicBezTo>
                  <a:pt x="19064" y="7303"/>
                  <a:pt x="19064" y="7347"/>
                  <a:pt x="19064" y="7390"/>
                </a:cubicBezTo>
                <a:cubicBezTo>
                  <a:pt x="18729" y="8061"/>
                  <a:pt x="18525" y="8950"/>
                  <a:pt x="18846" y="9912"/>
                </a:cubicBezTo>
                <a:cubicBezTo>
                  <a:pt x="18758" y="10174"/>
                  <a:pt x="18641" y="10422"/>
                  <a:pt x="18481" y="10713"/>
                </a:cubicBezTo>
                <a:lnTo>
                  <a:pt x="18467" y="10713"/>
                </a:lnTo>
                <a:cubicBezTo>
                  <a:pt x="18437" y="10655"/>
                  <a:pt x="18423" y="10597"/>
                  <a:pt x="18408" y="10538"/>
                </a:cubicBezTo>
                <a:cubicBezTo>
                  <a:pt x="18379" y="9008"/>
                  <a:pt x="18452" y="6355"/>
                  <a:pt x="19195" y="4009"/>
                </a:cubicBezTo>
                <a:lnTo>
                  <a:pt x="19195" y="4009"/>
                </a:lnTo>
                <a:cubicBezTo>
                  <a:pt x="19195" y="4009"/>
                  <a:pt x="17898" y="6385"/>
                  <a:pt x="17476" y="9008"/>
                </a:cubicBezTo>
                <a:cubicBezTo>
                  <a:pt x="17199" y="8702"/>
                  <a:pt x="16893" y="8425"/>
                  <a:pt x="16572" y="8192"/>
                </a:cubicBezTo>
                <a:cubicBezTo>
                  <a:pt x="16543" y="7434"/>
                  <a:pt x="16586" y="6632"/>
                  <a:pt x="16761" y="5860"/>
                </a:cubicBezTo>
                <a:lnTo>
                  <a:pt x="16761" y="5860"/>
                </a:lnTo>
                <a:cubicBezTo>
                  <a:pt x="16761" y="5860"/>
                  <a:pt x="16339" y="6691"/>
                  <a:pt x="16047" y="7827"/>
                </a:cubicBezTo>
                <a:cubicBezTo>
                  <a:pt x="15727" y="7638"/>
                  <a:pt x="15420" y="7478"/>
                  <a:pt x="15129" y="7332"/>
                </a:cubicBezTo>
                <a:cubicBezTo>
                  <a:pt x="15216" y="7142"/>
                  <a:pt x="15318" y="6938"/>
                  <a:pt x="15420" y="6720"/>
                </a:cubicBezTo>
                <a:lnTo>
                  <a:pt x="15420" y="6720"/>
                </a:lnTo>
                <a:cubicBezTo>
                  <a:pt x="15420" y="6720"/>
                  <a:pt x="15216" y="6909"/>
                  <a:pt x="14940" y="7244"/>
                </a:cubicBezTo>
                <a:cubicBezTo>
                  <a:pt x="14284" y="6953"/>
                  <a:pt x="13788" y="6822"/>
                  <a:pt x="13788" y="6822"/>
                </a:cubicBezTo>
                <a:lnTo>
                  <a:pt x="13788" y="6822"/>
                </a:lnTo>
                <a:cubicBezTo>
                  <a:pt x="14182" y="7055"/>
                  <a:pt x="14502" y="7259"/>
                  <a:pt x="14794" y="7449"/>
                </a:cubicBezTo>
                <a:cubicBezTo>
                  <a:pt x="14590" y="7725"/>
                  <a:pt x="14371" y="8075"/>
                  <a:pt x="14182" y="8469"/>
                </a:cubicBezTo>
                <a:cubicBezTo>
                  <a:pt x="14080" y="8177"/>
                  <a:pt x="13978" y="7857"/>
                  <a:pt x="13905" y="7551"/>
                </a:cubicBezTo>
                <a:cubicBezTo>
                  <a:pt x="13919" y="7507"/>
                  <a:pt x="13934" y="7449"/>
                  <a:pt x="13948" y="7405"/>
                </a:cubicBezTo>
                <a:lnTo>
                  <a:pt x="13948" y="7405"/>
                </a:lnTo>
                <a:cubicBezTo>
                  <a:pt x="13948" y="7406"/>
                  <a:pt x="13933" y="7449"/>
                  <a:pt x="13890" y="7507"/>
                </a:cubicBezTo>
                <a:cubicBezTo>
                  <a:pt x="13861" y="7376"/>
                  <a:pt x="13832" y="7230"/>
                  <a:pt x="13803" y="7099"/>
                </a:cubicBezTo>
                <a:cubicBezTo>
                  <a:pt x="13803" y="7099"/>
                  <a:pt x="13774" y="7332"/>
                  <a:pt x="13788" y="7725"/>
                </a:cubicBezTo>
                <a:cubicBezTo>
                  <a:pt x="13686" y="7915"/>
                  <a:pt x="13555" y="8206"/>
                  <a:pt x="13409" y="8556"/>
                </a:cubicBezTo>
                <a:cubicBezTo>
                  <a:pt x="13263" y="8717"/>
                  <a:pt x="13089" y="8935"/>
                  <a:pt x="12899" y="9212"/>
                </a:cubicBezTo>
                <a:cubicBezTo>
                  <a:pt x="12506" y="7288"/>
                  <a:pt x="12564" y="6880"/>
                  <a:pt x="13613" y="4679"/>
                </a:cubicBezTo>
                <a:lnTo>
                  <a:pt x="13613" y="4679"/>
                </a:lnTo>
                <a:cubicBezTo>
                  <a:pt x="13613" y="4680"/>
                  <a:pt x="10932" y="7157"/>
                  <a:pt x="12433" y="10043"/>
                </a:cubicBezTo>
                <a:cubicBezTo>
                  <a:pt x="12404" y="10116"/>
                  <a:pt x="12374" y="10203"/>
                  <a:pt x="12331" y="10276"/>
                </a:cubicBezTo>
                <a:cubicBezTo>
                  <a:pt x="12154" y="9869"/>
                  <a:pt x="11940" y="9588"/>
                  <a:pt x="11888" y="9516"/>
                </a:cubicBezTo>
                <a:lnTo>
                  <a:pt x="11888" y="9516"/>
                </a:lnTo>
                <a:cubicBezTo>
                  <a:pt x="12043" y="9997"/>
                  <a:pt x="12157" y="10340"/>
                  <a:pt x="12214" y="10640"/>
                </a:cubicBezTo>
                <a:cubicBezTo>
                  <a:pt x="12170" y="10757"/>
                  <a:pt x="12141" y="10874"/>
                  <a:pt x="12127" y="10990"/>
                </a:cubicBezTo>
                <a:cubicBezTo>
                  <a:pt x="12039" y="10917"/>
                  <a:pt x="11952" y="10844"/>
                  <a:pt x="11879" y="10786"/>
                </a:cubicBezTo>
                <a:cubicBezTo>
                  <a:pt x="11864" y="10728"/>
                  <a:pt x="11850" y="10670"/>
                  <a:pt x="11821" y="10611"/>
                </a:cubicBezTo>
                <a:cubicBezTo>
                  <a:pt x="11821" y="10247"/>
                  <a:pt x="11835" y="9868"/>
                  <a:pt x="11879" y="9489"/>
                </a:cubicBezTo>
                <a:cubicBezTo>
                  <a:pt x="11879" y="9490"/>
                  <a:pt x="11880" y="9492"/>
                  <a:pt x="11880" y="9493"/>
                </a:cubicBezTo>
                <a:lnTo>
                  <a:pt x="11880" y="9493"/>
                </a:lnTo>
                <a:cubicBezTo>
                  <a:pt x="11909" y="9293"/>
                  <a:pt x="11938" y="9092"/>
                  <a:pt x="11981" y="8891"/>
                </a:cubicBezTo>
                <a:lnTo>
                  <a:pt x="11981" y="8891"/>
                </a:lnTo>
                <a:cubicBezTo>
                  <a:pt x="11981" y="8892"/>
                  <a:pt x="11806" y="9241"/>
                  <a:pt x="11617" y="9780"/>
                </a:cubicBezTo>
                <a:cubicBezTo>
                  <a:pt x="11456" y="9037"/>
                  <a:pt x="11340" y="8236"/>
                  <a:pt x="11340" y="7463"/>
                </a:cubicBezTo>
                <a:cubicBezTo>
                  <a:pt x="11340" y="7463"/>
                  <a:pt x="11092" y="8760"/>
                  <a:pt x="11223" y="10232"/>
                </a:cubicBezTo>
                <a:cubicBezTo>
                  <a:pt x="10961" y="9606"/>
                  <a:pt x="10742" y="8935"/>
                  <a:pt x="10611" y="8279"/>
                </a:cubicBezTo>
                <a:lnTo>
                  <a:pt x="10611" y="8279"/>
                </a:lnTo>
                <a:cubicBezTo>
                  <a:pt x="10611" y="8279"/>
                  <a:pt x="10567" y="8921"/>
                  <a:pt x="10655" y="9839"/>
                </a:cubicBezTo>
                <a:cubicBezTo>
                  <a:pt x="10611" y="9897"/>
                  <a:pt x="10567" y="9955"/>
                  <a:pt x="10509" y="10014"/>
                </a:cubicBezTo>
                <a:cubicBezTo>
                  <a:pt x="10509" y="10014"/>
                  <a:pt x="10494" y="9999"/>
                  <a:pt x="10494" y="9999"/>
                </a:cubicBezTo>
                <a:cubicBezTo>
                  <a:pt x="10392" y="9635"/>
                  <a:pt x="10305" y="9270"/>
                  <a:pt x="10276" y="8891"/>
                </a:cubicBezTo>
                <a:cubicBezTo>
                  <a:pt x="10276" y="8891"/>
                  <a:pt x="10217" y="9299"/>
                  <a:pt x="10217" y="9882"/>
                </a:cubicBezTo>
                <a:cubicBezTo>
                  <a:pt x="9955" y="9780"/>
                  <a:pt x="9736" y="9708"/>
                  <a:pt x="9649" y="9678"/>
                </a:cubicBezTo>
                <a:lnTo>
                  <a:pt x="9649" y="9678"/>
                </a:lnTo>
                <a:cubicBezTo>
                  <a:pt x="9868" y="9810"/>
                  <a:pt x="10057" y="9926"/>
                  <a:pt x="10232" y="10043"/>
                </a:cubicBezTo>
                <a:cubicBezTo>
                  <a:pt x="10232" y="10087"/>
                  <a:pt x="10232" y="10130"/>
                  <a:pt x="10232" y="10189"/>
                </a:cubicBezTo>
                <a:cubicBezTo>
                  <a:pt x="10028" y="10101"/>
                  <a:pt x="9809" y="10028"/>
                  <a:pt x="9620" y="9984"/>
                </a:cubicBezTo>
                <a:cubicBezTo>
                  <a:pt x="9620" y="9970"/>
                  <a:pt x="9620" y="9955"/>
                  <a:pt x="9620" y="9941"/>
                </a:cubicBezTo>
                <a:cubicBezTo>
                  <a:pt x="9620" y="9868"/>
                  <a:pt x="9634" y="9780"/>
                  <a:pt x="9649" y="9678"/>
                </a:cubicBezTo>
                <a:cubicBezTo>
                  <a:pt x="9649" y="9649"/>
                  <a:pt x="9664" y="9620"/>
                  <a:pt x="9664" y="9576"/>
                </a:cubicBezTo>
                <a:lnTo>
                  <a:pt x="9664" y="9576"/>
                </a:lnTo>
                <a:cubicBezTo>
                  <a:pt x="9663" y="9576"/>
                  <a:pt x="9634" y="9606"/>
                  <a:pt x="9605" y="9678"/>
                </a:cubicBezTo>
                <a:cubicBezTo>
                  <a:pt x="9576" y="9737"/>
                  <a:pt x="9532" y="9839"/>
                  <a:pt x="9489" y="9955"/>
                </a:cubicBezTo>
                <a:cubicBezTo>
                  <a:pt x="9051" y="9853"/>
                  <a:pt x="8745" y="9824"/>
                  <a:pt x="8745" y="9824"/>
                </a:cubicBezTo>
                <a:lnTo>
                  <a:pt x="8745" y="9824"/>
                </a:lnTo>
                <a:cubicBezTo>
                  <a:pt x="9008" y="9926"/>
                  <a:pt x="9241" y="10014"/>
                  <a:pt x="9430" y="10101"/>
                </a:cubicBezTo>
                <a:cubicBezTo>
                  <a:pt x="9372" y="10291"/>
                  <a:pt x="9314" y="10538"/>
                  <a:pt x="9285" y="10815"/>
                </a:cubicBezTo>
                <a:cubicBezTo>
                  <a:pt x="9095" y="10553"/>
                  <a:pt x="8935" y="10276"/>
                  <a:pt x="8804" y="9984"/>
                </a:cubicBezTo>
                <a:lnTo>
                  <a:pt x="8804" y="9984"/>
                </a:lnTo>
                <a:cubicBezTo>
                  <a:pt x="8804" y="9985"/>
                  <a:pt x="8906" y="10495"/>
                  <a:pt x="9197" y="11165"/>
                </a:cubicBezTo>
                <a:cubicBezTo>
                  <a:pt x="9095" y="11282"/>
                  <a:pt x="8993" y="11427"/>
                  <a:pt x="8876" y="11602"/>
                </a:cubicBezTo>
                <a:cubicBezTo>
                  <a:pt x="8862" y="11573"/>
                  <a:pt x="8862" y="11559"/>
                  <a:pt x="8862" y="11529"/>
                </a:cubicBezTo>
                <a:cubicBezTo>
                  <a:pt x="8876" y="11311"/>
                  <a:pt x="8906" y="11048"/>
                  <a:pt x="8949" y="10742"/>
                </a:cubicBezTo>
                <a:lnTo>
                  <a:pt x="8949" y="10742"/>
                </a:lnTo>
                <a:cubicBezTo>
                  <a:pt x="8949" y="10742"/>
                  <a:pt x="8862" y="10874"/>
                  <a:pt x="8774" y="11107"/>
                </a:cubicBezTo>
                <a:cubicBezTo>
                  <a:pt x="8585" y="9941"/>
                  <a:pt x="8702" y="9518"/>
                  <a:pt x="9445" y="7944"/>
                </a:cubicBezTo>
                <a:lnTo>
                  <a:pt x="9445" y="7944"/>
                </a:lnTo>
                <a:cubicBezTo>
                  <a:pt x="9445" y="7944"/>
                  <a:pt x="8483" y="8833"/>
                  <a:pt x="8206" y="10101"/>
                </a:cubicBezTo>
                <a:cubicBezTo>
                  <a:pt x="8191" y="10072"/>
                  <a:pt x="8162" y="10043"/>
                  <a:pt x="8148" y="10014"/>
                </a:cubicBezTo>
                <a:cubicBezTo>
                  <a:pt x="8104" y="9635"/>
                  <a:pt x="8148" y="9212"/>
                  <a:pt x="8235" y="8512"/>
                </a:cubicBezTo>
                <a:lnTo>
                  <a:pt x="8235" y="8512"/>
                </a:lnTo>
                <a:cubicBezTo>
                  <a:pt x="8235" y="8513"/>
                  <a:pt x="7973" y="8950"/>
                  <a:pt x="7871" y="9606"/>
                </a:cubicBezTo>
                <a:cubicBezTo>
                  <a:pt x="7842" y="9562"/>
                  <a:pt x="7827" y="9547"/>
                  <a:pt x="7827" y="9547"/>
                </a:cubicBezTo>
                <a:lnTo>
                  <a:pt x="7827" y="9547"/>
                </a:lnTo>
                <a:cubicBezTo>
                  <a:pt x="7842" y="9591"/>
                  <a:pt x="7856" y="9620"/>
                  <a:pt x="7871" y="9649"/>
                </a:cubicBezTo>
                <a:cubicBezTo>
                  <a:pt x="7798" y="10189"/>
                  <a:pt x="7827" y="10830"/>
                  <a:pt x="8206" y="11486"/>
                </a:cubicBezTo>
                <a:cubicBezTo>
                  <a:pt x="8235" y="11588"/>
                  <a:pt x="8264" y="11690"/>
                  <a:pt x="8293" y="11792"/>
                </a:cubicBezTo>
                <a:cubicBezTo>
                  <a:pt x="8279" y="11952"/>
                  <a:pt x="8264" y="12127"/>
                  <a:pt x="8221" y="12316"/>
                </a:cubicBezTo>
                <a:cubicBezTo>
                  <a:pt x="8191" y="12273"/>
                  <a:pt x="8162" y="12229"/>
                  <a:pt x="8133" y="12185"/>
                </a:cubicBezTo>
                <a:cubicBezTo>
                  <a:pt x="7754" y="11005"/>
                  <a:pt x="7186" y="8935"/>
                  <a:pt x="7171" y="7011"/>
                </a:cubicBezTo>
                <a:cubicBezTo>
                  <a:pt x="7171" y="7011"/>
                  <a:pt x="6795" y="9020"/>
                  <a:pt x="7095" y="11110"/>
                </a:cubicBezTo>
                <a:lnTo>
                  <a:pt x="7095" y="11110"/>
                </a:lnTo>
                <a:cubicBezTo>
                  <a:pt x="7068" y="11025"/>
                  <a:pt x="7054" y="10928"/>
                  <a:pt x="7040" y="10844"/>
                </a:cubicBezTo>
                <a:cubicBezTo>
                  <a:pt x="7040" y="10844"/>
                  <a:pt x="7026" y="10932"/>
                  <a:pt x="7026" y="11078"/>
                </a:cubicBezTo>
                <a:cubicBezTo>
                  <a:pt x="6778" y="10903"/>
                  <a:pt x="6515" y="10757"/>
                  <a:pt x="6268" y="10626"/>
                </a:cubicBezTo>
                <a:cubicBezTo>
                  <a:pt x="6064" y="10043"/>
                  <a:pt x="5903" y="9416"/>
                  <a:pt x="5845" y="8789"/>
                </a:cubicBezTo>
                <a:cubicBezTo>
                  <a:pt x="5845" y="8789"/>
                  <a:pt x="5743" y="9489"/>
                  <a:pt x="5801" y="10422"/>
                </a:cubicBezTo>
                <a:cubicBezTo>
                  <a:pt x="5524" y="10320"/>
                  <a:pt x="5262" y="10232"/>
                  <a:pt x="5029" y="10159"/>
                </a:cubicBezTo>
                <a:cubicBezTo>
                  <a:pt x="5043" y="9999"/>
                  <a:pt x="5058" y="9839"/>
                  <a:pt x="5087" y="9649"/>
                </a:cubicBezTo>
                <a:lnTo>
                  <a:pt x="5087" y="9649"/>
                </a:lnTo>
                <a:cubicBezTo>
                  <a:pt x="5087" y="9649"/>
                  <a:pt x="4985" y="9824"/>
                  <a:pt x="4868" y="10116"/>
                </a:cubicBezTo>
                <a:cubicBezTo>
                  <a:pt x="4329" y="9985"/>
                  <a:pt x="3950" y="9955"/>
                  <a:pt x="3950" y="9955"/>
                </a:cubicBezTo>
                <a:lnTo>
                  <a:pt x="3950" y="9955"/>
                </a:lnTo>
                <a:cubicBezTo>
                  <a:pt x="4271" y="10072"/>
                  <a:pt x="4562" y="10189"/>
                  <a:pt x="4810" y="10291"/>
                </a:cubicBezTo>
                <a:cubicBezTo>
                  <a:pt x="4723" y="10538"/>
                  <a:pt x="4650" y="10844"/>
                  <a:pt x="4621" y="11180"/>
                </a:cubicBezTo>
                <a:cubicBezTo>
                  <a:pt x="4460" y="10961"/>
                  <a:pt x="4329" y="10728"/>
                  <a:pt x="4198" y="10509"/>
                </a:cubicBezTo>
                <a:cubicBezTo>
                  <a:pt x="4198" y="10465"/>
                  <a:pt x="4198" y="10422"/>
                  <a:pt x="4198" y="10378"/>
                </a:cubicBezTo>
                <a:cubicBezTo>
                  <a:pt x="4198" y="10378"/>
                  <a:pt x="4183" y="10422"/>
                  <a:pt x="4183" y="10465"/>
                </a:cubicBezTo>
                <a:cubicBezTo>
                  <a:pt x="4125" y="10363"/>
                  <a:pt x="4067" y="10261"/>
                  <a:pt x="4023" y="10159"/>
                </a:cubicBezTo>
                <a:lnTo>
                  <a:pt x="4023" y="10159"/>
                </a:lnTo>
                <a:cubicBezTo>
                  <a:pt x="4023" y="10160"/>
                  <a:pt x="4052" y="10349"/>
                  <a:pt x="4154" y="10655"/>
                </a:cubicBezTo>
                <a:cubicBezTo>
                  <a:pt x="4125" y="10815"/>
                  <a:pt x="4096" y="11048"/>
                  <a:pt x="4081" y="11340"/>
                </a:cubicBezTo>
                <a:cubicBezTo>
                  <a:pt x="4009" y="11486"/>
                  <a:pt x="3936" y="11690"/>
                  <a:pt x="3863" y="11937"/>
                </a:cubicBezTo>
                <a:cubicBezTo>
                  <a:pt x="3134" y="10495"/>
                  <a:pt x="3076" y="10174"/>
                  <a:pt x="3324" y="8323"/>
                </a:cubicBezTo>
                <a:lnTo>
                  <a:pt x="3324" y="8323"/>
                </a:lnTo>
                <a:cubicBezTo>
                  <a:pt x="3323" y="8323"/>
                  <a:pt x="1968" y="10611"/>
                  <a:pt x="3732" y="12637"/>
                </a:cubicBezTo>
                <a:cubicBezTo>
                  <a:pt x="3702" y="12885"/>
                  <a:pt x="3702" y="13147"/>
                  <a:pt x="3732" y="13424"/>
                </a:cubicBezTo>
                <a:cubicBezTo>
                  <a:pt x="3644" y="13380"/>
                  <a:pt x="3557" y="13337"/>
                  <a:pt x="3455" y="13293"/>
                </a:cubicBezTo>
                <a:cubicBezTo>
                  <a:pt x="3309" y="12812"/>
                  <a:pt x="3178" y="12316"/>
                  <a:pt x="3134" y="11821"/>
                </a:cubicBezTo>
                <a:cubicBezTo>
                  <a:pt x="3134" y="11821"/>
                  <a:pt x="3047" y="12375"/>
                  <a:pt x="3090" y="13133"/>
                </a:cubicBezTo>
                <a:cubicBezTo>
                  <a:pt x="3061" y="13118"/>
                  <a:pt x="3032" y="13103"/>
                  <a:pt x="3003" y="13089"/>
                </a:cubicBezTo>
                <a:cubicBezTo>
                  <a:pt x="2624" y="12608"/>
                  <a:pt x="2274" y="12069"/>
                  <a:pt x="1997" y="11529"/>
                </a:cubicBezTo>
                <a:lnTo>
                  <a:pt x="1997" y="11529"/>
                </a:lnTo>
                <a:cubicBezTo>
                  <a:pt x="1997" y="11530"/>
                  <a:pt x="2114" y="12040"/>
                  <a:pt x="2405" y="12739"/>
                </a:cubicBezTo>
                <a:cubicBezTo>
                  <a:pt x="2376" y="12783"/>
                  <a:pt x="2362" y="12827"/>
                  <a:pt x="2347" y="12885"/>
                </a:cubicBezTo>
                <a:cubicBezTo>
                  <a:pt x="1895" y="12768"/>
                  <a:pt x="1589" y="12754"/>
                  <a:pt x="1589" y="12754"/>
                </a:cubicBezTo>
                <a:lnTo>
                  <a:pt x="1589" y="12754"/>
                </a:lnTo>
                <a:cubicBezTo>
                  <a:pt x="1866" y="12856"/>
                  <a:pt x="2085" y="12943"/>
                  <a:pt x="2289" y="13031"/>
                </a:cubicBezTo>
                <a:cubicBezTo>
                  <a:pt x="2230" y="13220"/>
                  <a:pt x="2158" y="13468"/>
                  <a:pt x="2128" y="13730"/>
                </a:cubicBezTo>
                <a:cubicBezTo>
                  <a:pt x="1954" y="13468"/>
                  <a:pt x="1793" y="13191"/>
                  <a:pt x="1647" y="12914"/>
                </a:cubicBezTo>
                <a:lnTo>
                  <a:pt x="1647" y="12914"/>
                </a:lnTo>
                <a:cubicBezTo>
                  <a:pt x="1648" y="12914"/>
                  <a:pt x="1779" y="13512"/>
                  <a:pt x="2128" y="14240"/>
                </a:cubicBezTo>
                <a:cubicBezTo>
                  <a:pt x="2143" y="14546"/>
                  <a:pt x="2201" y="14867"/>
                  <a:pt x="2347" y="15202"/>
                </a:cubicBezTo>
                <a:cubicBezTo>
                  <a:pt x="2099" y="15042"/>
                  <a:pt x="1866" y="14852"/>
                  <a:pt x="1706" y="14634"/>
                </a:cubicBezTo>
                <a:cubicBezTo>
                  <a:pt x="1720" y="14371"/>
                  <a:pt x="1749" y="14065"/>
                  <a:pt x="1808" y="13672"/>
                </a:cubicBezTo>
                <a:lnTo>
                  <a:pt x="1808" y="13672"/>
                </a:lnTo>
                <a:cubicBezTo>
                  <a:pt x="1808" y="13672"/>
                  <a:pt x="1647" y="13934"/>
                  <a:pt x="1531" y="14342"/>
                </a:cubicBezTo>
                <a:cubicBezTo>
                  <a:pt x="933" y="13176"/>
                  <a:pt x="904" y="12929"/>
                  <a:pt x="1094" y="11442"/>
                </a:cubicBezTo>
                <a:lnTo>
                  <a:pt x="1094" y="11442"/>
                </a:lnTo>
                <a:cubicBezTo>
                  <a:pt x="1093" y="11442"/>
                  <a:pt x="1" y="13278"/>
                  <a:pt x="1414" y="14911"/>
                </a:cubicBezTo>
                <a:cubicBezTo>
                  <a:pt x="1385" y="15202"/>
                  <a:pt x="1400" y="15523"/>
                  <a:pt x="1473" y="15873"/>
                </a:cubicBezTo>
                <a:lnTo>
                  <a:pt x="1473" y="15843"/>
                </a:lnTo>
                <a:lnTo>
                  <a:pt x="1910" y="15843"/>
                </a:lnTo>
                <a:cubicBezTo>
                  <a:pt x="1822" y="15610"/>
                  <a:pt x="1764" y="15406"/>
                  <a:pt x="1735" y="15202"/>
                </a:cubicBezTo>
                <a:lnTo>
                  <a:pt x="1735" y="15202"/>
                </a:lnTo>
                <a:cubicBezTo>
                  <a:pt x="1939" y="15392"/>
                  <a:pt x="2201" y="15581"/>
                  <a:pt x="2493" y="15756"/>
                </a:cubicBezTo>
                <a:cubicBezTo>
                  <a:pt x="2434" y="15785"/>
                  <a:pt x="2391" y="15814"/>
                  <a:pt x="2347" y="15843"/>
                </a:cubicBezTo>
                <a:lnTo>
                  <a:pt x="138416" y="15843"/>
                </a:lnTo>
                <a:cubicBezTo>
                  <a:pt x="138357" y="15814"/>
                  <a:pt x="138299" y="15785"/>
                  <a:pt x="138226" y="15741"/>
                </a:cubicBezTo>
                <a:cubicBezTo>
                  <a:pt x="138285" y="15610"/>
                  <a:pt x="138343" y="15465"/>
                  <a:pt x="138401" y="15319"/>
                </a:cubicBezTo>
                <a:cubicBezTo>
                  <a:pt x="138620" y="15115"/>
                  <a:pt x="138882" y="14925"/>
                  <a:pt x="139290" y="14692"/>
                </a:cubicBezTo>
                <a:cubicBezTo>
                  <a:pt x="139348" y="14867"/>
                  <a:pt x="139392" y="15027"/>
                  <a:pt x="139407" y="15173"/>
                </a:cubicBezTo>
                <a:cubicBezTo>
                  <a:pt x="139159" y="15377"/>
                  <a:pt x="138897" y="15596"/>
                  <a:pt x="138663" y="15843"/>
                </a:cubicBezTo>
                <a:lnTo>
                  <a:pt x="139217" y="15843"/>
                </a:lnTo>
                <a:cubicBezTo>
                  <a:pt x="139276" y="15771"/>
                  <a:pt x="139334" y="15683"/>
                  <a:pt x="139407" y="15596"/>
                </a:cubicBezTo>
                <a:lnTo>
                  <a:pt x="139407" y="15596"/>
                </a:lnTo>
                <a:cubicBezTo>
                  <a:pt x="139407" y="15683"/>
                  <a:pt x="139378" y="15756"/>
                  <a:pt x="139363" y="15843"/>
                </a:cubicBezTo>
                <a:lnTo>
                  <a:pt x="140281" y="15843"/>
                </a:lnTo>
                <a:cubicBezTo>
                  <a:pt x="140879" y="15246"/>
                  <a:pt x="141651" y="14561"/>
                  <a:pt x="142497" y="13978"/>
                </a:cubicBezTo>
                <a:lnTo>
                  <a:pt x="142497" y="13978"/>
                </a:lnTo>
                <a:cubicBezTo>
                  <a:pt x="142496" y="13978"/>
                  <a:pt x="140981" y="14751"/>
                  <a:pt x="139742" y="15800"/>
                </a:cubicBezTo>
                <a:cubicBezTo>
                  <a:pt x="139757" y="15610"/>
                  <a:pt x="139727" y="15435"/>
                  <a:pt x="139698" y="15275"/>
                </a:cubicBezTo>
                <a:cubicBezTo>
                  <a:pt x="139990" y="14940"/>
                  <a:pt x="140340" y="14590"/>
                  <a:pt x="140718" y="14299"/>
                </a:cubicBezTo>
                <a:lnTo>
                  <a:pt x="140718" y="14299"/>
                </a:lnTo>
                <a:cubicBezTo>
                  <a:pt x="140718" y="14299"/>
                  <a:pt x="140208" y="14576"/>
                  <a:pt x="139625" y="15013"/>
                </a:cubicBezTo>
                <a:cubicBezTo>
                  <a:pt x="139567" y="14852"/>
                  <a:pt x="139509" y="14721"/>
                  <a:pt x="139451" y="14605"/>
                </a:cubicBezTo>
                <a:cubicBezTo>
                  <a:pt x="139567" y="14546"/>
                  <a:pt x="139684" y="14473"/>
                  <a:pt x="139815" y="14401"/>
                </a:cubicBezTo>
                <a:lnTo>
                  <a:pt x="139815" y="14401"/>
                </a:lnTo>
                <a:cubicBezTo>
                  <a:pt x="139815" y="14401"/>
                  <a:pt x="139654" y="14444"/>
                  <a:pt x="139407" y="14532"/>
                </a:cubicBezTo>
                <a:cubicBezTo>
                  <a:pt x="139247" y="14270"/>
                  <a:pt x="139101" y="14109"/>
                  <a:pt x="139101" y="14109"/>
                </a:cubicBezTo>
                <a:lnTo>
                  <a:pt x="139101" y="14109"/>
                </a:lnTo>
                <a:cubicBezTo>
                  <a:pt x="139174" y="14299"/>
                  <a:pt x="139217" y="14444"/>
                  <a:pt x="139261" y="14590"/>
                </a:cubicBezTo>
                <a:cubicBezTo>
                  <a:pt x="139072" y="14663"/>
                  <a:pt x="138838" y="14780"/>
                  <a:pt x="138591" y="14911"/>
                </a:cubicBezTo>
                <a:cubicBezTo>
                  <a:pt x="138707" y="14678"/>
                  <a:pt x="138838" y="14459"/>
                  <a:pt x="138999" y="14240"/>
                </a:cubicBezTo>
                <a:lnTo>
                  <a:pt x="138999" y="14240"/>
                </a:lnTo>
                <a:cubicBezTo>
                  <a:pt x="138998" y="14240"/>
                  <a:pt x="138590" y="14619"/>
                  <a:pt x="138168" y="15188"/>
                </a:cubicBezTo>
                <a:cubicBezTo>
                  <a:pt x="138037" y="15290"/>
                  <a:pt x="137906" y="15392"/>
                  <a:pt x="137774" y="15523"/>
                </a:cubicBezTo>
                <a:cubicBezTo>
                  <a:pt x="137702" y="15479"/>
                  <a:pt x="137629" y="15450"/>
                  <a:pt x="137541" y="15406"/>
                </a:cubicBezTo>
                <a:cubicBezTo>
                  <a:pt x="137556" y="15348"/>
                  <a:pt x="137585" y="15275"/>
                  <a:pt x="137614" y="15217"/>
                </a:cubicBezTo>
                <a:cubicBezTo>
                  <a:pt x="137833" y="15071"/>
                  <a:pt x="138110" y="14925"/>
                  <a:pt x="138459" y="14721"/>
                </a:cubicBezTo>
                <a:lnTo>
                  <a:pt x="138459" y="14721"/>
                </a:lnTo>
                <a:cubicBezTo>
                  <a:pt x="138459" y="14721"/>
                  <a:pt x="138153" y="14794"/>
                  <a:pt x="137760" y="14969"/>
                </a:cubicBezTo>
                <a:cubicBezTo>
                  <a:pt x="138372" y="14051"/>
                  <a:pt x="138561" y="13890"/>
                  <a:pt x="139888" y="13147"/>
                </a:cubicBezTo>
                <a:lnTo>
                  <a:pt x="139888" y="13147"/>
                </a:lnTo>
                <a:cubicBezTo>
                  <a:pt x="139887" y="13147"/>
                  <a:pt x="137774" y="13687"/>
                  <a:pt x="137235" y="15246"/>
                </a:cubicBezTo>
                <a:lnTo>
                  <a:pt x="137206" y="15246"/>
                </a:lnTo>
                <a:cubicBezTo>
                  <a:pt x="137046" y="15173"/>
                  <a:pt x="136871" y="15100"/>
                  <a:pt x="136681" y="15013"/>
                </a:cubicBezTo>
                <a:cubicBezTo>
                  <a:pt x="136812" y="14707"/>
                  <a:pt x="136987" y="14401"/>
                  <a:pt x="137191" y="14109"/>
                </a:cubicBezTo>
                <a:lnTo>
                  <a:pt x="137191" y="14109"/>
                </a:lnTo>
                <a:cubicBezTo>
                  <a:pt x="137191" y="14109"/>
                  <a:pt x="136842" y="14430"/>
                  <a:pt x="136463" y="14925"/>
                </a:cubicBezTo>
                <a:cubicBezTo>
                  <a:pt x="136404" y="14896"/>
                  <a:pt x="136346" y="14867"/>
                  <a:pt x="136273" y="14838"/>
                </a:cubicBezTo>
                <a:cubicBezTo>
                  <a:pt x="137118" y="13891"/>
                  <a:pt x="137323" y="12973"/>
                  <a:pt x="137323" y="12972"/>
                </a:cubicBezTo>
                <a:lnTo>
                  <a:pt x="137323" y="12972"/>
                </a:lnTo>
                <a:cubicBezTo>
                  <a:pt x="136710" y="13803"/>
                  <a:pt x="136332" y="14284"/>
                  <a:pt x="135880" y="14678"/>
                </a:cubicBezTo>
                <a:cubicBezTo>
                  <a:pt x="135763" y="14619"/>
                  <a:pt x="135632" y="14575"/>
                  <a:pt x="135501" y="14517"/>
                </a:cubicBezTo>
                <a:cubicBezTo>
                  <a:pt x="136244" y="13978"/>
                  <a:pt x="136550" y="13337"/>
                  <a:pt x="136638" y="13162"/>
                </a:cubicBezTo>
                <a:cubicBezTo>
                  <a:pt x="137031" y="12710"/>
                  <a:pt x="137468" y="12244"/>
                  <a:pt x="137949" y="11792"/>
                </a:cubicBezTo>
                <a:cubicBezTo>
                  <a:pt x="137978" y="11777"/>
                  <a:pt x="138008" y="11748"/>
                  <a:pt x="138037" y="11733"/>
                </a:cubicBezTo>
                <a:lnTo>
                  <a:pt x="138037" y="11733"/>
                </a:lnTo>
                <a:cubicBezTo>
                  <a:pt x="138035" y="11734"/>
                  <a:pt x="138007" y="11748"/>
                  <a:pt x="137978" y="11763"/>
                </a:cubicBezTo>
                <a:cubicBezTo>
                  <a:pt x="138372" y="11384"/>
                  <a:pt x="138780" y="11019"/>
                  <a:pt x="139217" y="10684"/>
                </a:cubicBezTo>
                <a:lnTo>
                  <a:pt x="139217" y="10684"/>
                </a:lnTo>
                <a:cubicBezTo>
                  <a:pt x="139217" y="10684"/>
                  <a:pt x="137643" y="11602"/>
                  <a:pt x="136098" y="12929"/>
                </a:cubicBezTo>
                <a:cubicBezTo>
                  <a:pt x="135821" y="13118"/>
                  <a:pt x="135545" y="13337"/>
                  <a:pt x="135282" y="13555"/>
                </a:cubicBezTo>
                <a:cubicBezTo>
                  <a:pt x="135282" y="13366"/>
                  <a:pt x="135268" y="13191"/>
                  <a:pt x="135238" y="13031"/>
                </a:cubicBezTo>
                <a:cubicBezTo>
                  <a:pt x="135530" y="12695"/>
                  <a:pt x="135880" y="12346"/>
                  <a:pt x="136259" y="12054"/>
                </a:cubicBezTo>
                <a:lnTo>
                  <a:pt x="136259" y="12054"/>
                </a:lnTo>
                <a:cubicBezTo>
                  <a:pt x="136258" y="12054"/>
                  <a:pt x="135748" y="12331"/>
                  <a:pt x="135166" y="12768"/>
                </a:cubicBezTo>
                <a:cubicBezTo>
                  <a:pt x="135151" y="12739"/>
                  <a:pt x="135151" y="12725"/>
                  <a:pt x="135136" y="12710"/>
                </a:cubicBezTo>
                <a:cubicBezTo>
                  <a:pt x="135515" y="12214"/>
                  <a:pt x="135953" y="11719"/>
                  <a:pt x="136434" y="11267"/>
                </a:cubicBezTo>
                <a:lnTo>
                  <a:pt x="136434" y="11267"/>
                </a:lnTo>
                <a:cubicBezTo>
                  <a:pt x="136433" y="11267"/>
                  <a:pt x="135836" y="11632"/>
                  <a:pt x="135107" y="12229"/>
                </a:cubicBezTo>
                <a:cubicBezTo>
                  <a:pt x="135064" y="12244"/>
                  <a:pt x="135005" y="12273"/>
                  <a:pt x="134947" y="12287"/>
                </a:cubicBezTo>
                <a:cubicBezTo>
                  <a:pt x="134787" y="12025"/>
                  <a:pt x="134641" y="11879"/>
                  <a:pt x="134641" y="11879"/>
                </a:cubicBezTo>
                <a:lnTo>
                  <a:pt x="134641" y="11879"/>
                </a:lnTo>
                <a:cubicBezTo>
                  <a:pt x="134699" y="12054"/>
                  <a:pt x="134757" y="12200"/>
                  <a:pt x="134801" y="12346"/>
                </a:cubicBezTo>
                <a:cubicBezTo>
                  <a:pt x="134787" y="12346"/>
                  <a:pt x="134787" y="12346"/>
                  <a:pt x="134772" y="12360"/>
                </a:cubicBezTo>
                <a:cubicBezTo>
                  <a:pt x="134670" y="12171"/>
                  <a:pt x="134553" y="11981"/>
                  <a:pt x="134451" y="11835"/>
                </a:cubicBezTo>
                <a:cubicBezTo>
                  <a:pt x="134612" y="11719"/>
                  <a:pt x="134801" y="11602"/>
                  <a:pt x="134991" y="11471"/>
                </a:cubicBezTo>
                <a:lnTo>
                  <a:pt x="134991" y="11471"/>
                </a:lnTo>
                <a:cubicBezTo>
                  <a:pt x="134991" y="11471"/>
                  <a:pt x="134743" y="11544"/>
                  <a:pt x="134364" y="11704"/>
                </a:cubicBezTo>
                <a:cubicBezTo>
                  <a:pt x="134335" y="11675"/>
                  <a:pt x="134306" y="11646"/>
                  <a:pt x="134277" y="11617"/>
                </a:cubicBezTo>
                <a:cubicBezTo>
                  <a:pt x="134553" y="11413"/>
                  <a:pt x="134903" y="11209"/>
                  <a:pt x="135428" y="10917"/>
                </a:cubicBezTo>
                <a:lnTo>
                  <a:pt x="135428" y="10917"/>
                </a:lnTo>
                <a:cubicBezTo>
                  <a:pt x="135428" y="10917"/>
                  <a:pt x="134816" y="11063"/>
                  <a:pt x="134160" y="11457"/>
                </a:cubicBezTo>
                <a:cubicBezTo>
                  <a:pt x="133941" y="11194"/>
                  <a:pt x="133767" y="11049"/>
                  <a:pt x="133766" y="11048"/>
                </a:cubicBezTo>
                <a:lnTo>
                  <a:pt x="133766" y="11048"/>
                </a:lnTo>
                <a:cubicBezTo>
                  <a:pt x="133868" y="11223"/>
                  <a:pt x="133941" y="11384"/>
                  <a:pt x="134014" y="11544"/>
                </a:cubicBezTo>
                <a:cubicBezTo>
                  <a:pt x="133708" y="11733"/>
                  <a:pt x="133402" y="11981"/>
                  <a:pt x="133169" y="12287"/>
                </a:cubicBezTo>
                <a:cubicBezTo>
                  <a:pt x="133285" y="11937"/>
                  <a:pt x="133446" y="11588"/>
                  <a:pt x="133621" y="11252"/>
                </a:cubicBezTo>
                <a:lnTo>
                  <a:pt x="133621" y="11252"/>
                </a:lnTo>
                <a:cubicBezTo>
                  <a:pt x="133620" y="11253"/>
                  <a:pt x="133052" y="11894"/>
                  <a:pt x="132528" y="12827"/>
                </a:cubicBezTo>
                <a:cubicBezTo>
                  <a:pt x="132367" y="12972"/>
                  <a:pt x="132207" y="13118"/>
                  <a:pt x="132061" y="13293"/>
                </a:cubicBezTo>
                <a:lnTo>
                  <a:pt x="132003" y="13278"/>
                </a:lnTo>
                <a:cubicBezTo>
                  <a:pt x="132119" y="12972"/>
                  <a:pt x="132251" y="12666"/>
                  <a:pt x="132426" y="12360"/>
                </a:cubicBezTo>
                <a:cubicBezTo>
                  <a:pt x="132557" y="12273"/>
                  <a:pt x="132717" y="12171"/>
                  <a:pt x="132877" y="12069"/>
                </a:cubicBezTo>
                <a:lnTo>
                  <a:pt x="132877" y="12069"/>
                </a:lnTo>
                <a:cubicBezTo>
                  <a:pt x="132877" y="12069"/>
                  <a:pt x="132746" y="12098"/>
                  <a:pt x="132528" y="12185"/>
                </a:cubicBezTo>
                <a:cubicBezTo>
                  <a:pt x="132586" y="12083"/>
                  <a:pt x="132659" y="11967"/>
                  <a:pt x="132732" y="11865"/>
                </a:cubicBezTo>
                <a:lnTo>
                  <a:pt x="132732" y="11865"/>
                </a:lnTo>
                <a:cubicBezTo>
                  <a:pt x="132731" y="11865"/>
                  <a:pt x="132571" y="12010"/>
                  <a:pt x="132367" y="12244"/>
                </a:cubicBezTo>
                <a:cubicBezTo>
                  <a:pt x="132207" y="12316"/>
                  <a:pt x="132017" y="12404"/>
                  <a:pt x="131799" y="12506"/>
                </a:cubicBezTo>
                <a:cubicBezTo>
                  <a:pt x="132163" y="11821"/>
                  <a:pt x="132411" y="11384"/>
                  <a:pt x="132761" y="11005"/>
                </a:cubicBezTo>
                <a:cubicBezTo>
                  <a:pt x="132775" y="10990"/>
                  <a:pt x="132775" y="10990"/>
                  <a:pt x="132775" y="10990"/>
                </a:cubicBezTo>
                <a:cubicBezTo>
                  <a:pt x="133198" y="10538"/>
                  <a:pt x="133752" y="10145"/>
                  <a:pt x="134830" y="9460"/>
                </a:cubicBezTo>
                <a:lnTo>
                  <a:pt x="134830" y="9460"/>
                </a:lnTo>
                <a:cubicBezTo>
                  <a:pt x="134830" y="9460"/>
                  <a:pt x="132629" y="10101"/>
                  <a:pt x="131551" y="11704"/>
                </a:cubicBezTo>
                <a:cubicBezTo>
                  <a:pt x="131114" y="11981"/>
                  <a:pt x="130618" y="12331"/>
                  <a:pt x="130166" y="12710"/>
                </a:cubicBezTo>
                <a:cubicBezTo>
                  <a:pt x="130123" y="12695"/>
                  <a:pt x="130094" y="12681"/>
                  <a:pt x="130050" y="12666"/>
                </a:cubicBezTo>
                <a:cubicBezTo>
                  <a:pt x="130123" y="12418"/>
                  <a:pt x="130210" y="12171"/>
                  <a:pt x="130312" y="11923"/>
                </a:cubicBezTo>
                <a:cubicBezTo>
                  <a:pt x="130531" y="11704"/>
                  <a:pt x="130764" y="11500"/>
                  <a:pt x="131012" y="11296"/>
                </a:cubicBezTo>
                <a:lnTo>
                  <a:pt x="131012" y="11296"/>
                </a:lnTo>
                <a:cubicBezTo>
                  <a:pt x="131012" y="11296"/>
                  <a:pt x="130764" y="11427"/>
                  <a:pt x="130429" y="11661"/>
                </a:cubicBezTo>
                <a:cubicBezTo>
                  <a:pt x="130502" y="11471"/>
                  <a:pt x="130589" y="11296"/>
                  <a:pt x="130691" y="11121"/>
                </a:cubicBezTo>
                <a:lnTo>
                  <a:pt x="130691" y="11121"/>
                </a:lnTo>
                <a:cubicBezTo>
                  <a:pt x="130691" y="11121"/>
                  <a:pt x="130429" y="11413"/>
                  <a:pt x="130108" y="11865"/>
                </a:cubicBezTo>
                <a:cubicBezTo>
                  <a:pt x="130050" y="11908"/>
                  <a:pt x="129977" y="11967"/>
                  <a:pt x="129919" y="12010"/>
                </a:cubicBezTo>
                <a:cubicBezTo>
                  <a:pt x="129860" y="11865"/>
                  <a:pt x="129802" y="11733"/>
                  <a:pt x="129744" y="11617"/>
                </a:cubicBezTo>
                <a:cubicBezTo>
                  <a:pt x="129846" y="11544"/>
                  <a:pt x="129977" y="11471"/>
                  <a:pt x="130108" y="11398"/>
                </a:cubicBezTo>
                <a:lnTo>
                  <a:pt x="130108" y="11398"/>
                </a:lnTo>
                <a:cubicBezTo>
                  <a:pt x="130108" y="11398"/>
                  <a:pt x="129948" y="11442"/>
                  <a:pt x="129700" y="11529"/>
                </a:cubicBezTo>
                <a:cubicBezTo>
                  <a:pt x="129540" y="11267"/>
                  <a:pt x="129394" y="11121"/>
                  <a:pt x="129394" y="11121"/>
                </a:cubicBezTo>
                <a:lnTo>
                  <a:pt x="129394" y="11121"/>
                </a:lnTo>
                <a:cubicBezTo>
                  <a:pt x="129452" y="11296"/>
                  <a:pt x="129511" y="11457"/>
                  <a:pt x="129554" y="11588"/>
                </a:cubicBezTo>
                <a:cubicBezTo>
                  <a:pt x="129350" y="11675"/>
                  <a:pt x="129117" y="11777"/>
                  <a:pt x="128884" y="11923"/>
                </a:cubicBezTo>
                <a:cubicBezTo>
                  <a:pt x="129001" y="11690"/>
                  <a:pt x="129132" y="11457"/>
                  <a:pt x="129277" y="11238"/>
                </a:cubicBezTo>
                <a:lnTo>
                  <a:pt x="129277" y="11238"/>
                </a:lnTo>
                <a:cubicBezTo>
                  <a:pt x="129277" y="11238"/>
                  <a:pt x="128869" y="11632"/>
                  <a:pt x="128461" y="12185"/>
                </a:cubicBezTo>
                <a:cubicBezTo>
                  <a:pt x="128447" y="12200"/>
                  <a:pt x="128447" y="12200"/>
                  <a:pt x="128432" y="12214"/>
                </a:cubicBezTo>
                <a:cubicBezTo>
                  <a:pt x="128315" y="12185"/>
                  <a:pt x="128199" y="12156"/>
                  <a:pt x="128068" y="12112"/>
                </a:cubicBezTo>
                <a:cubicBezTo>
                  <a:pt x="128257" y="12010"/>
                  <a:pt x="128476" y="11879"/>
                  <a:pt x="128753" y="11733"/>
                </a:cubicBezTo>
                <a:lnTo>
                  <a:pt x="128753" y="11733"/>
                </a:lnTo>
                <a:cubicBezTo>
                  <a:pt x="128753" y="11733"/>
                  <a:pt x="128447" y="11806"/>
                  <a:pt x="128039" y="11981"/>
                </a:cubicBezTo>
                <a:cubicBezTo>
                  <a:pt x="128665" y="11063"/>
                  <a:pt x="128855" y="10903"/>
                  <a:pt x="130181" y="10159"/>
                </a:cubicBezTo>
                <a:lnTo>
                  <a:pt x="130181" y="10159"/>
                </a:lnTo>
                <a:cubicBezTo>
                  <a:pt x="130181" y="10159"/>
                  <a:pt x="128286" y="10640"/>
                  <a:pt x="127616" y="11996"/>
                </a:cubicBezTo>
                <a:cubicBezTo>
                  <a:pt x="127514" y="11967"/>
                  <a:pt x="127426" y="11952"/>
                  <a:pt x="127324" y="11923"/>
                </a:cubicBezTo>
                <a:cubicBezTo>
                  <a:pt x="128374" y="10436"/>
                  <a:pt x="128155" y="8906"/>
                  <a:pt x="128155" y="8906"/>
                </a:cubicBezTo>
                <a:lnTo>
                  <a:pt x="128155" y="8906"/>
                </a:lnTo>
                <a:cubicBezTo>
                  <a:pt x="127689" y="10451"/>
                  <a:pt x="127470" y="11005"/>
                  <a:pt x="126741" y="11777"/>
                </a:cubicBezTo>
                <a:cubicBezTo>
                  <a:pt x="126727" y="11777"/>
                  <a:pt x="126712" y="11763"/>
                  <a:pt x="126698" y="11763"/>
                </a:cubicBezTo>
                <a:lnTo>
                  <a:pt x="126698" y="11690"/>
                </a:lnTo>
                <a:cubicBezTo>
                  <a:pt x="127426" y="10801"/>
                  <a:pt x="127601" y="9985"/>
                  <a:pt x="127601" y="9984"/>
                </a:cubicBezTo>
                <a:lnTo>
                  <a:pt x="127601" y="9984"/>
                </a:lnTo>
                <a:cubicBezTo>
                  <a:pt x="127368" y="10305"/>
                  <a:pt x="127164" y="10582"/>
                  <a:pt x="126975" y="10830"/>
                </a:cubicBezTo>
                <a:cubicBezTo>
                  <a:pt x="127091" y="10465"/>
                  <a:pt x="127237" y="10057"/>
                  <a:pt x="127397" y="9649"/>
                </a:cubicBezTo>
                <a:cubicBezTo>
                  <a:pt x="128024" y="8979"/>
                  <a:pt x="128738" y="8294"/>
                  <a:pt x="129496" y="7682"/>
                </a:cubicBezTo>
                <a:lnTo>
                  <a:pt x="129496" y="7682"/>
                </a:lnTo>
                <a:cubicBezTo>
                  <a:pt x="129496" y="7682"/>
                  <a:pt x="128723" y="8148"/>
                  <a:pt x="127718" y="8877"/>
                </a:cubicBezTo>
                <a:cubicBezTo>
                  <a:pt x="128111" y="7973"/>
                  <a:pt x="128592" y="7026"/>
                  <a:pt x="129175" y="6137"/>
                </a:cubicBezTo>
                <a:lnTo>
                  <a:pt x="129175" y="6137"/>
                </a:lnTo>
                <a:cubicBezTo>
                  <a:pt x="129175" y="6137"/>
                  <a:pt x="127703" y="7755"/>
                  <a:pt x="126625" y="9737"/>
                </a:cubicBezTo>
                <a:cubicBezTo>
                  <a:pt x="126508" y="9824"/>
                  <a:pt x="126392" y="9926"/>
                  <a:pt x="126275" y="10028"/>
                </a:cubicBezTo>
                <a:cubicBezTo>
                  <a:pt x="126158" y="9810"/>
                  <a:pt x="126013" y="9606"/>
                  <a:pt x="125867" y="9416"/>
                </a:cubicBezTo>
                <a:cubicBezTo>
                  <a:pt x="125896" y="9285"/>
                  <a:pt x="125940" y="9154"/>
                  <a:pt x="125984" y="9037"/>
                </a:cubicBezTo>
                <a:cubicBezTo>
                  <a:pt x="126217" y="8775"/>
                  <a:pt x="126465" y="8512"/>
                  <a:pt x="126727" y="8279"/>
                </a:cubicBezTo>
                <a:lnTo>
                  <a:pt x="126727" y="8279"/>
                </a:lnTo>
                <a:cubicBezTo>
                  <a:pt x="126727" y="8279"/>
                  <a:pt x="126464" y="8425"/>
                  <a:pt x="126100" y="8702"/>
                </a:cubicBezTo>
                <a:cubicBezTo>
                  <a:pt x="126260" y="8265"/>
                  <a:pt x="126450" y="7842"/>
                  <a:pt x="126669" y="7434"/>
                </a:cubicBezTo>
                <a:lnTo>
                  <a:pt x="126669" y="7434"/>
                </a:lnTo>
                <a:cubicBezTo>
                  <a:pt x="126668" y="7434"/>
                  <a:pt x="126100" y="8090"/>
                  <a:pt x="125532" y="9037"/>
                </a:cubicBezTo>
                <a:cubicBezTo>
                  <a:pt x="125386" y="8877"/>
                  <a:pt x="125226" y="8746"/>
                  <a:pt x="125080" y="8614"/>
                </a:cubicBezTo>
                <a:cubicBezTo>
                  <a:pt x="125138" y="8571"/>
                  <a:pt x="125211" y="8527"/>
                  <a:pt x="125284" y="8483"/>
                </a:cubicBezTo>
                <a:lnTo>
                  <a:pt x="125284" y="8483"/>
                </a:lnTo>
                <a:cubicBezTo>
                  <a:pt x="125284" y="8483"/>
                  <a:pt x="125182" y="8512"/>
                  <a:pt x="125022" y="8571"/>
                </a:cubicBezTo>
                <a:cubicBezTo>
                  <a:pt x="124992" y="8542"/>
                  <a:pt x="124963" y="8512"/>
                  <a:pt x="124934" y="8498"/>
                </a:cubicBezTo>
                <a:cubicBezTo>
                  <a:pt x="125051" y="8338"/>
                  <a:pt x="125197" y="8177"/>
                  <a:pt x="125342" y="8002"/>
                </a:cubicBezTo>
                <a:lnTo>
                  <a:pt x="125342" y="8002"/>
                </a:lnTo>
                <a:cubicBezTo>
                  <a:pt x="125342" y="8002"/>
                  <a:pt x="125124" y="8134"/>
                  <a:pt x="124803" y="8396"/>
                </a:cubicBezTo>
                <a:cubicBezTo>
                  <a:pt x="124351" y="8061"/>
                  <a:pt x="123987" y="7886"/>
                  <a:pt x="123987" y="7886"/>
                </a:cubicBezTo>
                <a:lnTo>
                  <a:pt x="123987" y="7886"/>
                </a:lnTo>
                <a:cubicBezTo>
                  <a:pt x="124235" y="8134"/>
                  <a:pt x="124453" y="8352"/>
                  <a:pt x="124628" y="8542"/>
                </a:cubicBezTo>
                <a:cubicBezTo>
                  <a:pt x="124599" y="8571"/>
                  <a:pt x="124584" y="8585"/>
                  <a:pt x="124555" y="8614"/>
                </a:cubicBezTo>
                <a:cubicBezTo>
                  <a:pt x="124278" y="8265"/>
                  <a:pt x="124060" y="8061"/>
                  <a:pt x="124060" y="8061"/>
                </a:cubicBezTo>
                <a:lnTo>
                  <a:pt x="124060" y="8061"/>
                </a:lnTo>
                <a:cubicBezTo>
                  <a:pt x="124191" y="8323"/>
                  <a:pt x="124307" y="8542"/>
                  <a:pt x="124395" y="8760"/>
                </a:cubicBezTo>
                <a:cubicBezTo>
                  <a:pt x="124351" y="8804"/>
                  <a:pt x="124307" y="8848"/>
                  <a:pt x="124264" y="8891"/>
                </a:cubicBezTo>
                <a:cubicBezTo>
                  <a:pt x="124133" y="8950"/>
                  <a:pt x="123987" y="9023"/>
                  <a:pt x="123841" y="9110"/>
                </a:cubicBezTo>
                <a:cubicBezTo>
                  <a:pt x="123856" y="8833"/>
                  <a:pt x="123870" y="8556"/>
                  <a:pt x="123899" y="8279"/>
                </a:cubicBezTo>
                <a:cubicBezTo>
                  <a:pt x="123899" y="8265"/>
                  <a:pt x="123914" y="8265"/>
                  <a:pt x="123914" y="8265"/>
                </a:cubicBezTo>
                <a:lnTo>
                  <a:pt x="123899" y="8265"/>
                </a:lnTo>
                <a:cubicBezTo>
                  <a:pt x="123914" y="8221"/>
                  <a:pt x="123914" y="8163"/>
                  <a:pt x="123914" y="8119"/>
                </a:cubicBezTo>
                <a:lnTo>
                  <a:pt x="123914" y="8119"/>
                </a:lnTo>
                <a:cubicBezTo>
                  <a:pt x="123914" y="8119"/>
                  <a:pt x="123885" y="8206"/>
                  <a:pt x="123841" y="8338"/>
                </a:cubicBezTo>
                <a:cubicBezTo>
                  <a:pt x="123695" y="8512"/>
                  <a:pt x="123389" y="8906"/>
                  <a:pt x="123039" y="9445"/>
                </a:cubicBezTo>
                <a:cubicBezTo>
                  <a:pt x="122908" y="9547"/>
                  <a:pt x="122763" y="9678"/>
                  <a:pt x="122588" y="9839"/>
                </a:cubicBezTo>
                <a:cubicBezTo>
                  <a:pt x="122588" y="9824"/>
                  <a:pt x="122588" y="9824"/>
                  <a:pt x="122588" y="9810"/>
                </a:cubicBezTo>
                <a:cubicBezTo>
                  <a:pt x="122690" y="9620"/>
                  <a:pt x="122763" y="9445"/>
                  <a:pt x="122806" y="9299"/>
                </a:cubicBezTo>
                <a:cubicBezTo>
                  <a:pt x="122923" y="9227"/>
                  <a:pt x="123039" y="9154"/>
                  <a:pt x="123156" y="9066"/>
                </a:cubicBezTo>
                <a:lnTo>
                  <a:pt x="123156" y="9066"/>
                </a:lnTo>
                <a:cubicBezTo>
                  <a:pt x="123156" y="9066"/>
                  <a:pt x="123039" y="9110"/>
                  <a:pt x="122850" y="9183"/>
                </a:cubicBezTo>
                <a:cubicBezTo>
                  <a:pt x="122908" y="9008"/>
                  <a:pt x="122923" y="8891"/>
                  <a:pt x="122923" y="8891"/>
                </a:cubicBezTo>
                <a:lnTo>
                  <a:pt x="122923" y="8891"/>
                </a:lnTo>
                <a:cubicBezTo>
                  <a:pt x="122835" y="9023"/>
                  <a:pt x="122763" y="9139"/>
                  <a:pt x="122690" y="9241"/>
                </a:cubicBezTo>
                <a:lnTo>
                  <a:pt x="122675" y="9241"/>
                </a:lnTo>
                <a:cubicBezTo>
                  <a:pt x="122733" y="8906"/>
                  <a:pt x="122792" y="8614"/>
                  <a:pt x="122894" y="8352"/>
                </a:cubicBezTo>
                <a:cubicBezTo>
                  <a:pt x="123229" y="7973"/>
                  <a:pt x="123579" y="7594"/>
                  <a:pt x="123972" y="7230"/>
                </a:cubicBezTo>
                <a:cubicBezTo>
                  <a:pt x="124264" y="7011"/>
                  <a:pt x="124643" y="6764"/>
                  <a:pt x="125109" y="6472"/>
                </a:cubicBezTo>
                <a:lnTo>
                  <a:pt x="125109" y="6472"/>
                </a:lnTo>
                <a:cubicBezTo>
                  <a:pt x="125109" y="6472"/>
                  <a:pt x="124905" y="6530"/>
                  <a:pt x="124584" y="6661"/>
                </a:cubicBezTo>
                <a:cubicBezTo>
                  <a:pt x="124628" y="6618"/>
                  <a:pt x="124672" y="6589"/>
                  <a:pt x="124701" y="6559"/>
                </a:cubicBezTo>
                <a:lnTo>
                  <a:pt x="124701" y="6559"/>
                </a:lnTo>
                <a:cubicBezTo>
                  <a:pt x="124701" y="6560"/>
                  <a:pt x="124628" y="6603"/>
                  <a:pt x="124482" y="6705"/>
                </a:cubicBezTo>
                <a:cubicBezTo>
                  <a:pt x="124205" y="6822"/>
                  <a:pt x="123870" y="6982"/>
                  <a:pt x="123520" y="7186"/>
                </a:cubicBezTo>
                <a:cubicBezTo>
                  <a:pt x="123754" y="6866"/>
                  <a:pt x="124045" y="6501"/>
                  <a:pt x="124439" y="6020"/>
                </a:cubicBezTo>
                <a:lnTo>
                  <a:pt x="124439" y="6020"/>
                </a:lnTo>
                <a:cubicBezTo>
                  <a:pt x="124438" y="6020"/>
                  <a:pt x="123375" y="6691"/>
                  <a:pt x="122631" y="7827"/>
                </a:cubicBezTo>
                <a:cubicBezTo>
                  <a:pt x="122296" y="8104"/>
                  <a:pt x="121990" y="8440"/>
                  <a:pt x="121757" y="8833"/>
                </a:cubicBezTo>
                <a:cubicBezTo>
                  <a:pt x="121465" y="9081"/>
                  <a:pt x="121189" y="9358"/>
                  <a:pt x="120926" y="9635"/>
                </a:cubicBezTo>
                <a:cubicBezTo>
                  <a:pt x="120941" y="9343"/>
                  <a:pt x="120955" y="9037"/>
                  <a:pt x="120999" y="8746"/>
                </a:cubicBezTo>
                <a:lnTo>
                  <a:pt x="120999" y="8746"/>
                </a:lnTo>
                <a:cubicBezTo>
                  <a:pt x="120999" y="8746"/>
                  <a:pt x="120941" y="8877"/>
                  <a:pt x="120868" y="9110"/>
                </a:cubicBezTo>
                <a:cubicBezTo>
                  <a:pt x="120882" y="9008"/>
                  <a:pt x="120882" y="8964"/>
                  <a:pt x="120882" y="8964"/>
                </a:cubicBezTo>
                <a:lnTo>
                  <a:pt x="120882" y="8964"/>
                </a:lnTo>
                <a:cubicBezTo>
                  <a:pt x="120839" y="9066"/>
                  <a:pt x="120795" y="9183"/>
                  <a:pt x="120751" y="9299"/>
                </a:cubicBezTo>
                <a:cubicBezTo>
                  <a:pt x="120708" y="9154"/>
                  <a:pt x="120664" y="9023"/>
                  <a:pt x="120606" y="8891"/>
                </a:cubicBezTo>
                <a:cubicBezTo>
                  <a:pt x="120620" y="8862"/>
                  <a:pt x="120635" y="8848"/>
                  <a:pt x="120635" y="8819"/>
                </a:cubicBezTo>
                <a:cubicBezTo>
                  <a:pt x="121014" y="8279"/>
                  <a:pt x="121451" y="7711"/>
                  <a:pt x="121946" y="7215"/>
                </a:cubicBezTo>
                <a:lnTo>
                  <a:pt x="121946" y="7215"/>
                </a:lnTo>
                <a:cubicBezTo>
                  <a:pt x="121946" y="7216"/>
                  <a:pt x="121218" y="7696"/>
                  <a:pt x="120401" y="8454"/>
                </a:cubicBezTo>
                <a:cubicBezTo>
                  <a:pt x="120270" y="8221"/>
                  <a:pt x="120139" y="8017"/>
                  <a:pt x="119993" y="7827"/>
                </a:cubicBezTo>
                <a:cubicBezTo>
                  <a:pt x="120154" y="7711"/>
                  <a:pt x="120329" y="7594"/>
                  <a:pt x="120533" y="7463"/>
                </a:cubicBezTo>
                <a:lnTo>
                  <a:pt x="120533" y="7463"/>
                </a:lnTo>
                <a:cubicBezTo>
                  <a:pt x="120533" y="7463"/>
                  <a:pt x="120270" y="7536"/>
                  <a:pt x="119906" y="7711"/>
                </a:cubicBezTo>
                <a:cubicBezTo>
                  <a:pt x="119702" y="6880"/>
                  <a:pt x="119221" y="6297"/>
                  <a:pt x="119221" y="6297"/>
                </a:cubicBezTo>
                <a:lnTo>
                  <a:pt x="119221" y="6297"/>
                </a:lnTo>
                <a:cubicBezTo>
                  <a:pt x="119338" y="6676"/>
                  <a:pt x="119425" y="6982"/>
                  <a:pt x="119483" y="7244"/>
                </a:cubicBezTo>
                <a:cubicBezTo>
                  <a:pt x="119352" y="7128"/>
                  <a:pt x="119279" y="7070"/>
                  <a:pt x="119279" y="7070"/>
                </a:cubicBezTo>
                <a:lnTo>
                  <a:pt x="119279" y="7070"/>
                </a:lnTo>
                <a:cubicBezTo>
                  <a:pt x="119367" y="7230"/>
                  <a:pt x="119454" y="7376"/>
                  <a:pt x="119527" y="7521"/>
                </a:cubicBezTo>
                <a:cubicBezTo>
                  <a:pt x="119556" y="7638"/>
                  <a:pt x="119571" y="7755"/>
                  <a:pt x="119571" y="7871"/>
                </a:cubicBezTo>
                <a:cubicBezTo>
                  <a:pt x="119323" y="8002"/>
                  <a:pt x="119046" y="8163"/>
                  <a:pt x="118769" y="8352"/>
                </a:cubicBezTo>
                <a:cubicBezTo>
                  <a:pt x="118784" y="8250"/>
                  <a:pt x="118798" y="8163"/>
                  <a:pt x="118798" y="8104"/>
                </a:cubicBezTo>
                <a:cubicBezTo>
                  <a:pt x="118900" y="7813"/>
                  <a:pt x="119017" y="7536"/>
                  <a:pt x="119148" y="7274"/>
                </a:cubicBezTo>
                <a:lnTo>
                  <a:pt x="119148" y="7274"/>
                </a:lnTo>
                <a:cubicBezTo>
                  <a:pt x="119148" y="7274"/>
                  <a:pt x="118988" y="7463"/>
                  <a:pt x="118769" y="7784"/>
                </a:cubicBezTo>
                <a:cubicBezTo>
                  <a:pt x="118638" y="7798"/>
                  <a:pt x="118361" y="7871"/>
                  <a:pt x="118011" y="7988"/>
                </a:cubicBezTo>
                <a:cubicBezTo>
                  <a:pt x="117938" y="7857"/>
                  <a:pt x="117865" y="7755"/>
                  <a:pt x="117822" y="7696"/>
                </a:cubicBezTo>
                <a:cubicBezTo>
                  <a:pt x="118303" y="6866"/>
                  <a:pt x="118784" y="6457"/>
                  <a:pt x="120256" y="5452"/>
                </a:cubicBezTo>
                <a:lnTo>
                  <a:pt x="120256" y="5452"/>
                </a:lnTo>
                <a:cubicBezTo>
                  <a:pt x="120255" y="5452"/>
                  <a:pt x="118142" y="6137"/>
                  <a:pt x="117108" y="7740"/>
                </a:cubicBezTo>
                <a:cubicBezTo>
                  <a:pt x="117064" y="7449"/>
                  <a:pt x="117006" y="7215"/>
                  <a:pt x="116962" y="7084"/>
                </a:cubicBezTo>
                <a:cubicBezTo>
                  <a:pt x="117020" y="7011"/>
                  <a:pt x="117078" y="6953"/>
                  <a:pt x="117122" y="6895"/>
                </a:cubicBezTo>
                <a:lnTo>
                  <a:pt x="117122" y="6895"/>
                </a:lnTo>
                <a:cubicBezTo>
                  <a:pt x="117122" y="6895"/>
                  <a:pt x="117064" y="6953"/>
                  <a:pt x="116962" y="7040"/>
                </a:cubicBezTo>
                <a:cubicBezTo>
                  <a:pt x="116933" y="6968"/>
                  <a:pt x="116918" y="6924"/>
                  <a:pt x="116918" y="6924"/>
                </a:cubicBezTo>
                <a:lnTo>
                  <a:pt x="116918" y="6924"/>
                </a:lnTo>
                <a:cubicBezTo>
                  <a:pt x="116918" y="6968"/>
                  <a:pt x="116933" y="7026"/>
                  <a:pt x="116933" y="7070"/>
                </a:cubicBezTo>
                <a:cubicBezTo>
                  <a:pt x="116729" y="7259"/>
                  <a:pt x="116408" y="7580"/>
                  <a:pt x="116058" y="7973"/>
                </a:cubicBezTo>
                <a:cubicBezTo>
                  <a:pt x="116087" y="7798"/>
                  <a:pt x="116102" y="7609"/>
                  <a:pt x="116087" y="7449"/>
                </a:cubicBezTo>
                <a:cubicBezTo>
                  <a:pt x="116131" y="7376"/>
                  <a:pt x="116160" y="7303"/>
                  <a:pt x="116189" y="7230"/>
                </a:cubicBezTo>
                <a:lnTo>
                  <a:pt x="116189" y="7230"/>
                </a:lnTo>
                <a:cubicBezTo>
                  <a:pt x="116189" y="7230"/>
                  <a:pt x="116160" y="7274"/>
                  <a:pt x="116087" y="7361"/>
                </a:cubicBezTo>
                <a:cubicBezTo>
                  <a:pt x="116058" y="6647"/>
                  <a:pt x="115738" y="6049"/>
                  <a:pt x="115504" y="5670"/>
                </a:cubicBezTo>
                <a:cubicBezTo>
                  <a:pt x="115461" y="5554"/>
                  <a:pt x="115446" y="5496"/>
                  <a:pt x="115446" y="5496"/>
                </a:cubicBezTo>
                <a:lnTo>
                  <a:pt x="115446" y="5496"/>
                </a:lnTo>
                <a:cubicBezTo>
                  <a:pt x="115446" y="5525"/>
                  <a:pt x="115461" y="5568"/>
                  <a:pt x="115461" y="5612"/>
                </a:cubicBezTo>
                <a:cubicBezTo>
                  <a:pt x="115367" y="5472"/>
                  <a:pt x="115292" y="5378"/>
                  <a:pt x="115251" y="5332"/>
                </a:cubicBezTo>
                <a:lnTo>
                  <a:pt x="115251" y="5332"/>
                </a:lnTo>
                <a:cubicBezTo>
                  <a:pt x="115377" y="5684"/>
                  <a:pt x="115462" y="5968"/>
                  <a:pt x="115534" y="6224"/>
                </a:cubicBezTo>
                <a:cubicBezTo>
                  <a:pt x="115563" y="6676"/>
                  <a:pt x="115577" y="7142"/>
                  <a:pt x="115548" y="7594"/>
                </a:cubicBezTo>
                <a:cubicBezTo>
                  <a:pt x="115446" y="7696"/>
                  <a:pt x="115300" y="7857"/>
                  <a:pt x="115140" y="8046"/>
                </a:cubicBezTo>
                <a:cubicBezTo>
                  <a:pt x="115155" y="7944"/>
                  <a:pt x="115169" y="7842"/>
                  <a:pt x="115198" y="7740"/>
                </a:cubicBezTo>
                <a:lnTo>
                  <a:pt x="115198" y="7740"/>
                </a:lnTo>
                <a:cubicBezTo>
                  <a:pt x="115198" y="7740"/>
                  <a:pt x="115140" y="7813"/>
                  <a:pt x="115067" y="7959"/>
                </a:cubicBezTo>
                <a:cubicBezTo>
                  <a:pt x="114980" y="7842"/>
                  <a:pt x="114907" y="7769"/>
                  <a:pt x="114907" y="7769"/>
                </a:cubicBezTo>
                <a:lnTo>
                  <a:pt x="114907" y="7769"/>
                </a:lnTo>
                <a:cubicBezTo>
                  <a:pt x="114951" y="7871"/>
                  <a:pt x="114980" y="7973"/>
                  <a:pt x="115009" y="8061"/>
                </a:cubicBezTo>
                <a:cubicBezTo>
                  <a:pt x="114980" y="8119"/>
                  <a:pt x="114936" y="8192"/>
                  <a:pt x="114907" y="8279"/>
                </a:cubicBezTo>
                <a:cubicBezTo>
                  <a:pt x="114863" y="8192"/>
                  <a:pt x="114819" y="8104"/>
                  <a:pt x="114761" y="8032"/>
                </a:cubicBezTo>
                <a:cubicBezTo>
                  <a:pt x="114790" y="7944"/>
                  <a:pt x="114790" y="7886"/>
                  <a:pt x="114805" y="7813"/>
                </a:cubicBezTo>
                <a:cubicBezTo>
                  <a:pt x="114863" y="7755"/>
                  <a:pt x="114921" y="7711"/>
                  <a:pt x="114980" y="7653"/>
                </a:cubicBezTo>
                <a:lnTo>
                  <a:pt x="114980" y="7653"/>
                </a:lnTo>
                <a:cubicBezTo>
                  <a:pt x="114980" y="7653"/>
                  <a:pt x="114921" y="7682"/>
                  <a:pt x="114819" y="7740"/>
                </a:cubicBezTo>
                <a:cubicBezTo>
                  <a:pt x="114907" y="7259"/>
                  <a:pt x="114921" y="6953"/>
                  <a:pt x="114921" y="6953"/>
                </a:cubicBezTo>
                <a:lnTo>
                  <a:pt x="114921" y="6953"/>
                </a:lnTo>
                <a:cubicBezTo>
                  <a:pt x="114834" y="7230"/>
                  <a:pt x="114717" y="7507"/>
                  <a:pt x="114601" y="7769"/>
                </a:cubicBezTo>
                <a:cubicBezTo>
                  <a:pt x="114528" y="7667"/>
                  <a:pt x="114455" y="7594"/>
                  <a:pt x="114411" y="7536"/>
                </a:cubicBezTo>
                <a:cubicBezTo>
                  <a:pt x="114338" y="7390"/>
                  <a:pt x="114280" y="7259"/>
                  <a:pt x="114207" y="7142"/>
                </a:cubicBezTo>
                <a:cubicBezTo>
                  <a:pt x="114426" y="7026"/>
                  <a:pt x="114659" y="6909"/>
                  <a:pt x="114951" y="6764"/>
                </a:cubicBezTo>
                <a:lnTo>
                  <a:pt x="114951" y="6764"/>
                </a:lnTo>
                <a:cubicBezTo>
                  <a:pt x="114950" y="6764"/>
                  <a:pt x="114688" y="6807"/>
                  <a:pt x="114295" y="6938"/>
                </a:cubicBezTo>
                <a:cubicBezTo>
                  <a:pt x="114397" y="6822"/>
                  <a:pt x="114513" y="6691"/>
                  <a:pt x="114601" y="6559"/>
                </a:cubicBezTo>
                <a:cubicBezTo>
                  <a:pt x="114659" y="6501"/>
                  <a:pt x="114732" y="6428"/>
                  <a:pt x="114805" y="6355"/>
                </a:cubicBezTo>
                <a:lnTo>
                  <a:pt x="114805" y="6355"/>
                </a:lnTo>
                <a:cubicBezTo>
                  <a:pt x="114805" y="6355"/>
                  <a:pt x="114761" y="6385"/>
                  <a:pt x="114703" y="6414"/>
                </a:cubicBezTo>
                <a:cubicBezTo>
                  <a:pt x="114948" y="6053"/>
                  <a:pt x="115122" y="5678"/>
                  <a:pt x="115238" y="5317"/>
                </a:cubicBezTo>
                <a:lnTo>
                  <a:pt x="115238" y="5317"/>
                </a:lnTo>
                <a:cubicBezTo>
                  <a:pt x="115242" y="5322"/>
                  <a:pt x="115247" y="5326"/>
                  <a:pt x="115251" y="5332"/>
                </a:cubicBezTo>
                <a:lnTo>
                  <a:pt x="115251" y="5332"/>
                </a:lnTo>
                <a:cubicBezTo>
                  <a:pt x="115248" y="5323"/>
                  <a:pt x="115245" y="5315"/>
                  <a:pt x="115242" y="5306"/>
                </a:cubicBezTo>
                <a:cubicBezTo>
                  <a:pt x="115241" y="5310"/>
                  <a:pt x="115240" y="5314"/>
                  <a:pt x="115238" y="5317"/>
                </a:cubicBezTo>
                <a:lnTo>
                  <a:pt x="115238" y="5317"/>
                </a:lnTo>
                <a:cubicBezTo>
                  <a:pt x="115234" y="5313"/>
                  <a:pt x="115230" y="5309"/>
                  <a:pt x="115227" y="5306"/>
                </a:cubicBezTo>
                <a:cubicBezTo>
                  <a:pt x="115563" y="4301"/>
                  <a:pt x="115446" y="3514"/>
                  <a:pt x="115446" y="3513"/>
                </a:cubicBezTo>
                <a:lnTo>
                  <a:pt x="115446" y="3513"/>
                </a:lnTo>
                <a:cubicBezTo>
                  <a:pt x="114980" y="5087"/>
                  <a:pt x="114761" y="5627"/>
                  <a:pt x="113989" y="6428"/>
                </a:cubicBezTo>
                <a:cubicBezTo>
                  <a:pt x="113989" y="6370"/>
                  <a:pt x="114003" y="6326"/>
                  <a:pt x="114003" y="6268"/>
                </a:cubicBezTo>
                <a:cubicBezTo>
                  <a:pt x="114397" y="4942"/>
                  <a:pt x="115213" y="2668"/>
                  <a:pt x="116481" y="744"/>
                </a:cubicBezTo>
                <a:lnTo>
                  <a:pt x="116481" y="744"/>
                </a:lnTo>
                <a:cubicBezTo>
                  <a:pt x="116480" y="745"/>
                  <a:pt x="114746" y="2625"/>
                  <a:pt x="113668" y="4825"/>
                </a:cubicBezTo>
                <a:cubicBezTo>
                  <a:pt x="113595" y="4679"/>
                  <a:pt x="113522" y="4534"/>
                  <a:pt x="113435" y="4388"/>
                </a:cubicBezTo>
                <a:cubicBezTo>
                  <a:pt x="113551" y="4228"/>
                  <a:pt x="113668" y="4067"/>
                  <a:pt x="113785" y="3907"/>
                </a:cubicBezTo>
                <a:lnTo>
                  <a:pt x="113785" y="3907"/>
                </a:lnTo>
                <a:cubicBezTo>
                  <a:pt x="113784" y="3907"/>
                  <a:pt x="113624" y="4053"/>
                  <a:pt x="113391" y="4315"/>
                </a:cubicBezTo>
                <a:cubicBezTo>
                  <a:pt x="113318" y="4213"/>
                  <a:pt x="113245" y="4111"/>
                  <a:pt x="113158" y="4009"/>
                </a:cubicBezTo>
                <a:cubicBezTo>
                  <a:pt x="113362" y="3353"/>
                  <a:pt x="113624" y="2668"/>
                  <a:pt x="113974" y="2027"/>
                </a:cubicBezTo>
                <a:lnTo>
                  <a:pt x="113974" y="2027"/>
                </a:lnTo>
                <a:cubicBezTo>
                  <a:pt x="113974" y="2027"/>
                  <a:pt x="113391" y="2697"/>
                  <a:pt x="112837" y="3645"/>
                </a:cubicBezTo>
                <a:cubicBezTo>
                  <a:pt x="112633" y="3426"/>
                  <a:pt x="112429" y="3251"/>
                  <a:pt x="112240" y="3091"/>
                </a:cubicBezTo>
                <a:cubicBezTo>
                  <a:pt x="112356" y="2945"/>
                  <a:pt x="112487" y="2785"/>
                  <a:pt x="112648" y="2595"/>
                </a:cubicBezTo>
                <a:lnTo>
                  <a:pt x="112648" y="2595"/>
                </a:lnTo>
                <a:cubicBezTo>
                  <a:pt x="112648" y="2595"/>
                  <a:pt x="112414" y="2741"/>
                  <a:pt x="112109" y="3003"/>
                </a:cubicBezTo>
                <a:cubicBezTo>
                  <a:pt x="111657" y="2654"/>
                  <a:pt x="111292" y="2493"/>
                  <a:pt x="111292" y="2493"/>
                </a:cubicBezTo>
                <a:lnTo>
                  <a:pt x="111292" y="2493"/>
                </a:lnTo>
                <a:cubicBezTo>
                  <a:pt x="111540" y="2741"/>
                  <a:pt x="111744" y="2945"/>
                  <a:pt x="111934" y="3149"/>
                </a:cubicBezTo>
                <a:cubicBezTo>
                  <a:pt x="111686" y="3368"/>
                  <a:pt x="111409" y="3630"/>
                  <a:pt x="111147" y="3965"/>
                </a:cubicBezTo>
                <a:cubicBezTo>
                  <a:pt x="111147" y="3557"/>
                  <a:pt x="111161" y="3134"/>
                  <a:pt x="111219" y="2726"/>
                </a:cubicBezTo>
                <a:lnTo>
                  <a:pt x="111219" y="2726"/>
                </a:lnTo>
                <a:cubicBezTo>
                  <a:pt x="111219" y="2727"/>
                  <a:pt x="110899" y="3514"/>
                  <a:pt x="110724" y="4577"/>
                </a:cubicBezTo>
                <a:cubicBezTo>
                  <a:pt x="110505" y="4942"/>
                  <a:pt x="110330" y="5335"/>
                  <a:pt x="110228" y="5772"/>
                </a:cubicBezTo>
                <a:cubicBezTo>
                  <a:pt x="110185" y="5729"/>
                  <a:pt x="110156" y="5700"/>
                  <a:pt x="110156" y="5700"/>
                </a:cubicBezTo>
                <a:lnTo>
                  <a:pt x="110156" y="5700"/>
                </a:lnTo>
                <a:cubicBezTo>
                  <a:pt x="110185" y="5743"/>
                  <a:pt x="110199" y="5787"/>
                  <a:pt x="110214" y="5816"/>
                </a:cubicBezTo>
                <a:cubicBezTo>
                  <a:pt x="110214" y="5845"/>
                  <a:pt x="110214" y="5860"/>
                  <a:pt x="110214" y="5874"/>
                </a:cubicBezTo>
                <a:cubicBezTo>
                  <a:pt x="110156" y="5787"/>
                  <a:pt x="110097" y="5700"/>
                  <a:pt x="110068" y="5612"/>
                </a:cubicBezTo>
                <a:cubicBezTo>
                  <a:pt x="110170" y="5496"/>
                  <a:pt x="110272" y="5379"/>
                  <a:pt x="110389" y="5248"/>
                </a:cubicBezTo>
                <a:lnTo>
                  <a:pt x="110389" y="5248"/>
                </a:lnTo>
                <a:cubicBezTo>
                  <a:pt x="110389" y="5248"/>
                  <a:pt x="110243" y="5321"/>
                  <a:pt x="110010" y="5496"/>
                </a:cubicBezTo>
                <a:cubicBezTo>
                  <a:pt x="109981" y="5437"/>
                  <a:pt x="109966" y="5379"/>
                  <a:pt x="109951" y="5321"/>
                </a:cubicBezTo>
                <a:cubicBezTo>
                  <a:pt x="110126" y="5117"/>
                  <a:pt x="110345" y="4898"/>
                  <a:pt x="110651" y="4606"/>
                </a:cubicBezTo>
                <a:lnTo>
                  <a:pt x="110651" y="4606"/>
                </a:lnTo>
                <a:cubicBezTo>
                  <a:pt x="110651" y="4607"/>
                  <a:pt x="110301" y="4781"/>
                  <a:pt x="109893" y="5131"/>
                </a:cubicBezTo>
                <a:cubicBezTo>
                  <a:pt x="109879" y="5044"/>
                  <a:pt x="109879" y="4971"/>
                  <a:pt x="109864" y="4883"/>
                </a:cubicBezTo>
                <a:cubicBezTo>
                  <a:pt x="110097" y="4563"/>
                  <a:pt x="110403" y="4198"/>
                  <a:pt x="110782" y="3732"/>
                </a:cubicBezTo>
                <a:lnTo>
                  <a:pt x="110782" y="3732"/>
                </a:lnTo>
                <a:cubicBezTo>
                  <a:pt x="110782" y="3732"/>
                  <a:pt x="110389" y="3980"/>
                  <a:pt x="109893" y="4432"/>
                </a:cubicBezTo>
                <a:cubicBezTo>
                  <a:pt x="110126" y="2726"/>
                  <a:pt x="110287" y="2391"/>
                  <a:pt x="111744" y="628"/>
                </a:cubicBezTo>
                <a:lnTo>
                  <a:pt x="111744" y="628"/>
                </a:lnTo>
                <a:cubicBezTo>
                  <a:pt x="111744" y="628"/>
                  <a:pt x="109981" y="1721"/>
                  <a:pt x="109412" y="3484"/>
                </a:cubicBezTo>
                <a:cubicBezTo>
                  <a:pt x="109092" y="3732"/>
                  <a:pt x="108640" y="4111"/>
                  <a:pt x="108232" y="4650"/>
                </a:cubicBezTo>
                <a:cubicBezTo>
                  <a:pt x="108217" y="4213"/>
                  <a:pt x="108246" y="3776"/>
                  <a:pt x="108305" y="3338"/>
                </a:cubicBezTo>
                <a:lnTo>
                  <a:pt x="108305" y="3338"/>
                </a:lnTo>
                <a:cubicBezTo>
                  <a:pt x="108304" y="3339"/>
                  <a:pt x="107955" y="4228"/>
                  <a:pt x="107765" y="5364"/>
                </a:cubicBezTo>
                <a:cubicBezTo>
                  <a:pt x="107678" y="5539"/>
                  <a:pt x="107605" y="5729"/>
                  <a:pt x="107532" y="5918"/>
                </a:cubicBezTo>
                <a:cubicBezTo>
                  <a:pt x="107518" y="5933"/>
                  <a:pt x="107503" y="5962"/>
                  <a:pt x="107474" y="5976"/>
                </a:cubicBezTo>
                <a:cubicBezTo>
                  <a:pt x="107415" y="4796"/>
                  <a:pt x="106614" y="3922"/>
                  <a:pt x="106614" y="3921"/>
                </a:cubicBezTo>
                <a:lnTo>
                  <a:pt x="106614" y="3921"/>
                </a:lnTo>
                <a:cubicBezTo>
                  <a:pt x="106905" y="4767"/>
                  <a:pt x="107051" y="5248"/>
                  <a:pt x="107051" y="5700"/>
                </a:cubicBezTo>
                <a:cubicBezTo>
                  <a:pt x="107051" y="5700"/>
                  <a:pt x="107051" y="5700"/>
                  <a:pt x="107051" y="5714"/>
                </a:cubicBezTo>
                <a:cubicBezTo>
                  <a:pt x="107051" y="6006"/>
                  <a:pt x="106993" y="6312"/>
                  <a:pt x="106876" y="6705"/>
                </a:cubicBezTo>
                <a:cubicBezTo>
                  <a:pt x="106803" y="6778"/>
                  <a:pt x="106745" y="6866"/>
                  <a:pt x="106672" y="6953"/>
                </a:cubicBezTo>
                <a:cubicBezTo>
                  <a:pt x="106628" y="6866"/>
                  <a:pt x="106570" y="6793"/>
                  <a:pt x="106526" y="6720"/>
                </a:cubicBezTo>
                <a:cubicBezTo>
                  <a:pt x="106526" y="6603"/>
                  <a:pt x="106526" y="6516"/>
                  <a:pt x="106526" y="6443"/>
                </a:cubicBezTo>
                <a:cubicBezTo>
                  <a:pt x="106541" y="6399"/>
                  <a:pt x="106541" y="6341"/>
                  <a:pt x="106541" y="6297"/>
                </a:cubicBezTo>
                <a:cubicBezTo>
                  <a:pt x="106687" y="6049"/>
                  <a:pt x="106847" y="5802"/>
                  <a:pt x="107022" y="5568"/>
                </a:cubicBezTo>
                <a:lnTo>
                  <a:pt x="107022" y="5568"/>
                </a:lnTo>
                <a:cubicBezTo>
                  <a:pt x="107022" y="5569"/>
                  <a:pt x="106847" y="5729"/>
                  <a:pt x="106599" y="6006"/>
                </a:cubicBezTo>
                <a:cubicBezTo>
                  <a:pt x="106628" y="5816"/>
                  <a:pt x="106672" y="5612"/>
                  <a:pt x="106716" y="5423"/>
                </a:cubicBezTo>
                <a:lnTo>
                  <a:pt x="106716" y="5423"/>
                </a:lnTo>
                <a:cubicBezTo>
                  <a:pt x="106716" y="5423"/>
                  <a:pt x="106556" y="5743"/>
                  <a:pt x="106366" y="6268"/>
                </a:cubicBezTo>
                <a:cubicBezTo>
                  <a:pt x="106322" y="6326"/>
                  <a:pt x="106279" y="6385"/>
                  <a:pt x="106235" y="6443"/>
                </a:cubicBezTo>
                <a:cubicBezTo>
                  <a:pt x="106220" y="6414"/>
                  <a:pt x="106206" y="6399"/>
                  <a:pt x="106206" y="6385"/>
                </a:cubicBezTo>
                <a:cubicBezTo>
                  <a:pt x="106250" y="6137"/>
                  <a:pt x="106264" y="5918"/>
                  <a:pt x="106279" y="5787"/>
                </a:cubicBezTo>
                <a:cubicBezTo>
                  <a:pt x="106293" y="5656"/>
                  <a:pt x="106293" y="5583"/>
                  <a:pt x="106293" y="5583"/>
                </a:cubicBezTo>
                <a:lnTo>
                  <a:pt x="106293" y="5583"/>
                </a:lnTo>
                <a:cubicBezTo>
                  <a:pt x="106264" y="5656"/>
                  <a:pt x="106250" y="5743"/>
                  <a:pt x="106220" y="5816"/>
                </a:cubicBezTo>
                <a:cubicBezTo>
                  <a:pt x="106162" y="5845"/>
                  <a:pt x="106075" y="5904"/>
                  <a:pt x="105958" y="5976"/>
                </a:cubicBezTo>
                <a:lnTo>
                  <a:pt x="105914" y="5918"/>
                </a:lnTo>
                <a:cubicBezTo>
                  <a:pt x="105885" y="5816"/>
                  <a:pt x="105871" y="5729"/>
                  <a:pt x="105841" y="5641"/>
                </a:cubicBezTo>
                <a:cubicBezTo>
                  <a:pt x="105987" y="5568"/>
                  <a:pt x="106147" y="5481"/>
                  <a:pt x="106322" y="5394"/>
                </a:cubicBezTo>
                <a:lnTo>
                  <a:pt x="106322" y="5394"/>
                </a:lnTo>
                <a:cubicBezTo>
                  <a:pt x="106322" y="5394"/>
                  <a:pt x="106104" y="5437"/>
                  <a:pt x="105798" y="5539"/>
                </a:cubicBezTo>
                <a:cubicBezTo>
                  <a:pt x="105725" y="5350"/>
                  <a:pt x="105623" y="5189"/>
                  <a:pt x="105535" y="5058"/>
                </a:cubicBezTo>
                <a:cubicBezTo>
                  <a:pt x="105696" y="4898"/>
                  <a:pt x="105871" y="4709"/>
                  <a:pt x="106118" y="4490"/>
                </a:cubicBezTo>
                <a:lnTo>
                  <a:pt x="106118" y="4490"/>
                </a:lnTo>
                <a:cubicBezTo>
                  <a:pt x="106118" y="4490"/>
                  <a:pt x="105812" y="4636"/>
                  <a:pt x="105448" y="4927"/>
                </a:cubicBezTo>
                <a:cubicBezTo>
                  <a:pt x="105346" y="4796"/>
                  <a:pt x="105259" y="4709"/>
                  <a:pt x="105258" y="4709"/>
                </a:cubicBezTo>
                <a:lnTo>
                  <a:pt x="105258" y="4709"/>
                </a:lnTo>
                <a:cubicBezTo>
                  <a:pt x="105302" y="4811"/>
                  <a:pt x="105346" y="4898"/>
                  <a:pt x="105390" y="4985"/>
                </a:cubicBezTo>
                <a:cubicBezTo>
                  <a:pt x="105142" y="5189"/>
                  <a:pt x="104894" y="5452"/>
                  <a:pt x="104690" y="5787"/>
                </a:cubicBezTo>
                <a:cubicBezTo>
                  <a:pt x="104675" y="5758"/>
                  <a:pt x="104661" y="5743"/>
                  <a:pt x="104646" y="5729"/>
                </a:cubicBezTo>
                <a:cubicBezTo>
                  <a:pt x="104515" y="5073"/>
                  <a:pt x="104340" y="4607"/>
                  <a:pt x="104340" y="4606"/>
                </a:cubicBezTo>
                <a:lnTo>
                  <a:pt x="104340" y="4606"/>
                </a:lnTo>
                <a:cubicBezTo>
                  <a:pt x="104399" y="5087"/>
                  <a:pt x="104369" y="5583"/>
                  <a:pt x="104311" y="6049"/>
                </a:cubicBezTo>
                <a:cubicBezTo>
                  <a:pt x="104297" y="6064"/>
                  <a:pt x="104282" y="6079"/>
                  <a:pt x="104267" y="6093"/>
                </a:cubicBezTo>
                <a:cubicBezTo>
                  <a:pt x="104136" y="5583"/>
                  <a:pt x="103961" y="5204"/>
                  <a:pt x="103961" y="5204"/>
                </a:cubicBezTo>
                <a:lnTo>
                  <a:pt x="103961" y="5204"/>
                </a:lnTo>
                <a:cubicBezTo>
                  <a:pt x="104034" y="5539"/>
                  <a:pt x="104063" y="5904"/>
                  <a:pt x="104049" y="6239"/>
                </a:cubicBezTo>
                <a:cubicBezTo>
                  <a:pt x="103976" y="6297"/>
                  <a:pt x="103918" y="6355"/>
                  <a:pt x="103845" y="6414"/>
                </a:cubicBezTo>
                <a:cubicBezTo>
                  <a:pt x="103888" y="6210"/>
                  <a:pt x="103947" y="6006"/>
                  <a:pt x="104020" y="5816"/>
                </a:cubicBezTo>
                <a:lnTo>
                  <a:pt x="104020" y="5816"/>
                </a:lnTo>
                <a:cubicBezTo>
                  <a:pt x="104019" y="5816"/>
                  <a:pt x="103859" y="6093"/>
                  <a:pt x="103670" y="6516"/>
                </a:cubicBezTo>
                <a:cubicBezTo>
                  <a:pt x="103641" y="6414"/>
                  <a:pt x="103626" y="6312"/>
                  <a:pt x="103597" y="6195"/>
                </a:cubicBezTo>
                <a:cubicBezTo>
                  <a:pt x="103932" y="5335"/>
                  <a:pt x="103932" y="4621"/>
                  <a:pt x="103932" y="4621"/>
                </a:cubicBezTo>
                <a:lnTo>
                  <a:pt x="103932" y="4621"/>
                </a:lnTo>
                <a:cubicBezTo>
                  <a:pt x="103757" y="5058"/>
                  <a:pt x="103626" y="5408"/>
                  <a:pt x="103495" y="5700"/>
                </a:cubicBezTo>
                <a:cubicBezTo>
                  <a:pt x="103451" y="5452"/>
                  <a:pt x="103407" y="5219"/>
                  <a:pt x="103349" y="4985"/>
                </a:cubicBezTo>
                <a:cubicBezTo>
                  <a:pt x="103830" y="4023"/>
                  <a:pt x="104413" y="2960"/>
                  <a:pt x="105098" y="2027"/>
                </a:cubicBezTo>
                <a:lnTo>
                  <a:pt x="105098" y="2027"/>
                </a:lnTo>
                <a:cubicBezTo>
                  <a:pt x="105098" y="2027"/>
                  <a:pt x="104136" y="2974"/>
                  <a:pt x="103174" y="4330"/>
                </a:cubicBezTo>
                <a:cubicBezTo>
                  <a:pt x="102985" y="3659"/>
                  <a:pt x="102795" y="3222"/>
                  <a:pt x="102795" y="3222"/>
                </a:cubicBezTo>
                <a:lnTo>
                  <a:pt x="102795" y="3222"/>
                </a:lnTo>
                <a:cubicBezTo>
                  <a:pt x="102882" y="3597"/>
                  <a:pt x="102926" y="4000"/>
                  <a:pt x="102955" y="4390"/>
                </a:cubicBezTo>
                <a:lnTo>
                  <a:pt x="102955" y="4390"/>
                </a:lnTo>
                <a:cubicBezTo>
                  <a:pt x="102952" y="4369"/>
                  <a:pt x="102941" y="4359"/>
                  <a:pt x="102941" y="4359"/>
                </a:cubicBezTo>
                <a:lnTo>
                  <a:pt x="102941" y="4359"/>
                </a:lnTo>
                <a:cubicBezTo>
                  <a:pt x="102948" y="4372"/>
                  <a:pt x="102952" y="4383"/>
                  <a:pt x="102955" y="4393"/>
                </a:cubicBezTo>
                <a:lnTo>
                  <a:pt x="102955" y="4393"/>
                </a:lnTo>
                <a:cubicBezTo>
                  <a:pt x="102955" y="4396"/>
                  <a:pt x="102955" y="4399"/>
                  <a:pt x="102956" y="4402"/>
                </a:cubicBezTo>
                <a:cubicBezTo>
                  <a:pt x="102956" y="4399"/>
                  <a:pt x="102955" y="4397"/>
                  <a:pt x="102955" y="4394"/>
                </a:cubicBezTo>
                <a:lnTo>
                  <a:pt x="102955" y="4394"/>
                </a:lnTo>
                <a:cubicBezTo>
                  <a:pt x="102959" y="4405"/>
                  <a:pt x="102963" y="4416"/>
                  <a:pt x="102970" y="4432"/>
                </a:cubicBezTo>
                <a:cubicBezTo>
                  <a:pt x="102970" y="4490"/>
                  <a:pt x="102970" y="4548"/>
                  <a:pt x="102985" y="4606"/>
                </a:cubicBezTo>
                <a:cubicBezTo>
                  <a:pt x="102752" y="4956"/>
                  <a:pt x="102518" y="5321"/>
                  <a:pt x="102300" y="5700"/>
                </a:cubicBezTo>
                <a:cubicBezTo>
                  <a:pt x="102227" y="5379"/>
                  <a:pt x="102110" y="5087"/>
                  <a:pt x="101979" y="4825"/>
                </a:cubicBezTo>
                <a:cubicBezTo>
                  <a:pt x="102212" y="4198"/>
                  <a:pt x="102504" y="3557"/>
                  <a:pt x="102883" y="2974"/>
                </a:cubicBezTo>
                <a:lnTo>
                  <a:pt x="102883" y="2974"/>
                </a:lnTo>
                <a:cubicBezTo>
                  <a:pt x="102883" y="2974"/>
                  <a:pt x="102329" y="3557"/>
                  <a:pt x="101746" y="4417"/>
                </a:cubicBezTo>
                <a:cubicBezTo>
                  <a:pt x="101615" y="4184"/>
                  <a:pt x="101454" y="3980"/>
                  <a:pt x="101323" y="3805"/>
                </a:cubicBezTo>
                <a:cubicBezTo>
                  <a:pt x="101440" y="3674"/>
                  <a:pt x="101571" y="3528"/>
                  <a:pt x="101717" y="3368"/>
                </a:cubicBezTo>
                <a:lnTo>
                  <a:pt x="101717" y="3368"/>
                </a:lnTo>
                <a:cubicBezTo>
                  <a:pt x="101717" y="3368"/>
                  <a:pt x="101513" y="3484"/>
                  <a:pt x="101221" y="3688"/>
                </a:cubicBezTo>
                <a:cubicBezTo>
                  <a:pt x="100886" y="3309"/>
                  <a:pt x="100609" y="3091"/>
                  <a:pt x="100609" y="3091"/>
                </a:cubicBezTo>
                <a:lnTo>
                  <a:pt x="100609" y="3091"/>
                </a:lnTo>
                <a:cubicBezTo>
                  <a:pt x="100784" y="3368"/>
                  <a:pt x="100930" y="3601"/>
                  <a:pt x="101061" y="3819"/>
                </a:cubicBezTo>
                <a:cubicBezTo>
                  <a:pt x="100828" y="3994"/>
                  <a:pt x="100565" y="4242"/>
                  <a:pt x="100318" y="4519"/>
                </a:cubicBezTo>
                <a:cubicBezTo>
                  <a:pt x="100361" y="4111"/>
                  <a:pt x="100420" y="3703"/>
                  <a:pt x="100522" y="3309"/>
                </a:cubicBezTo>
                <a:lnTo>
                  <a:pt x="100522" y="3309"/>
                </a:lnTo>
                <a:cubicBezTo>
                  <a:pt x="100522" y="3310"/>
                  <a:pt x="100172" y="4053"/>
                  <a:pt x="99895" y="5073"/>
                </a:cubicBezTo>
                <a:cubicBezTo>
                  <a:pt x="99793" y="5219"/>
                  <a:pt x="99691" y="5379"/>
                  <a:pt x="99603" y="5554"/>
                </a:cubicBezTo>
                <a:lnTo>
                  <a:pt x="99603" y="5510"/>
                </a:lnTo>
                <a:cubicBezTo>
                  <a:pt x="99720" y="5117"/>
                  <a:pt x="99764" y="4781"/>
                  <a:pt x="99793" y="4519"/>
                </a:cubicBezTo>
                <a:cubicBezTo>
                  <a:pt x="99880" y="4432"/>
                  <a:pt x="99953" y="4344"/>
                  <a:pt x="100055" y="4242"/>
                </a:cubicBezTo>
                <a:lnTo>
                  <a:pt x="100055" y="4242"/>
                </a:lnTo>
                <a:cubicBezTo>
                  <a:pt x="100055" y="4242"/>
                  <a:pt x="99953" y="4300"/>
                  <a:pt x="99808" y="4388"/>
                </a:cubicBezTo>
                <a:cubicBezTo>
                  <a:pt x="99822" y="4198"/>
                  <a:pt x="99808" y="4082"/>
                  <a:pt x="99808" y="4082"/>
                </a:cubicBezTo>
                <a:cubicBezTo>
                  <a:pt x="99764" y="4228"/>
                  <a:pt x="99720" y="4359"/>
                  <a:pt x="99676" y="4475"/>
                </a:cubicBezTo>
                <a:cubicBezTo>
                  <a:pt x="99545" y="4563"/>
                  <a:pt x="99399" y="4679"/>
                  <a:pt x="99225" y="4825"/>
                </a:cubicBezTo>
                <a:cubicBezTo>
                  <a:pt x="99283" y="4577"/>
                  <a:pt x="99341" y="4344"/>
                  <a:pt x="99399" y="4155"/>
                </a:cubicBezTo>
                <a:cubicBezTo>
                  <a:pt x="99691" y="3528"/>
                  <a:pt x="100012" y="2872"/>
                  <a:pt x="100391" y="2245"/>
                </a:cubicBezTo>
                <a:cubicBezTo>
                  <a:pt x="100609" y="1983"/>
                  <a:pt x="100871" y="1677"/>
                  <a:pt x="101207" y="1313"/>
                </a:cubicBezTo>
                <a:lnTo>
                  <a:pt x="101207" y="1313"/>
                </a:lnTo>
                <a:cubicBezTo>
                  <a:pt x="101207" y="1313"/>
                  <a:pt x="101046" y="1400"/>
                  <a:pt x="100799" y="1575"/>
                </a:cubicBezTo>
                <a:cubicBezTo>
                  <a:pt x="100827" y="1532"/>
                  <a:pt x="100856" y="1489"/>
                  <a:pt x="100885" y="1460"/>
                </a:cubicBezTo>
                <a:lnTo>
                  <a:pt x="100885" y="1460"/>
                </a:lnTo>
                <a:cubicBezTo>
                  <a:pt x="100876" y="1469"/>
                  <a:pt x="100819" y="1527"/>
                  <a:pt x="100726" y="1633"/>
                </a:cubicBezTo>
                <a:cubicBezTo>
                  <a:pt x="100143" y="2056"/>
                  <a:pt x="99210" y="2916"/>
                  <a:pt x="98831" y="4169"/>
                </a:cubicBezTo>
                <a:cubicBezTo>
                  <a:pt x="98744" y="4315"/>
                  <a:pt x="98656" y="4461"/>
                  <a:pt x="98569" y="4592"/>
                </a:cubicBezTo>
                <a:cubicBezTo>
                  <a:pt x="98496" y="4432"/>
                  <a:pt x="98452" y="4330"/>
                  <a:pt x="98452" y="4330"/>
                </a:cubicBezTo>
                <a:lnTo>
                  <a:pt x="98452" y="4330"/>
                </a:lnTo>
                <a:cubicBezTo>
                  <a:pt x="98481" y="4446"/>
                  <a:pt x="98510" y="4548"/>
                  <a:pt x="98540" y="4665"/>
                </a:cubicBezTo>
                <a:cubicBezTo>
                  <a:pt x="98438" y="4840"/>
                  <a:pt x="98335" y="5015"/>
                  <a:pt x="98233" y="5204"/>
                </a:cubicBezTo>
                <a:cubicBezTo>
                  <a:pt x="98161" y="4738"/>
                  <a:pt x="98073" y="4330"/>
                  <a:pt x="97986" y="4038"/>
                </a:cubicBezTo>
                <a:cubicBezTo>
                  <a:pt x="98175" y="3513"/>
                  <a:pt x="98408" y="2974"/>
                  <a:pt x="98700" y="2479"/>
                </a:cubicBezTo>
                <a:lnTo>
                  <a:pt x="98700" y="2479"/>
                </a:lnTo>
                <a:cubicBezTo>
                  <a:pt x="98700" y="2479"/>
                  <a:pt x="98306" y="2916"/>
                  <a:pt x="97855" y="3615"/>
                </a:cubicBezTo>
                <a:cubicBezTo>
                  <a:pt x="97840" y="3601"/>
                  <a:pt x="97840" y="3601"/>
                  <a:pt x="97840" y="3601"/>
                </a:cubicBezTo>
                <a:lnTo>
                  <a:pt x="97840" y="3615"/>
                </a:lnTo>
                <a:cubicBezTo>
                  <a:pt x="97782" y="3732"/>
                  <a:pt x="97709" y="3834"/>
                  <a:pt x="97636" y="3951"/>
                </a:cubicBezTo>
                <a:cubicBezTo>
                  <a:pt x="97476" y="3717"/>
                  <a:pt x="97330" y="3528"/>
                  <a:pt x="97170" y="3353"/>
                </a:cubicBezTo>
                <a:cubicBezTo>
                  <a:pt x="97286" y="3207"/>
                  <a:pt x="97417" y="3062"/>
                  <a:pt x="97548" y="2901"/>
                </a:cubicBezTo>
                <a:lnTo>
                  <a:pt x="97548" y="2901"/>
                </a:lnTo>
                <a:cubicBezTo>
                  <a:pt x="97548" y="2901"/>
                  <a:pt x="97359" y="3018"/>
                  <a:pt x="97068" y="3236"/>
                </a:cubicBezTo>
                <a:cubicBezTo>
                  <a:pt x="96718" y="2858"/>
                  <a:pt x="96441" y="2654"/>
                  <a:pt x="96441" y="2653"/>
                </a:cubicBezTo>
                <a:lnTo>
                  <a:pt x="96441" y="2653"/>
                </a:lnTo>
                <a:cubicBezTo>
                  <a:pt x="96616" y="2930"/>
                  <a:pt x="96776" y="3164"/>
                  <a:pt x="96907" y="3368"/>
                </a:cubicBezTo>
                <a:cubicBezTo>
                  <a:pt x="96820" y="3441"/>
                  <a:pt x="96732" y="3528"/>
                  <a:pt x="96630" y="3630"/>
                </a:cubicBezTo>
                <a:cubicBezTo>
                  <a:pt x="96557" y="3382"/>
                  <a:pt x="96455" y="3164"/>
                  <a:pt x="96339" y="2960"/>
                </a:cubicBezTo>
                <a:cubicBezTo>
                  <a:pt x="96353" y="2930"/>
                  <a:pt x="96353" y="2901"/>
                  <a:pt x="96353" y="2887"/>
                </a:cubicBezTo>
                <a:lnTo>
                  <a:pt x="96353" y="2887"/>
                </a:lnTo>
                <a:cubicBezTo>
                  <a:pt x="96353" y="2887"/>
                  <a:pt x="96353" y="2902"/>
                  <a:pt x="96339" y="2945"/>
                </a:cubicBezTo>
                <a:cubicBezTo>
                  <a:pt x="96193" y="2683"/>
                  <a:pt x="96033" y="2464"/>
                  <a:pt x="95872" y="2245"/>
                </a:cubicBezTo>
                <a:cubicBezTo>
                  <a:pt x="96106" y="1881"/>
                  <a:pt x="96455" y="1458"/>
                  <a:pt x="96951" y="861"/>
                </a:cubicBezTo>
                <a:lnTo>
                  <a:pt x="96951" y="861"/>
                </a:lnTo>
                <a:cubicBezTo>
                  <a:pt x="96951" y="861"/>
                  <a:pt x="96280" y="1254"/>
                  <a:pt x="95654" y="1998"/>
                </a:cubicBezTo>
                <a:cubicBezTo>
                  <a:pt x="95042" y="1342"/>
                  <a:pt x="94415" y="963"/>
                  <a:pt x="94415" y="963"/>
                </a:cubicBezTo>
                <a:lnTo>
                  <a:pt x="94415" y="963"/>
                </a:lnTo>
                <a:cubicBezTo>
                  <a:pt x="94881" y="1517"/>
                  <a:pt x="95202" y="1925"/>
                  <a:pt x="95435" y="2275"/>
                </a:cubicBezTo>
                <a:cubicBezTo>
                  <a:pt x="95231" y="2551"/>
                  <a:pt x="95056" y="2843"/>
                  <a:pt x="94910" y="3193"/>
                </a:cubicBezTo>
                <a:cubicBezTo>
                  <a:pt x="94867" y="3091"/>
                  <a:pt x="94852" y="3033"/>
                  <a:pt x="94852" y="3032"/>
                </a:cubicBezTo>
                <a:lnTo>
                  <a:pt x="94852" y="3032"/>
                </a:lnTo>
                <a:cubicBezTo>
                  <a:pt x="94852" y="3105"/>
                  <a:pt x="94867" y="3193"/>
                  <a:pt x="94867" y="3266"/>
                </a:cubicBezTo>
                <a:cubicBezTo>
                  <a:pt x="94779" y="3499"/>
                  <a:pt x="94692" y="3732"/>
                  <a:pt x="94648" y="3994"/>
                </a:cubicBezTo>
                <a:cubicBezTo>
                  <a:pt x="94459" y="3790"/>
                  <a:pt x="94269" y="3615"/>
                  <a:pt x="94094" y="3455"/>
                </a:cubicBezTo>
                <a:cubicBezTo>
                  <a:pt x="94298" y="3266"/>
                  <a:pt x="94517" y="3047"/>
                  <a:pt x="94794" y="2799"/>
                </a:cubicBezTo>
                <a:lnTo>
                  <a:pt x="94794" y="2799"/>
                </a:lnTo>
                <a:cubicBezTo>
                  <a:pt x="94794" y="2799"/>
                  <a:pt x="94415" y="2974"/>
                  <a:pt x="93919" y="3309"/>
                </a:cubicBezTo>
                <a:cubicBezTo>
                  <a:pt x="93905" y="3295"/>
                  <a:pt x="93890" y="3280"/>
                  <a:pt x="93861" y="3266"/>
                </a:cubicBezTo>
                <a:cubicBezTo>
                  <a:pt x="93584" y="3047"/>
                  <a:pt x="93380" y="2930"/>
                  <a:pt x="93380" y="2930"/>
                </a:cubicBezTo>
                <a:lnTo>
                  <a:pt x="93380" y="2930"/>
                </a:lnTo>
                <a:cubicBezTo>
                  <a:pt x="93526" y="3105"/>
                  <a:pt x="93657" y="3266"/>
                  <a:pt x="93788" y="3411"/>
                </a:cubicBezTo>
                <a:cubicBezTo>
                  <a:pt x="93570" y="3572"/>
                  <a:pt x="93351" y="3747"/>
                  <a:pt x="93132" y="3965"/>
                </a:cubicBezTo>
                <a:cubicBezTo>
                  <a:pt x="92608" y="3033"/>
                  <a:pt x="92039" y="2377"/>
                  <a:pt x="92039" y="2377"/>
                </a:cubicBezTo>
                <a:lnTo>
                  <a:pt x="92039" y="2377"/>
                </a:lnTo>
                <a:cubicBezTo>
                  <a:pt x="92360" y="2989"/>
                  <a:pt x="92593" y="3645"/>
                  <a:pt x="92753" y="4286"/>
                </a:cubicBezTo>
                <a:cubicBezTo>
                  <a:pt x="92753" y="4300"/>
                  <a:pt x="92753" y="4330"/>
                  <a:pt x="92768" y="4344"/>
                </a:cubicBezTo>
                <a:cubicBezTo>
                  <a:pt x="92549" y="4592"/>
                  <a:pt x="92360" y="4854"/>
                  <a:pt x="92200" y="5146"/>
                </a:cubicBezTo>
                <a:cubicBezTo>
                  <a:pt x="92039" y="4767"/>
                  <a:pt x="91835" y="4402"/>
                  <a:pt x="91631" y="4053"/>
                </a:cubicBezTo>
                <a:cubicBezTo>
                  <a:pt x="91354" y="2770"/>
                  <a:pt x="90334" y="1823"/>
                  <a:pt x="89693" y="1342"/>
                </a:cubicBezTo>
                <a:cubicBezTo>
                  <a:pt x="89591" y="1211"/>
                  <a:pt x="89518" y="1138"/>
                  <a:pt x="89518" y="1138"/>
                </a:cubicBezTo>
                <a:lnTo>
                  <a:pt x="89518" y="1138"/>
                </a:lnTo>
                <a:cubicBezTo>
                  <a:pt x="89547" y="1181"/>
                  <a:pt x="89576" y="1225"/>
                  <a:pt x="89605" y="1269"/>
                </a:cubicBezTo>
                <a:cubicBezTo>
                  <a:pt x="89328" y="1079"/>
                  <a:pt x="89154" y="977"/>
                  <a:pt x="89153" y="977"/>
                </a:cubicBezTo>
                <a:lnTo>
                  <a:pt x="89153" y="977"/>
                </a:lnTo>
                <a:cubicBezTo>
                  <a:pt x="89503" y="1386"/>
                  <a:pt x="89795" y="1706"/>
                  <a:pt x="90013" y="1983"/>
                </a:cubicBezTo>
                <a:cubicBezTo>
                  <a:pt x="90378" y="2653"/>
                  <a:pt x="90684" y="3324"/>
                  <a:pt x="90932" y="3980"/>
                </a:cubicBezTo>
                <a:cubicBezTo>
                  <a:pt x="90975" y="4184"/>
                  <a:pt x="91004" y="4417"/>
                  <a:pt x="91048" y="4679"/>
                </a:cubicBezTo>
                <a:cubicBezTo>
                  <a:pt x="90859" y="4519"/>
                  <a:pt x="90684" y="4388"/>
                  <a:pt x="90538" y="4286"/>
                </a:cubicBezTo>
                <a:cubicBezTo>
                  <a:pt x="90509" y="4155"/>
                  <a:pt x="90465" y="4023"/>
                  <a:pt x="90436" y="3878"/>
                </a:cubicBezTo>
                <a:cubicBezTo>
                  <a:pt x="90436" y="3878"/>
                  <a:pt x="90407" y="3994"/>
                  <a:pt x="90407" y="4184"/>
                </a:cubicBezTo>
                <a:cubicBezTo>
                  <a:pt x="90232" y="4067"/>
                  <a:pt x="90130" y="4009"/>
                  <a:pt x="90130" y="4009"/>
                </a:cubicBezTo>
                <a:lnTo>
                  <a:pt x="90130" y="4009"/>
                </a:lnTo>
                <a:cubicBezTo>
                  <a:pt x="90217" y="4111"/>
                  <a:pt x="90305" y="4213"/>
                  <a:pt x="90392" y="4315"/>
                </a:cubicBezTo>
                <a:cubicBezTo>
                  <a:pt x="90392" y="4461"/>
                  <a:pt x="90392" y="4650"/>
                  <a:pt x="90421" y="4869"/>
                </a:cubicBezTo>
                <a:cubicBezTo>
                  <a:pt x="90363" y="4898"/>
                  <a:pt x="90319" y="4927"/>
                  <a:pt x="90261" y="4956"/>
                </a:cubicBezTo>
                <a:cubicBezTo>
                  <a:pt x="90232" y="4913"/>
                  <a:pt x="90217" y="4883"/>
                  <a:pt x="90188" y="4854"/>
                </a:cubicBezTo>
                <a:cubicBezTo>
                  <a:pt x="90013" y="3805"/>
                  <a:pt x="89678" y="3033"/>
                  <a:pt x="89678" y="3032"/>
                </a:cubicBezTo>
                <a:lnTo>
                  <a:pt x="89678" y="3032"/>
                </a:lnTo>
                <a:cubicBezTo>
                  <a:pt x="89693" y="3134"/>
                  <a:pt x="89707" y="3235"/>
                  <a:pt x="89722" y="3336"/>
                </a:cubicBezTo>
                <a:lnTo>
                  <a:pt x="89722" y="3336"/>
                </a:lnTo>
                <a:cubicBezTo>
                  <a:pt x="89727" y="3332"/>
                  <a:pt x="89731" y="3328"/>
                  <a:pt x="89736" y="3324"/>
                </a:cubicBezTo>
                <a:lnTo>
                  <a:pt x="89736" y="3309"/>
                </a:lnTo>
                <a:cubicBezTo>
                  <a:pt x="89766" y="3615"/>
                  <a:pt x="89780" y="3936"/>
                  <a:pt x="89766" y="4242"/>
                </a:cubicBezTo>
                <a:cubicBezTo>
                  <a:pt x="89605" y="4053"/>
                  <a:pt x="89430" y="3878"/>
                  <a:pt x="89270" y="3732"/>
                </a:cubicBezTo>
                <a:cubicBezTo>
                  <a:pt x="89411" y="3605"/>
                  <a:pt x="89552" y="3479"/>
                  <a:pt x="89719" y="3339"/>
                </a:cubicBezTo>
                <a:lnTo>
                  <a:pt x="89719" y="3339"/>
                </a:lnTo>
                <a:cubicBezTo>
                  <a:pt x="89678" y="3346"/>
                  <a:pt x="89450" y="3461"/>
                  <a:pt x="89139" y="3645"/>
                </a:cubicBezTo>
                <a:cubicBezTo>
                  <a:pt x="89066" y="3586"/>
                  <a:pt x="89008" y="3528"/>
                  <a:pt x="88949" y="3484"/>
                </a:cubicBezTo>
                <a:cubicBezTo>
                  <a:pt x="89139" y="3280"/>
                  <a:pt x="89358" y="3062"/>
                  <a:pt x="89605" y="2799"/>
                </a:cubicBezTo>
                <a:lnTo>
                  <a:pt x="89605" y="2799"/>
                </a:lnTo>
                <a:cubicBezTo>
                  <a:pt x="89605" y="2799"/>
                  <a:pt x="89241" y="2989"/>
                  <a:pt x="88775" y="3338"/>
                </a:cubicBezTo>
                <a:cubicBezTo>
                  <a:pt x="88439" y="3105"/>
                  <a:pt x="88221" y="2974"/>
                  <a:pt x="88221" y="2974"/>
                </a:cubicBezTo>
                <a:lnTo>
                  <a:pt x="88221" y="2974"/>
                </a:lnTo>
                <a:cubicBezTo>
                  <a:pt x="88366" y="3149"/>
                  <a:pt x="88512" y="3295"/>
                  <a:pt x="88629" y="3441"/>
                </a:cubicBezTo>
                <a:cubicBezTo>
                  <a:pt x="88425" y="3601"/>
                  <a:pt x="88221" y="3790"/>
                  <a:pt x="88002" y="4009"/>
                </a:cubicBezTo>
                <a:cubicBezTo>
                  <a:pt x="87973" y="3936"/>
                  <a:pt x="87929" y="3878"/>
                  <a:pt x="87885" y="3805"/>
                </a:cubicBezTo>
                <a:cubicBezTo>
                  <a:pt x="87958" y="3251"/>
                  <a:pt x="87900" y="2887"/>
                  <a:pt x="87900" y="2887"/>
                </a:cubicBezTo>
                <a:lnTo>
                  <a:pt x="87900" y="2887"/>
                </a:lnTo>
                <a:cubicBezTo>
                  <a:pt x="87827" y="3134"/>
                  <a:pt x="87769" y="3338"/>
                  <a:pt x="87696" y="3543"/>
                </a:cubicBezTo>
                <a:cubicBezTo>
                  <a:pt x="87579" y="3382"/>
                  <a:pt x="87477" y="3222"/>
                  <a:pt x="87375" y="3091"/>
                </a:cubicBezTo>
                <a:cubicBezTo>
                  <a:pt x="87783" y="2114"/>
                  <a:pt x="88294" y="1065"/>
                  <a:pt x="88920" y="118"/>
                </a:cubicBezTo>
                <a:lnTo>
                  <a:pt x="88920" y="118"/>
                </a:lnTo>
                <a:cubicBezTo>
                  <a:pt x="88920" y="118"/>
                  <a:pt x="87944" y="1182"/>
                  <a:pt x="87011" y="2639"/>
                </a:cubicBezTo>
                <a:cubicBezTo>
                  <a:pt x="86909" y="2522"/>
                  <a:pt x="86851" y="2464"/>
                  <a:pt x="86851" y="2464"/>
                </a:cubicBezTo>
                <a:lnTo>
                  <a:pt x="86851" y="2464"/>
                </a:lnTo>
                <a:cubicBezTo>
                  <a:pt x="86894" y="2537"/>
                  <a:pt x="86938" y="2610"/>
                  <a:pt x="86967" y="2697"/>
                </a:cubicBezTo>
                <a:cubicBezTo>
                  <a:pt x="86749" y="3047"/>
                  <a:pt x="86515" y="3426"/>
                  <a:pt x="86311" y="3819"/>
                </a:cubicBezTo>
                <a:cubicBezTo>
                  <a:pt x="86122" y="3543"/>
                  <a:pt x="85918" y="3266"/>
                  <a:pt x="85728" y="3018"/>
                </a:cubicBezTo>
                <a:cubicBezTo>
                  <a:pt x="85903" y="2479"/>
                  <a:pt x="86137" y="1925"/>
                  <a:pt x="86413" y="1400"/>
                </a:cubicBezTo>
                <a:lnTo>
                  <a:pt x="86413" y="1400"/>
                </a:lnTo>
                <a:cubicBezTo>
                  <a:pt x="86413" y="1400"/>
                  <a:pt x="85976" y="1910"/>
                  <a:pt x="85481" y="2697"/>
                </a:cubicBezTo>
                <a:cubicBezTo>
                  <a:pt x="85306" y="2464"/>
                  <a:pt x="85145" y="2275"/>
                  <a:pt x="84985" y="2100"/>
                </a:cubicBezTo>
                <a:cubicBezTo>
                  <a:pt x="85029" y="2056"/>
                  <a:pt x="85058" y="2012"/>
                  <a:pt x="85087" y="1968"/>
                </a:cubicBezTo>
                <a:lnTo>
                  <a:pt x="85087" y="1968"/>
                </a:lnTo>
                <a:cubicBezTo>
                  <a:pt x="85087" y="1969"/>
                  <a:pt x="85043" y="1998"/>
                  <a:pt x="84956" y="2056"/>
                </a:cubicBezTo>
                <a:cubicBezTo>
                  <a:pt x="84548" y="1575"/>
                  <a:pt x="84271" y="1284"/>
                  <a:pt x="84271" y="1283"/>
                </a:cubicBezTo>
                <a:lnTo>
                  <a:pt x="84271" y="1283"/>
                </a:lnTo>
                <a:cubicBezTo>
                  <a:pt x="84460" y="1575"/>
                  <a:pt x="84650" y="1866"/>
                  <a:pt x="84825" y="2158"/>
                </a:cubicBezTo>
                <a:cubicBezTo>
                  <a:pt x="84752" y="2216"/>
                  <a:pt x="84650" y="2289"/>
                  <a:pt x="84562" y="2362"/>
                </a:cubicBezTo>
                <a:cubicBezTo>
                  <a:pt x="84096" y="2027"/>
                  <a:pt x="83746" y="1852"/>
                  <a:pt x="83746" y="1852"/>
                </a:cubicBezTo>
                <a:lnTo>
                  <a:pt x="83746" y="1852"/>
                </a:lnTo>
                <a:cubicBezTo>
                  <a:pt x="83994" y="2100"/>
                  <a:pt x="84198" y="2318"/>
                  <a:pt x="84388" y="2508"/>
                </a:cubicBezTo>
                <a:cubicBezTo>
                  <a:pt x="84140" y="2726"/>
                  <a:pt x="83863" y="3003"/>
                  <a:pt x="83601" y="3324"/>
                </a:cubicBezTo>
                <a:cubicBezTo>
                  <a:pt x="83601" y="3018"/>
                  <a:pt x="83601" y="2697"/>
                  <a:pt x="83644" y="2377"/>
                </a:cubicBezTo>
                <a:cubicBezTo>
                  <a:pt x="83703" y="2304"/>
                  <a:pt x="83761" y="2231"/>
                  <a:pt x="83819" y="2173"/>
                </a:cubicBezTo>
                <a:lnTo>
                  <a:pt x="83819" y="2173"/>
                </a:lnTo>
                <a:cubicBezTo>
                  <a:pt x="83819" y="2173"/>
                  <a:pt x="83761" y="2216"/>
                  <a:pt x="83644" y="2318"/>
                </a:cubicBezTo>
                <a:cubicBezTo>
                  <a:pt x="83659" y="2245"/>
                  <a:pt x="83659" y="2173"/>
                  <a:pt x="83673" y="2085"/>
                </a:cubicBezTo>
                <a:lnTo>
                  <a:pt x="83673" y="2085"/>
                </a:lnTo>
                <a:cubicBezTo>
                  <a:pt x="83673" y="2085"/>
                  <a:pt x="83630" y="2202"/>
                  <a:pt x="83571" y="2391"/>
                </a:cubicBezTo>
                <a:cubicBezTo>
                  <a:pt x="83309" y="2610"/>
                  <a:pt x="82886" y="2989"/>
                  <a:pt x="82391" y="3484"/>
                </a:cubicBezTo>
                <a:cubicBezTo>
                  <a:pt x="82595" y="2041"/>
                  <a:pt x="82828" y="1633"/>
                  <a:pt x="84198" y="1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22" name="Google Shape;422;p22"/>
          <p:cNvSpPr/>
          <p:nvPr/>
        </p:nvSpPr>
        <p:spPr>
          <a:xfrm flipH="1">
            <a:off x="8122150" y="3899350"/>
            <a:ext cx="479465" cy="1099694"/>
          </a:xfrm>
          <a:custGeom>
            <a:avLst/>
            <a:gdLst/>
            <a:ahLst/>
            <a:cxnLst/>
            <a:rect l="l" t="t" r="r" b="b"/>
            <a:pathLst>
              <a:path w="11690" h="26812" extrusionOk="0">
                <a:moveTo>
                  <a:pt x="5088" y="1"/>
                </a:moveTo>
                <a:cubicBezTo>
                  <a:pt x="3987" y="1"/>
                  <a:pt x="1794" y="388"/>
                  <a:pt x="1794" y="388"/>
                </a:cubicBezTo>
                <a:cubicBezTo>
                  <a:pt x="1794" y="388"/>
                  <a:pt x="1" y="3799"/>
                  <a:pt x="30" y="5052"/>
                </a:cubicBezTo>
                <a:cubicBezTo>
                  <a:pt x="45" y="6320"/>
                  <a:pt x="2989" y="10823"/>
                  <a:pt x="3601" y="11989"/>
                </a:cubicBezTo>
                <a:cubicBezTo>
                  <a:pt x="4213" y="13155"/>
                  <a:pt x="5102" y="14409"/>
                  <a:pt x="5160" y="17601"/>
                </a:cubicBezTo>
                <a:cubicBezTo>
                  <a:pt x="5175" y="18956"/>
                  <a:pt x="5204" y="22410"/>
                  <a:pt x="5364" y="26025"/>
                </a:cubicBezTo>
                <a:lnTo>
                  <a:pt x="11690" y="26812"/>
                </a:lnTo>
                <a:cubicBezTo>
                  <a:pt x="10451" y="23489"/>
                  <a:pt x="8716" y="18359"/>
                  <a:pt x="8512" y="17076"/>
                </a:cubicBezTo>
                <a:cubicBezTo>
                  <a:pt x="8235" y="15312"/>
                  <a:pt x="8323" y="12572"/>
                  <a:pt x="8716" y="11057"/>
                </a:cubicBezTo>
                <a:cubicBezTo>
                  <a:pt x="9110" y="9526"/>
                  <a:pt x="8629" y="5999"/>
                  <a:pt x="8542" y="5416"/>
                </a:cubicBezTo>
                <a:cubicBezTo>
                  <a:pt x="8441" y="4825"/>
                  <a:pt x="7200" y="4192"/>
                  <a:pt x="6214" y="4192"/>
                </a:cubicBezTo>
                <a:cubicBezTo>
                  <a:pt x="6203" y="4192"/>
                  <a:pt x="6192" y="4192"/>
                  <a:pt x="6180" y="4192"/>
                </a:cubicBezTo>
                <a:cubicBezTo>
                  <a:pt x="5204" y="4207"/>
                  <a:pt x="6093" y="5373"/>
                  <a:pt x="6865" y="6451"/>
                </a:cubicBezTo>
                <a:cubicBezTo>
                  <a:pt x="7653" y="7530"/>
                  <a:pt x="6137" y="7981"/>
                  <a:pt x="5466" y="7996"/>
                </a:cubicBezTo>
                <a:cubicBezTo>
                  <a:pt x="5464" y="7996"/>
                  <a:pt x="5462" y="7996"/>
                  <a:pt x="5460" y="7996"/>
                </a:cubicBezTo>
                <a:cubicBezTo>
                  <a:pt x="4791" y="7996"/>
                  <a:pt x="4082" y="5735"/>
                  <a:pt x="4067" y="5241"/>
                </a:cubicBezTo>
                <a:cubicBezTo>
                  <a:pt x="4067" y="4731"/>
                  <a:pt x="5131" y="2866"/>
                  <a:pt x="5131" y="2866"/>
                </a:cubicBezTo>
                <a:cubicBezTo>
                  <a:pt x="5131" y="2866"/>
                  <a:pt x="7303" y="2487"/>
                  <a:pt x="7550" y="2224"/>
                </a:cubicBezTo>
                <a:cubicBezTo>
                  <a:pt x="7718" y="2057"/>
                  <a:pt x="6759" y="1249"/>
                  <a:pt x="5583" y="1249"/>
                </a:cubicBezTo>
                <a:cubicBezTo>
                  <a:pt x="5021" y="1249"/>
                  <a:pt x="4410" y="1434"/>
                  <a:pt x="3849" y="1962"/>
                </a:cubicBezTo>
                <a:cubicBezTo>
                  <a:pt x="2100" y="3594"/>
                  <a:pt x="2508" y="7282"/>
                  <a:pt x="2508" y="7282"/>
                </a:cubicBezTo>
                <a:lnTo>
                  <a:pt x="1619" y="4265"/>
                </a:lnTo>
                <a:cubicBezTo>
                  <a:pt x="1619" y="4265"/>
                  <a:pt x="2172" y="2414"/>
                  <a:pt x="2406" y="1729"/>
                </a:cubicBezTo>
                <a:cubicBezTo>
                  <a:pt x="2653" y="1058"/>
                  <a:pt x="4679" y="1102"/>
                  <a:pt x="5583" y="330"/>
                </a:cubicBezTo>
                <a:cubicBezTo>
                  <a:pt x="5874" y="85"/>
                  <a:pt x="5599" y="1"/>
                  <a:pt x="5088" y="1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gradFill>
          <a:gsLst>
            <a:gs pos="0">
              <a:schemeClr val="lt2"/>
            </a:gs>
            <a:gs pos="47000">
              <a:schemeClr val="dk2"/>
            </a:gs>
            <a:gs pos="100000">
              <a:schemeClr val="dk1"/>
            </a:gs>
          </a:gsLst>
          <a:lin ang="16198662" scaled="0"/>
        </a:gra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713225" y="445025"/>
            <a:ext cx="77175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Nosifer"/>
              <a:buNone/>
              <a:defRPr sz="2800">
                <a:solidFill>
                  <a:schemeClr val="lt1"/>
                </a:solidFill>
                <a:latin typeface="Nosifer"/>
                <a:ea typeface="Nosifer"/>
                <a:cs typeface="Nosifer"/>
                <a:sym typeface="Nosifer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500"/>
              <a:buFont typeface="Bebas Neue"/>
              <a:buNone/>
              <a:defRPr sz="3500"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500"/>
              <a:buFont typeface="Bebas Neue"/>
              <a:buNone/>
              <a:defRPr sz="3500"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500"/>
              <a:buFont typeface="Bebas Neue"/>
              <a:buNone/>
              <a:defRPr sz="3500"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500"/>
              <a:buFont typeface="Bebas Neue"/>
              <a:buNone/>
              <a:defRPr sz="3500"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500"/>
              <a:buFont typeface="Bebas Neue"/>
              <a:buNone/>
              <a:defRPr sz="3500"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500"/>
              <a:buFont typeface="Bebas Neue"/>
              <a:buNone/>
              <a:defRPr sz="3500"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500"/>
              <a:buFont typeface="Bebas Neue"/>
              <a:buNone/>
              <a:defRPr sz="3500"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500"/>
              <a:buFont typeface="Bebas Neue"/>
              <a:buNone/>
              <a:defRPr sz="3500"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713225" y="1152475"/>
            <a:ext cx="77175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Overpass"/>
              <a:buChar char="●"/>
              <a:defRPr>
                <a:solidFill>
                  <a:schemeClr val="lt1"/>
                </a:solidFill>
                <a:latin typeface="Overpass"/>
                <a:ea typeface="Overpass"/>
                <a:cs typeface="Overpass"/>
                <a:sym typeface="Overpass"/>
              </a:defRPr>
            </a:lvl1pPr>
            <a:lvl2pPr marL="914400" lvl="1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Overpass"/>
              <a:buChar char="○"/>
              <a:defRPr>
                <a:solidFill>
                  <a:schemeClr val="lt1"/>
                </a:solidFill>
                <a:latin typeface="Overpass"/>
                <a:ea typeface="Overpass"/>
                <a:cs typeface="Overpass"/>
                <a:sym typeface="Overpass"/>
              </a:defRPr>
            </a:lvl2pPr>
            <a:lvl3pPr marL="1371600" lvl="2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Overpass"/>
              <a:buChar char="■"/>
              <a:defRPr>
                <a:solidFill>
                  <a:schemeClr val="lt1"/>
                </a:solidFill>
                <a:latin typeface="Overpass"/>
                <a:ea typeface="Overpass"/>
                <a:cs typeface="Overpass"/>
                <a:sym typeface="Overpass"/>
              </a:defRPr>
            </a:lvl3pPr>
            <a:lvl4pPr marL="1828800" lvl="3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Overpass"/>
              <a:buChar char="●"/>
              <a:defRPr>
                <a:solidFill>
                  <a:schemeClr val="lt1"/>
                </a:solidFill>
                <a:latin typeface="Overpass"/>
                <a:ea typeface="Overpass"/>
                <a:cs typeface="Overpass"/>
                <a:sym typeface="Overpass"/>
              </a:defRPr>
            </a:lvl4pPr>
            <a:lvl5pPr marL="2286000" lvl="4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Overpass"/>
              <a:buChar char="○"/>
              <a:defRPr>
                <a:solidFill>
                  <a:schemeClr val="lt1"/>
                </a:solidFill>
                <a:latin typeface="Overpass"/>
                <a:ea typeface="Overpass"/>
                <a:cs typeface="Overpass"/>
                <a:sym typeface="Overpass"/>
              </a:defRPr>
            </a:lvl5pPr>
            <a:lvl6pPr marL="2743200" lvl="5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Overpass"/>
              <a:buChar char="■"/>
              <a:defRPr>
                <a:solidFill>
                  <a:schemeClr val="lt1"/>
                </a:solidFill>
                <a:latin typeface="Overpass"/>
                <a:ea typeface="Overpass"/>
                <a:cs typeface="Overpass"/>
                <a:sym typeface="Overpass"/>
              </a:defRPr>
            </a:lvl6pPr>
            <a:lvl7pPr marL="3200400" lvl="6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Overpass"/>
              <a:buChar char="●"/>
              <a:defRPr>
                <a:solidFill>
                  <a:schemeClr val="lt1"/>
                </a:solidFill>
                <a:latin typeface="Overpass"/>
                <a:ea typeface="Overpass"/>
                <a:cs typeface="Overpass"/>
                <a:sym typeface="Overpass"/>
              </a:defRPr>
            </a:lvl7pPr>
            <a:lvl8pPr marL="3657600" lvl="7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Overpass"/>
              <a:buChar char="○"/>
              <a:defRPr>
                <a:solidFill>
                  <a:schemeClr val="lt1"/>
                </a:solidFill>
                <a:latin typeface="Overpass"/>
                <a:ea typeface="Overpass"/>
                <a:cs typeface="Overpass"/>
                <a:sym typeface="Overpass"/>
              </a:defRPr>
            </a:lvl8pPr>
            <a:lvl9pPr marL="4114800" lvl="8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Overpass"/>
              <a:buChar char="■"/>
              <a:defRPr>
                <a:solidFill>
                  <a:schemeClr val="lt1"/>
                </a:solidFill>
                <a:latin typeface="Overpass"/>
                <a:ea typeface="Overpass"/>
                <a:cs typeface="Overpass"/>
                <a:sym typeface="Overpass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50" r:id="rId2"/>
    <p:sldLayoutId id="2147483658" r:id="rId3"/>
    <p:sldLayoutId id="2147483667" r:id="rId4"/>
    <p:sldLayoutId id="2147483668" r:id="rId5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.jpeg"/><Relationship Id="rId4" Type="http://schemas.openxmlformats.org/officeDocument/2006/relationships/image" Target="../media/image3.jpeg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lt2"/>
            </a:gs>
            <a:gs pos="47000">
              <a:schemeClr val="dk2"/>
            </a:gs>
            <a:gs pos="100000">
              <a:schemeClr val="dk1"/>
            </a:gs>
          </a:gsLst>
          <a:lin ang="16198662" scaled="0"/>
        </a:gradFill>
        <a:effectLst/>
      </p:bgPr>
    </p:bg>
    <p:spTree>
      <p:nvGrpSpPr>
        <p:cNvPr id="1" name="Shape 4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3" name="Google Shape;433;p26"/>
          <p:cNvSpPr/>
          <p:nvPr/>
        </p:nvSpPr>
        <p:spPr>
          <a:xfrm>
            <a:off x="6800275" y="-915875"/>
            <a:ext cx="1630500" cy="1630500"/>
          </a:xfrm>
          <a:prstGeom prst="ellipse">
            <a:avLst/>
          </a:prstGeom>
          <a:solidFill>
            <a:schemeClr val="lt1"/>
          </a:solidFill>
          <a:ln>
            <a:noFill/>
          </a:ln>
          <a:effectLst>
            <a:outerShdw blurRad="1128713" dist="38100" dir="6300000" algn="bl" rotWithShape="0">
              <a:schemeClr val="lt1">
                <a:alpha val="73000"/>
              </a:scheme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34" name="Google Shape;434;p26"/>
          <p:cNvSpPr txBox="1">
            <a:spLocks noGrp="1"/>
          </p:cNvSpPr>
          <p:nvPr>
            <p:ph type="ctrTitle"/>
          </p:nvPr>
        </p:nvSpPr>
        <p:spPr>
          <a:xfrm>
            <a:off x="1352550" y="789527"/>
            <a:ext cx="6438900" cy="2241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Vr-Games </a:t>
            </a:r>
            <a:r>
              <a:rPr lang="en" dirty="0">
                <a:solidFill>
                  <a:schemeClr val="accent3"/>
                </a:solidFill>
              </a:rPr>
              <a:t> </a:t>
            </a:r>
            <a:r>
              <a:rPr lang="en-US" sz="3600">
                <a:solidFill>
                  <a:schemeClr val="accent3"/>
                </a:solidFill>
              </a:rPr>
              <a:t>Strong Standing</a:t>
            </a:r>
            <a:br>
              <a:rPr lang="en-US" sz="3600">
                <a:solidFill>
                  <a:schemeClr val="accent3"/>
                </a:solidFill>
              </a:rPr>
            </a:br>
            <a:r>
              <a:rPr lang="en-US" sz="3600">
                <a:solidFill>
                  <a:schemeClr val="accent3"/>
                </a:solidFill>
              </a:rPr>
              <a:t>(Beta)</a:t>
            </a:r>
          </a:p>
        </p:txBody>
      </p:sp>
      <p:sp>
        <p:nvSpPr>
          <p:cNvPr id="435" name="Google Shape;435;p26"/>
          <p:cNvSpPr txBox="1">
            <a:spLocks noGrp="1"/>
          </p:cNvSpPr>
          <p:nvPr>
            <p:ph type="subTitle" idx="1"/>
          </p:nvPr>
        </p:nvSpPr>
        <p:spPr>
          <a:xfrm>
            <a:off x="1352550" y="3188381"/>
            <a:ext cx="64389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1" dirty="0"/>
              <a:t>Elia, Tadej, Ben, Aurelien, Safal</a:t>
            </a:r>
            <a:endParaRPr lang="en-US" b="1" dirty="0"/>
          </a:p>
        </p:txBody>
      </p:sp>
      <p:grpSp>
        <p:nvGrpSpPr>
          <p:cNvPr id="436" name="Google Shape;436;p26"/>
          <p:cNvGrpSpPr/>
          <p:nvPr/>
        </p:nvGrpSpPr>
        <p:grpSpPr>
          <a:xfrm>
            <a:off x="1242092" y="2813482"/>
            <a:ext cx="1026142" cy="2328168"/>
            <a:chOff x="1242092" y="2813482"/>
            <a:chExt cx="1026142" cy="2328168"/>
          </a:xfrm>
        </p:grpSpPr>
        <p:sp>
          <p:nvSpPr>
            <p:cNvPr id="437" name="Google Shape;437;p26"/>
            <p:cNvSpPr/>
            <p:nvPr/>
          </p:nvSpPr>
          <p:spPr>
            <a:xfrm>
              <a:off x="1762785" y="4429827"/>
              <a:ext cx="393869" cy="515088"/>
            </a:xfrm>
            <a:custGeom>
              <a:avLst/>
              <a:gdLst/>
              <a:ahLst/>
              <a:cxnLst/>
              <a:rect l="l" t="t" r="r" b="b"/>
              <a:pathLst>
                <a:path w="12789" h="16725" extrusionOk="0">
                  <a:moveTo>
                    <a:pt x="6297" y="1"/>
                  </a:moveTo>
                  <a:lnTo>
                    <a:pt x="0" y="1531"/>
                  </a:lnTo>
                  <a:cubicBezTo>
                    <a:pt x="0" y="1531"/>
                    <a:pt x="219" y="2464"/>
                    <a:pt x="511" y="3703"/>
                  </a:cubicBezTo>
                  <a:cubicBezTo>
                    <a:pt x="817" y="5015"/>
                    <a:pt x="1210" y="6662"/>
                    <a:pt x="1516" y="7915"/>
                  </a:cubicBezTo>
                  <a:cubicBezTo>
                    <a:pt x="1764" y="8877"/>
                    <a:pt x="1968" y="9591"/>
                    <a:pt x="2041" y="9737"/>
                  </a:cubicBezTo>
                  <a:cubicBezTo>
                    <a:pt x="2187" y="9970"/>
                    <a:pt x="3790" y="11048"/>
                    <a:pt x="5553" y="12418"/>
                  </a:cubicBezTo>
                  <a:cubicBezTo>
                    <a:pt x="7288" y="13745"/>
                    <a:pt x="9168" y="15363"/>
                    <a:pt x="9955" y="16718"/>
                  </a:cubicBezTo>
                  <a:cubicBezTo>
                    <a:pt x="9955" y="16718"/>
                    <a:pt x="10042" y="16725"/>
                    <a:pt x="10185" y="16725"/>
                  </a:cubicBezTo>
                  <a:cubicBezTo>
                    <a:pt x="10861" y="16725"/>
                    <a:pt x="12789" y="16576"/>
                    <a:pt x="12680" y="14867"/>
                  </a:cubicBezTo>
                  <a:cubicBezTo>
                    <a:pt x="12680" y="14867"/>
                    <a:pt x="11442" y="11500"/>
                    <a:pt x="7288" y="7784"/>
                  </a:cubicBezTo>
                  <a:cubicBezTo>
                    <a:pt x="7157" y="7667"/>
                    <a:pt x="7040" y="7565"/>
                    <a:pt x="6909" y="7449"/>
                  </a:cubicBezTo>
                  <a:lnTo>
                    <a:pt x="6880" y="7128"/>
                  </a:lnTo>
                  <a:lnTo>
                    <a:pt x="6559" y="3251"/>
                  </a:lnTo>
                  <a:lnTo>
                    <a:pt x="6297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8" name="Google Shape;438;p26"/>
            <p:cNvSpPr/>
            <p:nvPr/>
          </p:nvSpPr>
          <p:spPr>
            <a:xfrm>
              <a:off x="1778492" y="4503895"/>
              <a:ext cx="196642" cy="200677"/>
            </a:xfrm>
            <a:custGeom>
              <a:avLst/>
              <a:gdLst/>
              <a:ahLst/>
              <a:cxnLst/>
              <a:rect l="l" t="t" r="r" b="b"/>
              <a:pathLst>
                <a:path w="6385" h="6516" extrusionOk="0">
                  <a:moveTo>
                    <a:pt x="1371" y="1"/>
                  </a:moveTo>
                  <a:lnTo>
                    <a:pt x="1" y="1312"/>
                  </a:lnTo>
                  <a:cubicBezTo>
                    <a:pt x="307" y="2610"/>
                    <a:pt x="700" y="4257"/>
                    <a:pt x="1006" y="5510"/>
                  </a:cubicBezTo>
                  <a:lnTo>
                    <a:pt x="1779" y="6020"/>
                  </a:lnTo>
                  <a:lnTo>
                    <a:pt x="2478" y="4752"/>
                  </a:lnTo>
                  <a:lnTo>
                    <a:pt x="4227" y="6516"/>
                  </a:lnTo>
                  <a:lnTo>
                    <a:pt x="5626" y="4563"/>
                  </a:lnTo>
                  <a:lnTo>
                    <a:pt x="6384" y="4723"/>
                  </a:lnTo>
                  <a:lnTo>
                    <a:pt x="6049" y="861"/>
                  </a:lnTo>
                  <a:lnTo>
                    <a:pt x="1371" y="1"/>
                  </a:lnTo>
                  <a:close/>
                </a:path>
              </a:pathLst>
            </a:custGeom>
            <a:solidFill>
              <a:srgbClr val="000000">
                <a:alpha val="369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9" name="Google Shape;439;p26"/>
            <p:cNvSpPr/>
            <p:nvPr/>
          </p:nvSpPr>
          <p:spPr>
            <a:xfrm>
              <a:off x="1933804" y="4669524"/>
              <a:ext cx="222851" cy="275391"/>
            </a:xfrm>
            <a:custGeom>
              <a:avLst/>
              <a:gdLst/>
              <a:ahLst/>
              <a:cxnLst/>
              <a:rect l="l" t="t" r="r" b="b"/>
              <a:pathLst>
                <a:path w="7236" h="8942" extrusionOk="0">
                  <a:moveTo>
                    <a:pt x="1735" y="1"/>
                  </a:moveTo>
                  <a:lnTo>
                    <a:pt x="1735" y="1"/>
                  </a:lnTo>
                  <a:cubicBezTo>
                    <a:pt x="1749" y="1196"/>
                    <a:pt x="1429" y="2872"/>
                    <a:pt x="0" y="4635"/>
                  </a:cubicBezTo>
                  <a:cubicBezTo>
                    <a:pt x="1735" y="5962"/>
                    <a:pt x="3615" y="7580"/>
                    <a:pt x="4402" y="8935"/>
                  </a:cubicBezTo>
                  <a:cubicBezTo>
                    <a:pt x="4402" y="8935"/>
                    <a:pt x="4489" y="8942"/>
                    <a:pt x="4632" y="8942"/>
                  </a:cubicBezTo>
                  <a:cubicBezTo>
                    <a:pt x="5308" y="8942"/>
                    <a:pt x="7236" y="8793"/>
                    <a:pt x="7127" y="7084"/>
                  </a:cubicBezTo>
                  <a:cubicBezTo>
                    <a:pt x="7127" y="7084"/>
                    <a:pt x="5889" y="3717"/>
                    <a:pt x="1735" y="1"/>
                  </a:cubicBezTo>
                  <a:close/>
                </a:path>
              </a:pathLst>
            </a:custGeom>
            <a:solidFill>
              <a:srgbClr val="000000">
                <a:alpha val="369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0" name="Google Shape;440;p26"/>
            <p:cNvSpPr/>
            <p:nvPr/>
          </p:nvSpPr>
          <p:spPr>
            <a:xfrm>
              <a:off x="2060382" y="4880056"/>
              <a:ext cx="207852" cy="261409"/>
            </a:xfrm>
            <a:custGeom>
              <a:avLst/>
              <a:gdLst/>
              <a:ahLst/>
              <a:cxnLst/>
              <a:rect l="l" t="t" r="r" b="b"/>
              <a:pathLst>
                <a:path w="6749" h="8488" extrusionOk="0">
                  <a:moveTo>
                    <a:pt x="2726" y="0"/>
                  </a:moveTo>
                  <a:cubicBezTo>
                    <a:pt x="1720" y="365"/>
                    <a:pt x="860" y="685"/>
                    <a:pt x="0" y="1006"/>
                  </a:cubicBezTo>
                  <a:cubicBezTo>
                    <a:pt x="438" y="2667"/>
                    <a:pt x="671" y="4373"/>
                    <a:pt x="758" y="6209"/>
                  </a:cubicBezTo>
                  <a:cubicBezTo>
                    <a:pt x="948" y="7069"/>
                    <a:pt x="1560" y="7841"/>
                    <a:pt x="2391" y="8308"/>
                  </a:cubicBezTo>
                  <a:cubicBezTo>
                    <a:pt x="2571" y="8398"/>
                    <a:pt x="2762" y="8488"/>
                    <a:pt x="2975" y="8488"/>
                  </a:cubicBezTo>
                  <a:cubicBezTo>
                    <a:pt x="3003" y="8488"/>
                    <a:pt x="3032" y="8486"/>
                    <a:pt x="3061" y="8483"/>
                  </a:cubicBezTo>
                  <a:cubicBezTo>
                    <a:pt x="3294" y="8453"/>
                    <a:pt x="3513" y="8264"/>
                    <a:pt x="3586" y="7958"/>
                  </a:cubicBezTo>
                  <a:cubicBezTo>
                    <a:pt x="3868" y="8129"/>
                    <a:pt x="4205" y="8210"/>
                    <a:pt x="4540" y="8210"/>
                  </a:cubicBezTo>
                  <a:cubicBezTo>
                    <a:pt x="4691" y="8210"/>
                    <a:pt x="4841" y="8194"/>
                    <a:pt x="4985" y="8162"/>
                  </a:cubicBezTo>
                  <a:cubicBezTo>
                    <a:pt x="5466" y="8060"/>
                    <a:pt x="5889" y="7812"/>
                    <a:pt x="6238" y="7506"/>
                  </a:cubicBezTo>
                  <a:cubicBezTo>
                    <a:pt x="6486" y="7273"/>
                    <a:pt x="6719" y="6996"/>
                    <a:pt x="6734" y="6690"/>
                  </a:cubicBezTo>
                  <a:cubicBezTo>
                    <a:pt x="6748" y="6413"/>
                    <a:pt x="6617" y="6151"/>
                    <a:pt x="6472" y="5918"/>
                  </a:cubicBezTo>
                  <a:cubicBezTo>
                    <a:pt x="6195" y="5437"/>
                    <a:pt x="5743" y="5058"/>
                    <a:pt x="5408" y="4445"/>
                  </a:cubicBezTo>
                  <a:cubicBezTo>
                    <a:pt x="4898" y="3556"/>
                    <a:pt x="4402" y="2682"/>
                    <a:pt x="3906" y="1807"/>
                  </a:cubicBezTo>
                  <a:cubicBezTo>
                    <a:pt x="3542" y="1181"/>
                    <a:pt x="3192" y="554"/>
                    <a:pt x="2726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1" name="Google Shape;441;p26"/>
            <p:cNvSpPr/>
            <p:nvPr/>
          </p:nvSpPr>
          <p:spPr>
            <a:xfrm>
              <a:off x="1430634" y="4486402"/>
              <a:ext cx="133784" cy="179118"/>
            </a:xfrm>
            <a:custGeom>
              <a:avLst/>
              <a:gdLst/>
              <a:ahLst/>
              <a:cxnLst/>
              <a:rect l="l" t="t" r="r" b="b"/>
              <a:pathLst>
                <a:path w="4344" h="5816" extrusionOk="0">
                  <a:moveTo>
                    <a:pt x="2012" y="0"/>
                  </a:moveTo>
                  <a:lnTo>
                    <a:pt x="0" y="5145"/>
                  </a:lnTo>
                  <a:lnTo>
                    <a:pt x="3178" y="5816"/>
                  </a:lnTo>
                  <a:lnTo>
                    <a:pt x="4343" y="175"/>
                  </a:lnTo>
                  <a:lnTo>
                    <a:pt x="2012" y="0"/>
                  </a:lnTo>
                  <a:close/>
                </a:path>
              </a:pathLst>
            </a:custGeom>
            <a:solidFill>
              <a:srgbClr val="241D1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2" name="Google Shape;442;p26"/>
            <p:cNvSpPr/>
            <p:nvPr/>
          </p:nvSpPr>
          <p:spPr>
            <a:xfrm>
              <a:off x="1283853" y="4303249"/>
              <a:ext cx="332182" cy="676929"/>
            </a:xfrm>
            <a:custGeom>
              <a:avLst/>
              <a:gdLst/>
              <a:ahLst/>
              <a:cxnLst/>
              <a:rect l="l" t="t" r="r" b="b"/>
              <a:pathLst>
                <a:path w="10786" h="21980" extrusionOk="0">
                  <a:moveTo>
                    <a:pt x="4285" y="1"/>
                  </a:moveTo>
                  <a:cubicBezTo>
                    <a:pt x="4285" y="1"/>
                    <a:pt x="3236" y="1458"/>
                    <a:pt x="2187" y="3091"/>
                  </a:cubicBezTo>
                  <a:cubicBezTo>
                    <a:pt x="1093" y="4796"/>
                    <a:pt x="0" y="6691"/>
                    <a:pt x="29" y="7376"/>
                  </a:cubicBezTo>
                  <a:cubicBezTo>
                    <a:pt x="88" y="8746"/>
                    <a:pt x="4708" y="21979"/>
                    <a:pt x="4708" y="21979"/>
                  </a:cubicBezTo>
                  <a:lnTo>
                    <a:pt x="8308" y="21498"/>
                  </a:lnTo>
                  <a:cubicBezTo>
                    <a:pt x="8308" y="21498"/>
                    <a:pt x="6355" y="12142"/>
                    <a:pt x="6224" y="8673"/>
                  </a:cubicBezTo>
                  <a:lnTo>
                    <a:pt x="6617" y="8236"/>
                  </a:lnTo>
                  <a:lnTo>
                    <a:pt x="10013" y="4417"/>
                  </a:lnTo>
                  <a:lnTo>
                    <a:pt x="10786" y="3543"/>
                  </a:lnTo>
                  <a:lnTo>
                    <a:pt x="10203" y="3222"/>
                  </a:lnTo>
                  <a:lnTo>
                    <a:pt x="4285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3" name="Google Shape;443;p26"/>
            <p:cNvSpPr/>
            <p:nvPr/>
          </p:nvSpPr>
          <p:spPr>
            <a:xfrm>
              <a:off x="1351177" y="4303249"/>
              <a:ext cx="246904" cy="253648"/>
            </a:xfrm>
            <a:custGeom>
              <a:avLst/>
              <a:gdLst/>
              <a:ahLst/>
              <a:cxnLst/>
              <a:rect l="l" t="t" r="r" b="b"/>
              <a:pathLst>
                <a:path w="8017" h="8236" extrusionOk="0">
                  <a:moveTo>
                    <a:pt x="2099" y="1"/>
                  </a:moveTo>
                  <a:cubicBezTo>
                    <a:pt x="2099" y="1"/>
                    <a:pt x="1064" y="1458"/>
                    <a:pt x="1" y="3105"/>
                  </a:cubicBezTo>
                  <a:lnTo>
                    <a:pt x="1764" y="2449"/>
                  </a:lnTo>
                  <a:lnTo>
                    <a:pt x="2639" y="4679"/>
                  </a:lnTo>
                  <a:lnTo>
                    <a:pt x="4329" y="4126"/>
                  </a:lnTo>
                  <a:lnTo>
                    <a:pt x="4431" y="8236"/>
                  </a:lnTo>
                  <a:lnTo>
                    <a:pt x="7827" y="4417"/>
                  </a:lnTo>
                  <a:lnTo>
                    <a:pt x="8017" y="3222"/>
                  </a:lnTo>
                  <a:lnTo>
                    <a:pt x="2099" y="1"/>
                  </a:lnTo>
                  <a:close/>
                </a:path>
              </a:pathLst>
            </a:custGeom>
            <a:solidFill>
              <a:srgbClr val="000000">
                <a:alpha val="369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4" name="Google Shape;444;p26"/>
            <p:cNvSpPr/>
            <p:nvPr/>
          </p:nvSpPr>
          <p:spPr>
            <a:xfrm>
              <a:off x="1243016" y="4945131"/>
              <a:ext cx="361347" cy="196519"/>
            </a:xfrm>
            <a:custGeom>
              <a:avLst/>
              <a:gdLst/>
              <a:ahLst/>
              <a:cxnLst/>
              <a:rect l="l" t="t" r="r" b="b"/>
              <a:pathLst>
                <a:path w="11733" h="6381" extrusionOk="0">
                  <a:moveTo>
                    <a:pt x="6573" y="1"/>
                  </a:moveTo>
                  <a:cubicBezTo>
                    <a:pt x="5028" y="1691"/>
                    <a:pt x="3119" y="3090"/>
                    <a:pt x="991" y="4096"/>
                  </a:cubicBezTo>
                  <a:cubicBezTo>
                    <a:pt x="539" y="4315"/>
                    <a:pt x="15" y="4606"/>
                    <a:pt x="0" y="5087"/>
                  </a:cubicBezTo>
                  <a:cubicBezTo>
                    <a:pt x="0" y="5481"/>
                    <a:pt x="364" y="5787"/>
                    <a:pt x="743" y="5976"/>
                  </a:cubicBezTo>
                  <a:cubicBezTo>
                    <a:pt x="1341" y="6266"/>
                    <a:pt x="1991" y="6381"/>
                    <a:pt x="2655" y="6381"/>
                  </a:cubicBezTo>
                  <a:cubicBezTo>
                    <a:pt x="3562" y="6381"/>
                    <a:pt x="4497" y="6166"/>
                    <a:pt x="5364" y="5889"/>
                  </a:cubicBezTo>
                  <a:cubicBezTo>
                    <a:pt x="6879" y="5408"/>
                    <a:pt x="8351" y="4752"/>
                    <a:pt x="9940" y="4723"/>
                  </a:cubicBezTo>
                  <a:cubicBezTo>
                    <a:pt x="10057" y="4723"/>
                    <a:pt x="10176" y="4725"/>
                    <a:pt x="10295" y="4725"/>
                  </a:cubicBezTo>
                  <a:cubicBezTo>
                    <a:pt x="10653" y="4725"/>
                    <a:pt x="11011" y="4701"/>
                    <a:pt x="11295" y="4504"/>
                  </a:cubicBezTo>
                  <a:cubicBezTo>
                    <a:pt x="11631" y="4256"/>
                    <a:pt x="11733" y="3819"/>
                    <a:pt x="11674" y="3426"/>
                  </a:cubicBezTo>
                  <a:cubicBezTo>
                    <a:pt x="11616" y="3017"/>
                    <a:pt x="11427" y="2668"/>
                    <a:pt x="11223" y="2318"/>
                  </a:cubicBezTo>
                  <a:cubicBezTo>
                    <a:pt x="10814" y="1604"/>
                    <a:pt x="9240" y="205"/>
                    <a:pt x="9240" y="205"/>
                  </a:cubicBezTo>
                  <a:cubicBezTo>
                    <a:pt x="9240" y="205"/>
                    <a:pt x="7506" y="30"/>
                    <a:pt x="6573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5" name="Google Shape;445;p26"/>
            <p:cNvSpPr/>
            <p:nvPr/>
          </p:nvSpPr>
          <p:spPr>
            <a:xfrm>
              <a:off x="1359708" y="3128602"/>
              <a:ext cx="49399" cy="52541"/>
            </a:xfrm>
            <a:custGeom>
              <a:avLst/>
              <a:gdLst/>
              <a:ahLst/>
              <a:cxnLst/>
              <a:rect l="l" t="t" r="r" b="b"/>
              <a:pathLst>
                <a:path w="1604" h="1706" extrusionOk="0">
                  <a:moveTo>
                    <a:pt x="1545" y="0"/>
                  </a:moveTo>
                  <a:cubicBezTo>
                    <a:pt x="1123" y="117"/>
                    <a:pt x="700" y="233"/>
                    <a:pt x="321" y="350"/>
                  </a:cubicBezTo>
                  <a:lnTo>
                    <a:pt x="0" y="962"/>
                  </a:lnTo>
                  <a:cubicBezTo>
                    <a:pt x="146" y="918"/>
                    <a:pt x="277" y="875"/>
                    <a:pt x="409" y="831"/>
                  </a:cubicBezTo>
                  <a:cubicBezTo>
                    <a:pt x="496" y="1123"/>
                    <a:pt x="540" y="1414"/>
                    <a:pt x="540" y="1705"/>
                  </a:cubicBezTo>
                  <a:cubicBezTo>
                    <a:pt x="875" y="1370"/>
                    <a:pt x="1181" y="1020"/>
                    <a:pt x="1487" y="642"/>
                  </a:cubicBezTo>
                  <a:cubicBezTo>
                    <a:pt x="1545" y="569"/>
                    <a:pt x="1604" y="496"/>
                    <a:pt x="1604" y="408"/>
                  </a:cubicBezTo>
                  <a:cubicBezTo>
                    <a:pt x="1604" y="321"/>
                    <a:pt x="1502" y="233"/>
                    <a:pt x="1545" y="0"/>
                  </a:cubicBezTo>
                  <a:close/>
                </a:path>
              </a:pathLst>
            </a:custGeom>
            <a:solidFill>
              <a:srgbClr val="000000">
                <a:alpha val="2737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6" name="Google Shape;446;p26"/>
            <p:cNvSpPr/>
            <p:nvPr/>
          </p:nvSpPr>
          <p:spPr>
            <a:xfrm>
              <a:off x="1269040" y="3256073"/>
              <a:ext cx="50754" cy="52109"/>
            </a:xfrm>
            <a:custGeom>
              <a:avLst/>
              <a:gdLst/>
              <a:ahLst/>
              <a:cxnLst/>
              <a:rect l="l" t="t" r="r" b="b"/>
              <a:pathLst>
                <a:path w="1648" h="1692" extrusionOk="0">
                  <a:moveTo>
                    <a:pt x="656" y="0"/>
                  </a:moveTo>
                  <a:cubicBezTo>
                    <a:pt x="423" y="204"/>
                    <a:pt x="204" y="409"/>
                    <a:pt x="0" y="627"/>
                  </a:cubicBezTo>
                  <a:cubicBezTo>
                    <a:pt x="44" y="1006"/>
                    <a:pt x="146" y="1356"/>
                    <a:pt x="277" y="1691"/>
                  </a:cubicBezTo>
                  <a:cubicBezTo>
                    <a:pt x="758" y="1385"/>
                    <a:pt x="1210" y="992"/>
                    <a:pt x="1647" y="569"/>
                  </a:cubicBezTo>
                  <a:lnTo>
                    <a:pt x="1647" y="569"/>
                  </a:lnTo>
                  <a:cubicBezTo>
                    <a:pt x="1565" y="598"/>
                    <a:pt x="1478" y="613"/>
                    <a:pt x="1391" y="613"/>
                  </a:cubicBezTo>
                  <a:cubicBezTo>
                    <a:pt x="1262" y="613"/>
                    <a:pt x="1134" y="580"/>
                    <a:pt x="1021" y="511"/>
                  </a:cubicBezTo>
                  <a:cubicBezTo>
                    <a:pt x="831" y="409"/>
                    <a:pt x="700" y="204"/>
                    <a:pt x="656" y="0"/>
                  </a:cubicBezTo>
                  <a:close/>
                </a:path>
              </a:pathLst>
            </a:custGeom>
            <a:solidFill>
              <a:srgbClr val="000000">
                <a:alpha val="2737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7" name="Google Shape;447;p26"/>
            <p:cNvSpPr/>
            <p:nvPr/>
          </p:nvSpPr>
          <p:spPr>
            <a:xfrm>
              <a:off x="1287888" y="3136671"/>
              <a:ext cx="145919" cy="174653"/>
            </a:xfrm>
            <a:custGeom>
              <a:avLst/>
              <a:gdLst/>
              <a:ahLst/>
              <a:cxnLst/>
              <a:rect l="l" t="t" r="r" b="b"/>
              <a:pathLst>
                <a:path w="4738" h="5671" extrusionOk="0">
                  <a:moveTo>
                    <a:pt x="3761" y="1"/>
                  </a:moveTo>
                  <a:cubicBezTo>
                    <a:pt x="3761" y="1"/>
                    <a:pt x="1283" y="2828"/>
                    <a:pt x="1" y="5000"/>
                  </a:cubicBezTo>
                  <a:lnTo>
                    <a:pt x="1691" y="5670"/>
                  </a:lnTo>
                  <a:lnTo>
                    <a:pt x="4737" y="861"/>
                  </a:lnTo>
                  <a:lnTo>
                    <a:pt x="3761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8" name="Google Shape;448;p26"/>
            <p:cNvSpPr/>
            <p:nvPr/>
          </p:nvSpPr>
          <p:spPr>
            <a:xfrm>
              <a:off x="1242092" y="3042862"/>
              <a:ext cx="319647" cy="442160"/>
            </a:xfrm>
            <a:custGeom>
              <a:avLst/>
              <a:gdLst/>
              <a:ahLst/>
              <a:cxnLst/>
              <a:rect l="l" t="t" r="r" b="b"/>
              <a:pathLst>
                <a:path w="10379" h="14357" extrusionOk="0">
                  <a:moveTo>
                    <a:pt x="7915" y="1"/>
                  </a:moveTo>
                  <a:lnTo>
                    <a:pt x="4096" y="3090"/>
                  </a:lnTo>
                  <a:lnTo>
                    <a:pt x="4752" y="3353"/>
                  </a:lnTo>
                  <a:lnTo>
                    <a:pt x="4767" y="4125"/>
                  </a:lnTo>
                  <a:lnTo>
                    <a:pt x="5394" y="4285"/>
                  </a:lnTo>
                  <a:lnTo>
                    <a:pt x="3557" y="7302"/>
                  </a:lnTo>
                  <a:lnTo>
                    <a:pt x="2843" y="7127"/>
                  </a:lnTo>
                  <a:lnTo>
                    <a:pt x="2100" y="7696"/>
                  </a:lnTo>
                  <a:lnTo>
                    <a:pt x="832" y="7638"/>
                  </a:lnTo>
                  <a:cubicBezTo>
                    <a:pt x="832" y="7638"/>
                    <a:pt x="1" y="8891"/>
                    <a:pt x="1" y="9445"/>
                  </a:cubicBezTo>
                  <a:cubicBezTo>
                    <a:pt x="1" y="9984"/>
                    <a:pt x="6487" y="14356"/>
                    <a:pt x="6487" y="14356"/>
                  </a:cubicBezTo>
                  <a:lnTo>
                    <a:pt x="8614" y="8876"/>
                  </a:lnTo>
                  <a:lnTo>
                    <a:pt x="6020" y="7346"/>
                  </a:lnTo>
                  <a:lnTo>
                    <a:pt x="10378" y="802"/>
                  </a:lnTo>
                  <a:lnTo>
                    <a:pt x="7915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9" name="Google Shape;449;p26"/>
            <p:cNvSpPr/>
            <p:nvPr/>
          </p:nvSpPr>
          <p:spPr>
            <a:xfrm>
              <a:off x="1402793" y="2913605"/>
              <a:ext cx="123929" cy="89590"/>
            </a:xfrm>
            <a:custGeom>
              <a:avLst/>
              <a:gdLst/>
              <a:ahLst/>
              <a:cxnLst/>
              <a:rect l="l" t="t" r="r" b="b"/>
              <a:pathLst>
                <a:path w="4024" h="2909" extrusionOk="0">
                  <a:moveTo>
                    <a:pt x="1589" y="0"/>
                  </a:moveTo>
                  <a:cubicBezTo>
                    <a:pt x="1137" y="423"/>
                    <a:pt x="613" y="787"/>
                    <a:pt x="1" y="1079"/>
                  </a:cubicBezTo>
                  <a:cubicBezTo>
                    <a:pt x="103" y="1662"/>
                    <a:pt x="117" y="2245"/>
                    <a:pt x="59" y="2828"/>
                  </a:cubicBezTo>
                  <a:cubicBezTo>
                    <a:pt x="162" y="2883"/>
                    <a:pt x="276" y="2909"/>
                    <a:pt x="392" y="2909"/>
                  </a:cubicBezTo>
                  <a:cubicBezTo>
                    <a:pt x="670" y="2909"/>
                    <a:pt x="958" y="2762"/>
                    <a:pt x="1123" y="2536"/>
                  </a:cubicBezTo>
                  <a:cubicBezTo>
                    <a:pt x="1356" y="2230"/>
                    <a:pt x="1371" y="1807"/>
                    <a:pt x="1341" y="1414"/>
                  </a:cubicBezTo>
                  <a:cubicBezTo>
                    <a:pt x="1502" y="1341"/>
                    <a:pt x="1662" y="1283"/>
                    <a:pt x="1822" y="1253"/>
                  </a:cubicBezTo>
                  <a:cubicBezTo>
                    <a:pt x="2099" y="1385"/>
                    <a:pt x="2347" y="1574"/>
                    <a:pt x="2566" y="1778"/>
                  </a:cubicBezTo>
                  <a:cubicBezTo>
                    <a:pt x="3105" y="1414"/>
                    <a:pt x="3615" y="991"/>
                    <a:pt x="4023" y="554"/>
                  </a:cubicBezTo>
                  <a:cubicBezTo>
                    <a:pt x="3251" y="277"/>
                    <a:pt x="2449" y="88"/>
                    <a:pt x="1589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0" name="Google Shape;450;p26"/>
            <p:cNvSpPr/>
            <p:nvPr/>
          </p:nvSpPr>
          <p:spPr>
            <a:xfrm>
              <a:off x="1395156" y="2859740"/>
              <a:ext cx="157591" cy="86202"/>
            </a:xfrm>
            <a:custGeom>
              <a:avLst/>
              <a:gdLst/>
              <a:ahLst/>
              <a:cxnLst/>
              <a:rect l="l" t="t" r="r" b="b"/>
              <a:pathLst>
                <a:path w="5117" h="2799" extrusionOk="0">
                  <a:moveTo>
                    <a:pt x="3426" y="0"/>
                  </a:moveTo>
                  <a:cubicBezTo>
                    <a:pt x="2289" y="204"/>
                    <a:pt x="1152" y="408"/>
                    <a:pt x="15" y="598"/>
                  </a:cubicBezTo>
                  <a:cubicBezTo>
                    <a:pt x="1" y="962"/>
                    <a:pt x="132" y="1312"/>
                    <a:pt x="438" y="1676"/>
                  </a:cubicBezTo>
                  <a:cubicBezTo>
                    <a:pt x="1225" y="1676"/>
                    <a:pt x="2012" y="1545"/>
                    <a:pt x="2799" y="1283"/>
                  </a:cubicBezTo>
                  <a:cubicBezTo>
                    <a:pt x="3309" y="1691"/>
                    <a:pt x="3703" y="2215"/>
                    <a:pt x="3965" y="2798"/>
                  </a:cubicBezTo>
                  <a:cubicBezTo>
                    <a:pt x="4330" y="2478"/>
                    <a:pt x="4679" y="2157"/>
                    <a:pt x="5117" y="1487"/>
                  </a:cubicBezTo>
                  <a:cubicBezTo>
                    <a:pt x="4504" y="1035"/>
                    <a:pt x="3951" y="539"/>
                    <a:pt x="3426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1" name="Google Shape;451;p26"/>
            <p:cNvSpPr/>
            <p:nvPr/>
          </p:nvSpPr>
          <p:spPr>
            <a:xfrm>
              <a:off x="1459368" y="2813482"/>
              <a:ext cx="272927" cy="260393"/>
            </a:xfrm>
            <a:custGeom>
              <a:avLst/>
              <a:gdLst/>
              <a:ahLst/>
              <a:cxnLst/>
              <a:rect l="l" t="t" r="r" b="b"/>
              <a:pathLst>
                <a:path w="8862" h="8455" extrusionOk="0">
                  <a:moveTo>
                    <a:pt x="7535" y="1"/>
                  </a:moveTo>
                  <a:cubicBezTo>
                    <a:pt x="6850" y="322"/>
                    <a:pt x="6223" y="730"/>
                    <a:pt x="5640" y="1371"/>
                  </a:cubicBezTo>
                  <a:cubicBezTo>
                    <a:pt x="5480" y="2071"/>
                    <a:pt x="5057" y="2697"/>
                    <a:pt x="4343" y="2974"/>
                  </a:cubicBezTo>
                  <a:cubicBezTo>
                    <a:pt x="4037" y="2202"/>
                    <a:pt x="3862" y="1386"/>
                    <a:pt x="3731" y="657"/>
                  </a:cubicBezTo>
                  <a:cubicBezTo>
                    <a:pt x="3378" y="470"/>
                    <a:pt x="2987" y="418"/>
                    <a:pt x="2579" y="418"/>
                  </a:cubicBezTo>
                  <a:cubicBezTo>
                    <a:pt x="2061" y="418"/>
                    <a:pt x="1516" y="503"/>
                    <a:pt x="992" y="503"/>
                  </a:cubicBezTo>
                  <a:cubicBezTo>
                    <a:pt x="737" y="503"/>
                    <a:pt x="487" y="483"/>
                    <a:pt x="248" y="424"/>
                  </a:cubicBezTo>
                  <a:lnTo>
                    <a:pt x="248" y="424"/>
                  </a:lnTo>
                  <a:cubicBezTo>
                    <a:pt x="29" y="715"/>
                    <a:pt x="0" y="1109"/>
                    <a:pt x="321" y="1590"/>
                  </a:cubicBezTo>
                  <a:cubicBezTo>
                    <a:pt x="1049" y="1823"/>
                    <a:pt x="1836" y="1896"/>
                    <a:pt x="2638" y="1896"/>
                  </a:cubicBezTo>
                  <a:cubicBezTo>
                    <a:pt x="2682" y="2304"/>
                    <a:pt x="2725" y="2726"/>
                    <a:pt x="2725" y="3207"/>
                  </a:cubicBezTo>
                  <a:cubicBezTo>
                    <a:pt x="1968" y="3703"/>
                    <a:pt x="1151" y="4373"/>
                    <a:pt x="321" y="4694"/>
                  </a:cubicBezTo>
                  <a:cubicBezTo>
                    <a:pt x="175" y="5904"/>
                    <a:pt x="437" y="6866"/>
                    <a:pt x="1035" y="7929"/>
                  </a:cubicBezTo>
                  <a:cubicBezTo>
                    <a:pt x="1749" y="8148"/>
                    <a:pt x="2376" y="8308"/>
                    <a:pt x="2988" y="8454"/>
                  </a:cubicBezTo>
                  <a:cubicBezTo>
                    <a:pt x="3950" y="8396"/>
                    <a:pt x="4868" y="7682"/>
                    <a:pt x="5728" y="7011"/>
                  </a:cubicBezTo>
                  <a:cubicBezTo>
                    <a:pt x="6548" y="6361"/>
                    <a:pt x="7491" y="5683"/>
                    <a:pt x="8558" y="5683"/>
                  </a:cubicBezTo>
                  <a:cubicBezTo>
                    <a:pt x="8591" y="5683"/>
                    <a:pt x="8624" y="5684"/>
                    <a:pt x="8657" y="5685"/>
                  </a:cubicBezTo>
                  <a:cubicBezTo>
                    <a:pt x="8745" y="5379"/>
                    <a:pt x="8818" y="5058"/>
                    <a:pt x="8861" y="4811"/>
                  </a:cubicBezTo>
                  <a:cubicBezTo>
                    <a:pt x="8249" y="4679"/>
                    <a:pt x="7637" y="4548"/>
                    <a:pt x="6908" y="4475"/>
                  </a:cubicBezTo>
                  <a:cubicBezTo>
                    <a:pt x="6471" y="5000"/>
                    <a:pt x="5815" y="5335"/>
                    <a:pt x="5218" y="5408"/>
                  </a:cubicBezTo>
                  <a:cubicBezTo>
                    <a:pt x="5597" y="4679"/>
                    <a:pt x="6034" y="3980"/>
                    <a:pt x="6457" y="3368"/>
                  </a:cubicBezTo>
                  <a:cubicBezTo>
                    <a:pt x="6792" y="2347"/>
                    <a:pt x="7389" y="1400"/>
                    <a:pt x="8249" y="598"/>
                  </a:cubicBezTo>
                  <a:cubicBezTo>
                    <a:pt x="8031" y="394"/>
                    <a:pt x="7812" y="190"/>
                    <a:pt x="7535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2" name="Google Shape;452;p26"/>
            <p:cNvSpPr/>
            <p:nvPr/>
          </p:nvSpPr>
          <p:spPr>
            <a:xfrm>
              <a:off x="1325584" y="3991302"/>
              <a:ext cx="675574" cy="917057"/>
            </a:xfrm>
            <a:custGeom>
              <a:avLst/>
              <a:gdLst/>
              <a:ahLst/>
              <a:cxnLst/>
              <a:rect l="l" t="t" r="r" b="b"/>
              <a:pathLst>
                <a:path w="21936" h="29777" extrusionOk="0">
                  <a:moveTo>
                    <a:pt x="10101" y="1"/>
                  </a:moveTo>
                  <a:lnTo>
                    <a:pt x="919" y="12214"/>
                  </a:lnTo>
                  <a:lnTo>
                    <a:pt x="2974" y="12097"/>
                  </a:lnTo>
                  <a:lnTo>
                    <a:pt x="3630" y="14036"/>
                  </a:lnTo>
                  <a:lnTo>
                    <a:pt x="6180" y="13103"/>
                  </a:lnTo>
                  <a:lnTo>
                    <a:pt x="6661" y="18321"/>
                  </a:lnTo>
                  <a:lnTo>
                    <a:pt x="1" y="22781"/>
                  </a:lnTo>
                  <a:lnTo>
                    <a:pt x="934" y="28202"/>
                  </a:lnTo>
                  <a:lnTo>
                    <a:pt x="3484" y="27955"/>
                  </a:lnTo>
                  <a:lnTo>
                    <a:pt x="4738" y="28363"/>
                  </a:lnTo>
                  <a:lnTo>
                    <a:pt x="5262" y="29776"/>
                  </a:lnTo>
                  <a:lnTo>
                    <a:pt x="6763" y="28436"/>
                  </a:lnTo>
                  <a:lnTo>
                    <a:pt x="8542" y="29121"/>
                  </a:lnTo>
                  <a:lnTo>
                    <a:pt x="8542" y="29121"/>
                  </a:lnTo>
                  <a:lnTo>
                    <a:pt x="7725" y="18044"/>
                  </a:lnTo>
                  <a:lnTo>
                    <a:pt x="12666" y="11660"/>
                  </a:lnTo>
                  <a:lnTo>
                    <a:pt x="13963" y="21731"/>
                  </a:lnTo>
                  <a:lnTo>
                    <a:pt x="15100" y="19618"/>
                  </a:lnTo>
                  <a:lnTo>
                    <a:pt x="16106" y="21527"/>
                  </a:lnTo>
                  <a:lnTo>
                    <a:pt x="17243" y="19705"/>
                  </a:lnTo>
                  <a:lnTo>
                    <a:pt x="19181" y="23670"/>
                  </a:lnTo>
                  <a:lnTo>
                    <a:pt x="20157" y="19953"/>
                  </a:lnTo>
                  <a:lnTo>
                    <a:pt x="21527" y="20638"/>
                  </a:lnTo>
                  <a:lnTo>
                    <a:pt x="21936" y="19458"/>
                  </a:lnTo>
                  <a:lnTo>
                    <a:pt x="20187" y="5218"/>
                  </a:lnTo>
                  <a:lnTo>
                    <a:pt x="14794" y="2551"/>
                  </a:lnTo>
                  <a:cubicBezTo>
                    <a:pt x="14794" y="2551"/>
                    <a:pt x="12870" y="2012"/>
                    <a:pt x="10101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3" name="Google Shape;453;p26"/>
            <p:cNvSpPr/>
            <p:nvPr/>
          </p:nvSpPr>
          <p:spPr>
            <a:xfrm>
              <a:off x="1308522" y="4555081"/>
              <a:ext cx="222666" cy="223097"/>
            </a:xfrm>
            <a:custGeom>
              <a:avLst/>
              <a:gdLst/>
              <a:ahLst/>
              <a:cxnLst/>
              <a:rect l="l" t="t" r="r" b="b"/>
              <a:pathLst>
                <a:path w="7230" h="7244" extrusionOk="0">
                  <a:moveTo>
                    <a:pt x="7230" y="0"/>
                  </a:moveTo>
                  <a:lnTo>
                    <a:pt x="365" y="4110"/>
                  </a:lnTo>
                  <a:lnTo>
                    <a:pt x="1" y="6034"/>
                  </a:lnTo>
                  <a:lnTo>
                    <a:pt x="540" y="5801"/>
                  </a:lnTo>
                  <a:lnTo>
                    <a:pt x="1254" y="7244"/>
                  </a:lnTo>
                  <a:lnTo>
                    <a:pt x="2318" y="4373"/>
                  </a:lnTo>
                  <a:lnTo>
                    <a:pt x="3630" y="5553"/>
                  </a:lnTo>
                  <a:lnTo>
                    <a:pt x="4767" y="3134"/>
                  </a:lnTo>
                  <a:lnTo>
                    <a:pt x="6049" y="2624"/>
                  </a:lnTo>
                  <a:lnTo>
                    <a:pt x="5641" y="1837"/>
                  </a:lnTo>
                  <a:lnTo>
                    <a:pt x="7230" y="0"/>
                  </a:lnTo>
                  <a:close/>
                </a:path>
              </a:pathLst>
            </a:custGeom>
            <a:solidFill>
              <a:srgbClr val="000000">
                <a:alpha val="2737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4" name="Google Shape;454;p26"/>
            <p:cNvSpPr/>
            <p:nvPr/>
          </p:nvSpPr>
          <p:spPr>
            <a:xfrm>
              <a:off x="1588163" y="3760135"/>
              <a:ext cx="256358" cy="316383"/>
            </a:xfrm>
            <a:custGeom>
              <a:avLst/>
              <a:gdLst/>
              <a:ahLst/>
              <a:cxnLst/>
              <a:rect l="l" t="t" r="r" b="b"/>
              <a:pathLst>
                <a:path w="8324" h="10273" extrusionOk="0">
                  <a:moveTo>
                    <a:pt x="1386" y="1"/>
                  </a:moveTo>
                  <a:lnTo>
                    <a:pt x="322" y="1035"/>
                  </a:lnTo>
                  <a:lnTo>
                    <a:pt x="1" y="1356"/>
                  </a:lnTo>
                  <a:cubicBezTo>
                    <a:pt x="1" y="1356"/>
                    <a:pt x="394" y="3586"/>
                    <a:pt x="1240" y="4898"/>
                  </a:cubicBezTo>
                  <a:cubicBezTo>
                    <a:pt x="1240" y="4898"/>
                    <a:pt x="1400" y="5481"/>
                    <a:pt x="1488" y="6180"/>
                  </a:cubicBezTo>
                  <a:cubicBezTo>
                    <a:pt x="1560" y="6778"/>
                    <a:pt x="1575" y="7434"/>
                    <a:pt x="1386" y="7856"/>
                  </a:cubicBezTo>
                  <a:cubicBezTo>
                    <a:pt x="1386" y="7856"/>
                    <a:pt x="3720" y="10272"/>
                    <a:pt x="6326" y="10272"/>
                  </a:cubicBezTo>
                  <a:cubicBezTo>
                    <a:pt x="6639" y="10272"/>
                    <a:pt x="6956" y="10237"/>
                    <a:pt x="7274" y="10159"/>
                  </a:cubicBezTo>
                  <a:lnTo>
                    <a:pt x="8323" y="2974"/>
                  </a:lnTo>
                  <a:lnTo>
                    <a:pt x="4781" y="1458"/>
                  </a:lnTo>
                  <a:lnTo>
                    <a:pt x="3499" y="904"/>
                  </a:lnTo>
                  <a:lnTo>
                    <a:pt x="1386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5" name="Google Shape;455;p26"/>
            <p:cNvSpPr/>
            <p:nvPr/>
          </p:nvSpPr>
          <p:spPr>
            <a:xfrm>
              <a:off x="1588163" y="3787976"/>
              <a:ext cx="184970" cy="223097"/>
            </a:xfrm>
            <a:custGeom>
              <a:avLst/>
              <a:gdLst/>
              <a:ahLst/>
              <a:cxnLst/>
              <a:rect l="l" t="t" r="r" b="b"/>
              <a:pathLst>
                <a:path w="6006" h="7244" extrusionOk="0">
                  <a:moveTo>
                    <a:pt x="3499" y="0"/>
                  </a:moveTo>
                  <a:lnTo>
                    <a:pt x="322" y="131"/>
                  </a:lnTo>
                  <a:lnTo>
                    <a:pt x="1" y="438"/>
                  </a:lnTo>
                  <a:cubicBezTo>
                    <a:pt x="1" y="438"/>
                    <a:pt x="409" y="2682"/>
                    <a:pt x="1240" y="3979"/>
                  </a:cubicBezTo>
                  <a:cubicBezTo>
                    <a:pt x="1240" y="3979"/>
                    <a:pt x="1400" y="4577"/>
                    <a:pt x="1488" y="5276"/>
                  </a:cubicBezTo>
                  <a:lnTo>
                    <a:pt x="1896" y="5509"/>
                  </a:lnTo>
                  <a:lnTo>
                    <a:pt x="3018" y="4577"/>
                  </a:lnTo>
                  <a:lnTo>
                    <a:pt x="4155" y="6369"/>
                  </a:lnTo>
                  <a:lnTo>
                    <a:pt x="4942" y="5641"/>
                  </a:lnTo>
                  <a:lnTo>
                    <a:pt x="5568" y="7244"/>
                  </a:lnTo>
                  <a:lnTo>
                    <a:pt x="6006" y="3352"/>
                  </a:lnTo>
                  <a:lnTo>
                    <a:pt x="4796" y="554"/>
                  </a:lnTo>
                  <a:lnTo>
                    <a:pt x="3499" y="0"/>
                  </a:lnTo>
                  <a:close/>
                </a:path>
              </a:pathLst>
            </a:custGeom>
            <a:solidFill>
              <a:srgbClr val="000000">
                <a:alpha val="369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6" name="Google Shape;456;p26"/>
            <p:cNvSpPr/>
            <p:nvPr/>
          </p:nvSpPr>
          <p:spPr>
            <a:xfrm>
              <a:off x="1418500" y="3273566"/>
              <a:ext cx="677360" cy="988877"/>
            </a:xfrm>
            <a:custGeom>
              <a:avLst/>
              <a:gdLst/>
              <a:ahLst/>
              <a:cxnLst/>
              <a:rect l="l" t="t" r="r" b="b"/>
              <a:pathLst>
                <a:path w="21994" h="32109" extrusionOk="0">
                  <a:moveTo>
                    <a:pt x="2070" y="1"/>
                  </a:moveTo>
                  <a:lnTo>
                    <a:pt x="1881" y="1575"/>
                  </a:lnTo>
                  <a:lnTo>
                    <a:pt x="161" y="2887"/>
                  </a:lnTo>
                  <a:lnTo>
                    <a:pt x="1283" y="4650"/>
                  </a:lnTo>
                  <a:lnTo>
                    <a:pt x="423" y="5991"/>
                  </a:lnTo>
                  <a:lnTo>
                    <a:pt x="569" y="8323"/>
                  </a:lnTo>
                  <a:lnTo>
                    <a:pt x="1" y="10946"/>
                  </a:lnTo>
                  <a:lnTo>
                    <a:pt x="3149" y="13031"/>
                  </a:lnTo>
                  <a:lnTo>
                    <a:pt x="3878" y="19618"/>
                  </a:lnTo>
                  <a:lnTo>
                    <a:pt x="5962" y="19006"/>
                  </a:lnTo>
                  <a:lnTo>
                    <a:pt x="7463" y="19720"/>
                  </a:lnTo>
                  <a:lnTo>
                    <a:pt x="9008" y="19341"/>
                  </a:lnTo>
                  <a:lnTo>
                    <a:pt x="9416" y="22271"/>
                  </a:lnTo>
                  <a:lnTo>
                    <a:pt x="10582" y="21557"/>
                  </a:lnTo>
                  <a:lnTo>
                    <a:pt x="10917" y="25536"/>
                  </a:lnTo>
                  <a:lnTo>
                    <a:pt x="10844" y="28625"/>
                  </a:lnTo>
                  <a:lnTo>
                    <a:pt x="12054" y="28246"/>
                  </a:lnTo>
                  <a:lnTo>
                    <a:pt x="13876" y="30433"/>
                  </a:lnTo>
                  <a:lnTo>
                    <a:pt x="15202" y="30258"/>
                  </a:lnTo>
                  <a:lnTo>
                    <a:pt x="17301" y="32109"/>
                  </a:lnTo>
                  <a:cubicBezTo>
                    <a:pt x="17301" y="32109"/>
                    <a:pt x="21994" y="24734"/>
                    <a:pt x="21455" y="16193"/>
                  </a:cubicBezTo>
                  <a:lnTo>
                    <a:pt x="19953" y="14925"/>
                  </a:lnTo>
                  <a:lnTo>
                    <a:pt x="17126" y="15231"/>
                  </a:lnTo>
                  <a:lnTo>
                    <a:pt x="16674" y="16077"/>
                  </a:lnTo>
                  <a:lnTo>
                    <a:pt x="14823" y="16018"/>
                  </a:lnTo>
                  <a:lnTo>
                    <a:pt x="13380" y="15800"/>
                  </a:lnTo>
                  <a:cubicBezTo>
                    <a:pt x="7375" y="14677"/>
                    <a:pt x="5699" y="8556"/>
                    <a:pt x="8104" y="3295"/>
                  </a:cubicBezTo>
                  <a:lnTo>
                    <a:pt x="2070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7" name="Google Shape;457;p26"/>
            <p:cNvSpPr/>
            <p:nvPr/>
          </p:nvSpPr>
          <p:spPr>
            <a:xfrm>
              <a:off x="1505595" y="3438302"/>
              <a:ext cx="97412" cy="231197"/>
            </a:xfrm>
            <a:custGeom>
              <a:avLst/>
              <a:gdLst/>
              <a:ahLst/>
              <a:cxnLst/>
              <a:rect l="l" t="t" r="r" b="b"/>
              <a:pathLst>
                <a:path w="3163" h="7507" extrusionOk="0">
                  <a:moveTo>
                    <a:pt x="3163" y="1"/>
                  </a:moveTo>
                  <a:lnTo>
                    <a:pt x="3163" y="1"/>
                  </a:lnTo>
                  <a:cubicBezTo>
                    <a:pt x="1122" y="1852"/>
                    <a:pt x="0" y="4694"/>
                    <a:pt x="452" y="7507"/>
                  </a:cubicBezTo>
                  <a:cubicBezTo>
                    <a:pt x="773" y="4854"/>
                    <a:pt x="1720" y="2260"/>
                    <a:pt x="3163" y="1"/>
                  </a:cubicBezTo>
                  <a:close/>
                </a:path>
              </a:pathLst>
            </a:custGeom>
            <a:solidFill>
              <a:srgbClr val="000000">
                <a:alpha val="2737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8" name="Google Shape;458;p26"/>
            <p:cNvSpPr/>
            <p:nvPr/>
          </p:nvSpPr>
          <p:spPr>
            <a:xfrm>
              <a:off x="1492568" y="3405533"/>
              <a:ext cx="47613" cy="219093"/>
            </a:xfrm>
            <a:custGeom>
              <a:avLst/>
              <a:gdLst/>
              <a:ahLst/>
              <a:cxnLst/>
              <a:rect l="l" t="t" r="r" b="b"/>
              <a:pathLst>
                <a:path w="1546" h="7114" extrusionOk="0">
                  <a:moveTo>
                    <a:pt x="1545" y="1"/>
                  </a:moveTo>
                  <a:cubicBezTo>
                    <a:pt x="307" y="2070"/>
                    <a:pt x="1" y="4898"/>
                    <a:pt x="846" y="7113"/>
                  </a:cubicBezTo>
                  <a:cubicBezTo>
                    <a:pt x="729" y="4708"/>
                    <a:pt x="977" y="2289"/>
                    <a:pt x="1545" y="1"/>
                  </a:cubicBezTo>
                  <a:close/>
                </a:path>
              </a:pathLst>
            </a:custGeom>
            <a:solidFill>
              <a:srgbClr val="000000">
                <a:alpha val="2737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9" name="Google Shape;459;p26"/>
            <p:cNvSpPr/>
            <p:nvPr/>
          </p:nvSpPr>
          <p:spPr>
            <a:xfrm>
              <a:off x="1617359" y="3461646"/>
              <a:ext cx="461439" cy="351030"/>
            </a:xfrm>
            <a:custGeom>
              <a:avLst/>
              <a:gdLst/>
              <a:ahLst/>
              <a:cxnLst/>
              <a:rect l="l" t="t" r="r" b="b"/>
              <a:pathLst>
                <a:path w="14983" h="11398" extrusionOk="0">
                  <a:moveTo>
                    <a:pt x="875" y="1"/>
                  </a:moveTo>
                  <a:lnTo>
                    <a:pt x="875" y="1"/>
                  </a:lnTo>
                  <a:cubicBezTo>
                    <a:pt x="0" y="2289"/>
                    <a:pt x="292" y="4227"/>
                    <a:pt x="1123" y="5830"/>
                  </a:cubicBezTo>
                  <a:cubicBezTo>
                    <a:pt x="3090" y="9562"/>
                    <a:pt x="8060" y="11398"/>
                    <a:pt x="8060" y="11398"/>
                  </a:cubicBezTo>
                  <a:lnTo>
                    <a:pt x="14939" y="10582"/>
                  </a:lnTo>
                  <a:cubicBezTo>
                    <a:pt x="14939" y="10582"/>
                    <a:pt x="14983" y="9664"/>
                    <a:pt x="14589" y="8614"/>
                  </a:cubicBezTo>
                  <a:cubicBezTo>
                    <a:pt x="14429" y="8148"/>
                    <a:pt x="13613" y="7230"/>
                    <a:pt x="12768" y="6355"/>
                  </a:cubicBezTo>
                  <a:cubicBezTo>
                    <a:pt x="11718" y="5262"/>
                    <a:pt x="10611" y="4242"/>
                    <a:pt x="10611" y="4242"/>
                  </a:cubicBezTo>
                  <a:lnTo>
                    <a:pt x="875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0" name="Google Shape;460;p26"/>
            <p:cNvSpPr/>
            <p:nvPr/>
          </p:nvSpPr>
          <p:spPr>
            <a:xfrm>
              <a:off x="1617359" y="3461646"/>
              <a:ext cx="393222" cy="257806"/>
            </a:xfrm>
            <a:custGeom>
              <a:avLst/>
              <a:gdLst/>
              <a:ahLst/>
              <a:cxnLst/>
              <a:rect l="l" t="t" r="r" b="b"/>
              <a:pathLst>
                <a:path w="12768" h="8371" extrusionOk="0">
                  <a:moveTo>
                    <a:pt x="875" y="1"/>
                  </a:moveTo>
                  <a:lnTo>
                    <a:pt x="875" y="1"/>
                  </a:lnTo>
                  <a:cubicBezTo>
                    <a:pt x="0" y="2289"/>
                    <a:pt x="292" y="4227"/>
                    <a:pt x="1137" y="5830"/>
                  </a:cubicBezTo>
                  <a:cubicBezTo>
                    <a:pt x="2026" y="6821"/>
                    <a:pt x="3163" y="7579"/>
                    <a:pt x="4416" y="7987"/>
                  </a:cubicBezTo>
                  <a:cubicBezTo>
                    <a:pt x="5226" y="8248"/>
                    <a:pt x="6066" y="8370"/>
                    <a:pt x="6909" y="8370"/>
                  </a:cubicBezTo>
                  <a:cubicBezTo>
                    <a:pt x="8991" y="8370"/>
                    <a:pt x="11086" y="7621"/>
                    <a:pt x="12768" y="6355"/>
                  </a:cubicBezTo>
                  <a:cubicBezTo>
                    <a:pt x="11718" y="5262"/>
                    <a:pt x="10611" y="4242"/>
                    <a:pt x="10611" y="4242"/>
                  </a:cubicBezTo>
                  <a:lnTo>
                    <a:pt x="875" y="1"/>
                  </a:lnTo>
                  <a:close/>
                </a:path>
              </a:pathLst>
            </a:custGeom>
            <a:solidFill>
              <a:srgbClr val="000000">
                <a:alpha val="2737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1" name="Google Shape;461;p26"/>
            <p:cNvSpPr/>
            <p:nvPr/>
          </p:nvSpPr>
          <p:spPr>
            <a:xfrm>
              <a:off x="1966110" y="3264604"/>
              <a:ext cx="99230" cy="208283"/>
            </a:xfrm>
            <a:custGeom>
              <a:avLst/>
              <a:gdLst/>
              <a:ahLst/>
              <a:cxnLst/>
              <a:rect l="l" t="t" r="r" b="b"/>
              <a:pathLst>
                <a:path w="3222" h="6763" extrusionOk="0">
                  <a:moveTo>
                    <a:pt x="657" y="0"/>
                  </a:moveTo>
                  <a:cubicBezTo>
                    <a:pt x="380" y="277"/>
                    <a:pt x="161" y="627"/>
                    <a:pt x="1" y="1006"/>
                  </a:cubicBezTo>
                  <a:cubicBezTo>
                    <a:pt x="321" y="1225"/>
                    <a:pt x="627" y="1531"/>
                    <a:pt x="875" y="1910"/>
                  </a:cubicBezTo>
                  <a:cubicBezTo>
                    <a:pt x="744" y="2245"/>
                    <a:pt x="598" y="2580"/>
                    <a:pt x="482" y="2974"/>
                  </a:cubicBezTo>
                  <a:cubicBezTo>
                    <a:pt x="744" y="2988"/>
                    <a:pt x="1006" y="3061"/>
                    <a:pt x="1181" y="3207"/>
                  </a:cubicBezTo>
                  <a:cubicBezTo>
                    <a:pt x="1021" y="3790"/>
                    <a:pt x="846" y="4387"/>
                    <a:pt x="686" y="4970"/>
                  </a:cubicBezTo>
                  <a:cubicBezTo>
                    <a:pt x="1210" y="5145"/>
                    <a:pt x="1735" y="5335"/>
                    <a:pt x="2202" y="5553"/>
                  </a:cubicBezTo>
                  <a:cubicBezTo>
                    <a:pt x="2289" y="5961"/>
                    <a:pt x="2391" y="6355"/>
                    <a:pt x="2478" y="6763"/>
                  </a:cubicBezTo>
                  <a:cubicBezTo>
                    <a:pt x="2565" y="6751"/>
                    <a:pt x="2654" y="6746"/>
                    <a:pt x="2743" y="6746"/>
                  </a:cubicBezTo>
                  <a:cubicBezTo>
                    <a:pt x="2865" y="6746"/>
                    <a:pt x="2987" y="6755"/>
                    <a:pt x="3105" y="6763"/>
                  </a:cubicBezTo>
                  <a:cubicBezTo>
                    <a:pt x="3222" y="5364"/>
                    <a:pt x="2945" y="3877"/>
                    <a:pt x="2376" y="2595"/>
                  </a:cubicBezTo>
                  <a:cubicBezTo>
                    <a:pt x="1939" y="1604"/>
                    <a:pt x="1342" y="744"/>
                    <a:pt x="657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2" name="Google Shape;462;p26"/>
            <p:cNvSpPr/>
            <p:nvPr/>
          </p:nvSpPr>
          <p:spPr>
            <a:xfrm>
              <a:off x="1613756" y="3329864"/>
              <a:ext cx="60178" cy="165475"/>
            </a:xfrm>
            <a:custGeom>
              <a:avLst/>
              <a:gdLst/>
              <a:ahLst/>
              <a:cxnLst/>
              <a:rect l="l" t="t" r="r" b="b"/>
              <a:pathLst>
                <a:path w="1954" h="5373" extrusionOk="0">
                  <a:moveTo>
                    <a:pt x="1589" y="1"/>
                  </a:moveTo>
                  <a:cubicBezTo>
                    <a:pt x="883" y="1"/>
                    <a:pt x="387" y="515"/>
                    <a:pt x="205" y="1088"/>
                  </a:cubicBezTo>
                  <a:cubicBezTo>
                    <a:pt x="1" y="1729"/>
                    <a:pt x="88" y="2429"/>
                    <a:pt x="190" y="3099"/>
                  </a:cubicBezTo>
                  <a:cubicBezTo>
                    <a:pt x="263" y="3595"/>
                    <a:pt x="350" y="4105"/>
                    <a:pt x="598" y="4557"/>
                  </a:cubicBezTo>
                  <a:cubicBezTo>
                    <a:pt x="846" y="4994"/>
                    <a:pt x="1283" y="5358"/>
                    <a:pt x="1779" y="5373"/>
                  </a:cubicBezTo>
                  <a:cubicBezTo>
                    <a:pt x="1925" y="3463"/>
                    <a:pt x="1954" y="1744"/>
                    <a:pt x="1852" y="24"/>
                  </a:cubicBezTo>
                  <a:cubicBezTo>
                    <a:pt x="1761" y="8"/>
                    <a:pt x="1673" y="1"/>
                    <a:pt x="1589" y="1"/>
                  </a:cubicBezTo>
                  <a:close/>
                </a:path>
              </a:pathLst>
            </a:custGeom>
            <a:solidFill>
              <a:srgbClr val="60A6A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3" name="Google Shape;463;p26"/>
            <p:cNvSpPr/>
            <p:nvPr/>
          </p:nvSpPr>
          <p:spPr>
            <a:xfrm>
              <a:off x="1641597" y="3201808"/>
              <a:ext cx="427777" cy="487186"/>
            </a:xfrm>
            <a:custGeom>
              <a:avLst/>
              <a:gdLst/>
              <a:ahLst/>
              <a:cxnLst/>
              <a:rect l="l" t="t" r="r" b="b"/>
              <a:pathLst>
                <a:path w="13890" h="15819" extrusionOk="0">
                  <a:moveTo>
                    <a:pt x="6054" y="0"/>
                  </a:moveTo>
                  <a:cubicBezTo>
                    <a:pt x="5911" y="0"/>
                    <a:pt x="5769" y="5"/>
                    <a:pt x="5626" y="14"/>
                  </a:cubicBezTo>
                  <a:cubicBezTo>
                    <a:pt x="3994" y="116"/>
                    <a:pt x="2391" y="859"/>
                    <a:pt x="1399" y="2156"/>
                  </a:cubicBezTo>
                  <a:cubicBezTo>
                    <a:pt x="394" y="3453"/>
                    <a:pt x="88" y="5289"/>
                    <a:pt x="773" y="6936"/>
                  </a:cubicBezTo>
                  <a:cubicBezTo>
                    <a:pt x="219" y="11236"/>
                    <a:pt x="0" y="12606"/>
                    <a:pt x="467" y="13743"/>
                  </a:cubicBezTo>
                  <a:cubicBezTo>
                    <a:pt x="872" y="14756"/>
                    <a:pt x="3116" y="15818"/>
                    <a:pt x="5020" y="15818"/>
                  </a:cubicBezTo>
                  <a:cubicBezTo>
                    <a:pt x="5171" y="15818"/>
                    <a:pt x="5320" y="15812"/>
                    <a:pt x="5466" y="15798"/>
                  </a:cubicBezTo>
                  <a:cubicBezTo>
                    <a:pt x="6836" y="15667"/>
                    <a:pt x="9284" y="13043"/>
                    <a:pt x="9692" y="12067"/>
                  </a:cubicBezTo>
                  <a:cubicBezTo>
                    <a:pt x="11339" y="11965"/>
                    <a:pt x="12826" y="10886"/>
                    <a:pt x="13511" y="9458"/>
                  </a:cubicBezTo>
                  <a:cubicBezTo>
                    <a:pt x="13686" y="9108"/>
                    <a:pt x="13802" y="8758"/>
                    <a:pt x="13890" y="8394"/>
                  </a:cubicBezTo>
                  <a:cubicBezTo>
                    <a:pt x="13671" y="8350"/>
                    <a:pt x="13438" y="8336"/>
                    <a:pt x="13219" y="8321"/>
                  </a:cubicBezTo>
                  <a:cubicBezTo>
                    <a:pt x="13161" y="7986"/>
                    <a:pt x="13117" y="7636"/>
                    <a:pt x="13059" y="7286"/>
                  </a:cubicBezTo>
                  <a:cubicBezTo>
                    <a:pt x="12578" y="7068"/>
                    <a:pt x="12039" y="6849"/>
                    <a:pt x="11500" y="6660"/>
                  </a:cubicBezTo>
                  <a:cubicBezTo>
                    <a:pt x="11747" y="6179"/>
                    <a:pt x="11981" y="5698"/>
                    <a:pt x="12228" y="5217"/>
                  </a:cubicBezTo>
                  <a:cubicBezTo>
                    <a:pt x="12054" y="5071"/>
                    <a:pt x="11791" y="4998"/>
                    <a:pt x="11514" y="4954"/>
                  </a:cubicBezTo>
                  <a:cubicBezTo>
                    <a:pt x="11675" y="4634"/>
                    <a:pt x="11864" y="4357"/>
                    <a:pt x="12039" y="4094"/>
                  </a:cubicBezTo>
                  <a:cubicBezTo>
                    <a:pt x="11806" y="3745"/>
                    <a:pt x="11529" y="3468"/>
                    <a:pt x="11208" y="3249"/>
                  </a:cubicBezTo>
                  <a:cubicBezTo>
                    <a:pt x="11412" y="2943"/>
                    <a:pt x="11689" y="2666"/>
                    <a:pt x="12010" y="2462"/>
                  </a:cubicBezTo>
                  <a:cubicBezTo>
                    <a:pt x="11558" y="1981"/>
                    <a:pt x="11033" y="1558"/>
                    <a:pt x="10494" y="1194"/>
                  </a:cubicBezTo>
                  <a:cubicBezTo>
                    <a:pt x="9031" y="476"/>
                    <a:pt x="7543" y="0"/>
                    <a:pt x="6054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4" name="Google Shape;464;p26"/>
            <p:cNvSpPr/>
            <p:nvPr/>
          </p:nvSpPr>
          <p:spPr>
            <a:xfrm>
              <a:off x="1649235" y="3107506"/>
              <a:ext cx="378871" cy="198644"/>
            </a:xfrm>
            <a:custGeom>
              <a:avLst/>
              <a:gdLst/>
              <a:ahLst/>
              <a:cxnLst/>
              <a:rect l="l" t="t" r="r" b="b"/>
              <a:pathLst>
                <a:path w="12302" h="6450" extrusionOk="0">
                  <a:moveTo>
                    <a:pt x="8949" y="0"/>
                  </a:moveTo>
                  <a:lnTo>
                    <a:pt x="8949" y="0"/>
                  </a:lnTo>
                  <a:cubicBezTo>
                    <a:pt x="9270" y="875"/>
                    <a:pt x="9474" y="1793"/>
                    <a:pt x="9546" y="2726"/>
                  </a:cubicBezTo>
                  <a:cubicBezTo>
                    <a:pt x="8716" y="1356"/>
                    <a:pt x="7258" y="379"/>
                    <a:pt x="5670" y="161"/>
                  </a:cubicBezTo>
                  <a:lnTo>
                    <a:pt x="5670" y="161"/>
                  </a:lnTo>
                  <a:cubicBezTo>
                    <a:pt x="5976" y="948"/>
                    <a:pt x="6296" y="1735"/>
                    <a:pt x="6617" y="2536"/>
                  </a:cubicBezTo>
                  <a:cubicBezTo>
                    <a:pt x="5772" y="1953"/>
                    <a:pt x="4795" y="1560"/>
                    <a:pt x="3789" y="1399"/>
                  </a:cubicBezTo>
                  <a:lnTo>
                    <a:pt x="3789" y="1399"/>
                  </a:lnTo>
                  <a:cubicBezTo>
                    <a:pt x="4227" y="1808"/>
                    <a:pt x="4649" y="2230"/>
                    <a:pt x="5087" y="2653"/>
                  </a:cubicBezTo>
                  <a:cubicBezTo>
                    <a:pt x="4534" y="2439"/>
                    <a:pt x="3945" y="2335"/>
                    <a:pt x="3354" y="2335"/>
                  </a:cubicBezTo>
                  <a:cubicBezTo>
                    <a:pt x="2136" y="2335"/>
                    <a:pt x="913" y="2776"/>
                    <a:pt x="0" y="3600"/>
                  </a:cubicBezTo>
                  <a:cubicBezTo>
                    <a:pt x="1020" y="3673"/>
                    <a:pt x="2463" y="3790"/>
                    <a:pt x="3483" y="3863"/>
                  </a:cubicBezTo>
                  <a:cubicBezTo>
                    <a:pt x="2711" y="4139"/>
                    <a:pt x="2332" y="4722"/>
                    <a:pt x="2041" y="5553"/>
                  </a:cubicBezTo>
                  <a:cubicBezTo>
                    <a:pt x="3056" y="4815"/>
                    <a:pt x="4052" y="4459"/>
                    <a:pt x="5111" y="4459"/>
                  </a:cubicBezTo>
                  <a:cubicBezTo>
                    <a:pt x="5329" y="4459"/>
                    <a:pt x="5548" y="4474"/>
                    <a:pt x="5772" y="4504"/>
                  </a:cubicBezTo>
                  <a:cubicBezTo>
                    <a:pt x="5232" y="4577"/>
                    <a:pt x="4679" y="4883"/>
                    <a:pt x="4314" y="5335"/>
                  </a:cubicBezTo>
                  <a:cubicBezTo>
                    <a:pt x="5757" y="5320"/>
                    <a:pt x="7200" y="5291"/>
                    <a:pt x="8643" y="5262"/>
                  </a:cubicBezTo>
                  <a:lnTo>
                    <a:pt x="8643" y="5262"/>
                  </a:lnTo>
                  <a:lnTo>
                    <a:pt x="7112" y="6282"/>
                  </a:lnTo>
                  <a:cubicBezTo>
                    <a:pt x="7672" y="6352"/>
                    <a:pt x="8330" y="6450"/>
                    <a:pt x="8976" y="6450"/>
                  </a:cubicBezTo>
                  <a:cubicBezTo>
                    <a:pt x="9946" y="6450"/>
                    <a:pt x="10890" y="6229"/>
                    <a:pt x="11441" y="5364"/>
                  </a:cubicBezTo>
                  <a:cubicBezTo>
                    <a:pt x="12243" y="4125"/>
                    <a:pt x="12301" y="2449"/>
                    <a:pt x="11601" y="1152"/>
                  </a:cubicBezTo>
                  <a:lnTo>
                    <a:pt x="11601" y="1152"/>
                  </a:lnTo>
                  <a:cubicBezTo>
                    <a:pt x="11733" y="2012"/>
                    <a:pt x="11616" y="2901"/>
                    <a:pt x="11281" y="3702"/>
                  </a:cubicBezTo>
                  <a:cubicBezTo>
                    <a:pt x="11295" y="2172"/>
                    <a:pt x="10348" y="656"/>
                    <a:pt x="8949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5" name="Google Shape;465;p26"/>
            <p:cNvSpPr/>
            <p:nvPr/>
          </p:nvSpPr>
          <p:spPr>
            <a:xfrm>
              <a:off x="1717451" y="3607411"/>
              <a:ext cx="63782" cy="33816"/>
            </a:xfrm>
            <a:custGeom>
              <a:avLst/>
              <a:gdLst/>
              <a:ahLst/>
              <a:cxnLst/>
              <a:rect l="l" t="t" r="r" b="b"/>
              <a:pathLst>
                <a:path w="2071" h="1098" extrusionOk="0">
                  <a:moveTo>
                    <a:pt x="263" y="1"/>
                  </a:moveTo>
                  <a:cubicBezTo>
                    <a:pt x="176" y="1"/>
                    <a:pt x="88" y="7"/>
                    <a:pt x="0" y="19"/>
                  </a:cubicBezTo>
                  <a:cubicBezTo>
                    <a:pt x="190" y="412"/>
                    <a:pt x="627" y="558"/>
                    <a:pt x="1021" y="631"/>
                  </a:cubicBezTo>
                  <a:cubicBezTo>
                    <a:pt x="1400" y="704"/>
                    <a:pt x="1837" y="777"/>
                    <a:pt x="2070" y="1097"/>
                  </a:cubicBezTo>
                  <a:cubicBezTo>
                    <a:pt x="1731" y="432"/>
                    <a:pt x="1007" y="1"/>
                    <a:pt x="263" y="1"/>
                  </a:cubicBezTo>
                  <a:close/>
                </a:path>
              </a:pathLst>
            </a:custGeom>
            <a:solidFill>
              <a:srgbClr val="000000">
                <a:alpha val="2737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6" name="Google Shape;466;p26"/>
            <p:cNvSpPr/>
            <p:nvPr/>
          </p:nvSpPr>
          <p:spPr>
            <a:xfrm>
              <a:off x="1770854" y="3301653"/>
              <a:ext cx="212349" cy="103480"/>
            </a:xfrm>
            <a:custGeom>
              <a:avLst/>
              <a:gdLst/>
              <a:ahLst/>
              <a:cxnLst/>
              <a:rect l="l" t="t" r="r" b="b"/>
              <a:pathLst>
                <a:path w="6895" h="3360" extrusionOk="0">
                  <a:moveTo>
                    <a:pt x="978" y="0"/>
                  </a:moveTo>
                  <a:cubicBezTo>
                    <a:pt x="632" y="0"/>
                    <a:pt x="298" y="56"/>
                    <a:pt x="1" y="167"/>
                  </a:cubicBezTo>
                  <a:cubicBezTo>
                    <a:pt x="172" y="140"/>
                    <a:pt x="345" y="126"/>
                    <a:pt x="518" y="126"/>
                  </a:cubicBezTo>
                  <a:cubicBezTo>
                    <a:pt x="1261" y="126"/>
                    <a:pt x="2007" y="374"/>
                    <a:pt x="2610" y="823"/>
                  </a:cubicBezTo>
                  <a:cubicBezTo>
                    <a:pt x="2901" y="1056"/>
                    <a:pt x="3163" y="1319"/>
                    <a:pt x="3499" y="1494"/>
                  </a:cubicBezTo>
                  <a:cubicBezTo>
                    <a:pt x="3965" y="1727"/>
                    <a:pt x="4519" y="1712"/>
                    <a:pt x="5029" y="1843"/>
                  </a:cubicBezTo>
                  <a:cubicBezTo>
                    <a:pt x="5831" y="2047"/>
                    <a:pt x="6545" y="2616"/>
                    <a:pt x="6895" y="3359"/>
                  </a:cubicBezTo>
                  <a:cubicBezTo>
                    <a:pt x="6763" y="2601"/>
                    <a:pt x="6180" y="1931"/>
                    <a:pt x="5437" y="1683"/>
                  </a:cubicBezTo>
                  <a:cubicBezTo>
                    <a:pt x="4985" y="1523"/>
                    <a:pt x="4490" y="1523"/>
                    <a:pt x="4038" y="1333"/>
                  </a:cubicBezTo>
                  <a:cubicBezTo>
                    <a:pt x="3572" y="1144"/>
                    <a:pt x="3193" y="780"/>
                    <a:pt x="2755" y="503"/>
                  </a:cubicBezTo>
                  <a:cubicBezTo>
                    <a:pt x="2218" y="169"/>
                    <a:pt x="1581" y="0"/>
                    <a:pt x="978" y="0"/>
                  </a:cubicBezTo>
                  <a:close/>
                </a:path>
              </a:pathLst>
            </a:custGeom>
            <a:solidFill>
              <a:srgbClr val="000000">
                <a:alpha val="2737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7" name="Google Shape;467;p26"/>
            <p:cNvSpPr/>
            <p:nvPr/>
          </p:nvSpPr>
          <p:spPr>
            <a:xfrm>
              <a:off x="1772209" y="3466143"/>
              <a:ext cx="53896" cy="52602"/>
            </a:xfrm>
            <a:custGeom>
              <a:avLst/>
              <a:gdLst/>
              <a:ahLst/>
              <a:cxnLst/>
              <a:rect l="l" t="t" r="r" b="b"/>
              <a:pathLst>
                <a:path w="1750" h="1708" extrusionOk="0">
                  <a:moveTo>
                    <a:pt x="1516" y="0"/>
                  </a:moveTo>
                  <a:cubicBezTo>
                    <a:pt x="1123" y="146"/>
                    <a:pt x="744" y="321"/>
                    <a:pt x="394" y="540"/>
                  </a:cubicBezTo>
                  <a:cubicBezTo>
                    <a:pt x="205" y="656"/>
                    <a:pt x="1" y="831"/>
                    <a:pt x="44" y="1050"/>
                  </a:cubicBezTo>
                  <a:cubicBezTo>
                    <a:pt x="88" y="1210"/>
                    <a:pt x="277" y="1297"/>
                    <a:pt x="438" y="1297"/>
                  </a:cubicBezTo>
                  <a:cubicBezTo>
                    <a:pt x="613" y="1283"/>
                    <a:pt x="773" y="1195"/>
                    <a:pt x="919" y="1123"/>
                  </a:cubicBezTo>
                  <a:lnTo>
                    <a:pt x="919" y="1123"/>
                  </a:lnTo>
                  <a:cubicBezTo>
                    <a:pt x="846" y="1254"/>
                    <a:pt x="860" y="1443"/>
                    <a:pt x="962" y="1560"/>
                  </a:cubicBezTo>
                  <a:cubicBezTo>
                    <a:pt x="1039" y="1658"/>
                    <a:pt x="1156" y="1707"/>
                    <a:pt x="1272" y="1707"/>
                  </a:cubicBezTo>
                  <a:cubicBezTo>
                    <a:pt x="1310" y="1707"/>
                    <a:pt x="1349" y="1702"/>
                    <a:pt x="1385" y="1691"/>
                  </a:cubicBezTo>
                  <a:cubicBezTo>
                    <a:pt x="1589" y="1633"/>
                    <a:pt x="1720" y="1414"/>
                    <a:pt x="1735" y="1195"/>
                  </a:cubicBezTo>
                  <a:cubicBezTo>
                    <a:pt x="1749" y="991"/>
                    <a:pt x="1691" y="773"/>
                    <a:pt x="1647" y="569"/>
                  </a:cubicBezTo>
                  <a:cubicBezTo>
                    <a:pt x="1589" y="365"/>
                    <a:pt x="1545" y="146"/>
                    <a:pt x="1516" y="0"/>
                  </a:cubicBezTo>
                  <a:close/>
                </a:path>
              </a:pathLst>
            </a:custGeom>
            <a:solidFill>
              <a:srgbClr val="000000">
                <a:alpha val="2737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8" name="Google Shape;468;p26"/>
            <p:cNvSpPr/>
            <p:nvPr/>
          </p:nvSpPr>
          <p:spPr>
            <a:xfrm>
              <a:off x="1669407" y="3514926"/>
              <a:ext cx="173759" cy="148752"/>
            </a:xfrm>
            <a:custGeom>
              <a:avLst/>
              <a:gdLst/>
              <a:ahLst/>
              <a:cxnLst/>
              <a:rect l="l" t="t" r="r" b="b"/>
              <a:pathLst>
                <a:path w="5642" h="4830" extrusionOk="0">
                  <a:moveTo>
                    <a:pt x="1857" y="1"/>
                  </a:moveTo>
                  <a:cubicBezTo>
                    <a:pt x="1627" y="1"/>
                    <a:pt x="1415" y="45"/>
                    <a:pt x="1225" y="151"/>
                  </a:cubicBezTo>
                  <a:cubicBezTo>
                    <a:pt x="1181" y="165"/>
                    <a:pt x="1138" y="194"/>
                    <a:pt x="1094" y="238"/>
                  </a:cubicBezTo>
                  <a:cubicBezTo>
                    <a:pt x="1" y="1054"/>
                    <a:pt x="249" y="2570"/>
                    <a:pt x="249" y="2570"/>
                  </a:cubicBezTo>
                  <a:cubicBezTo>
                    <a:pt x="249" y="2570"/>
                    <a:pt x="654" y="2099"/>
                    <a:pt x="1577" y="2099"/>
                  </a:cubicBezTo>
                  <a:cubicBezTo>
                    <a:pt x="1628" y="2099"/>
                    <a:pt x="1681" y="2101"/>
                    <a:pt x="1735" y="2104"/>
                  </a:cubicBezTo>
                  <a:cubicBezTo>
                    <a:pt x="2012" y="2118"/>
                    <a:pt x="2318" y="2177"/>
                    <a:pt x="2683" y="2293"/>
                  </a:cubicBezTo>
                  <a:cubicBezTo>
                    <a:pt x="2697" y="2308"/>
                    <a:pt x="2726" y="2308"/>
                    <a:pt x="2756" y="2322"/>
                  </a:cubicBezTo>
                  <a:cubicBezTo>
                    <a:pt x="3164" y="2454"/>
                    <a:pt x="3513" y="2658"/>
                    <a:pt x="3819" y="2891"/>
                  </a:cubicBezTo>
                  <a:cubicBezTo>
                    <a:pt x="4082" y="3095"/>
                    <a:pt x="4300" y="3328"/>
                    <a:pt x="4490" y="3547"/>
                  </a:cubicBezTo>
                  <a:cubicBezTo>
                    <a:pt x="5044" y="4188"/>
                    <a:pt x="5292" y="4829"/>
                    <a:pt x="5292" y="4829"/>
                  </a:cubicBezTo>
                  <a:cubicBezTo>
                    <a:pt x="5292" y="4829"/>
                    <a:pt x="5641" y="4057"/>
                    <a:pt x="5219" y="2526"/>
                  </a:cubicBezTo>
                  <a:cubicBezTo>
                    <a:pt x="5204" y="2483"/>
                    <a:pt x="5190" y="2439"/>
                    <a:pt x="5175" y="2410"/>
                  </a:cubicBezTo>
                  <a:cubicBezTo>
                    <a:pt x="5117" y="2191"/>
                    <a:pt x="4985" y="1943"/>
                    <a:pt x="4811" y="1710"/>
                  </a:cubicBezTo>
                  <a:cubicBezTo>
                    <a:pt x="4679" y="1564"/>
                    <a:pt x="4548" y="1404"/>
                    <a:pt x="4388" y="1258"/>
                  </a:cubicBezTo>
                  <a:cubicBezTo>
                    <a:pt x="4198" y="1054"/>
                    <a:pt x="3965" y="865"/>
                    <a:pt x="3717" y="705"/>
                  </a:cubicBezTo>
                  <a:cubicBezTo>
                    <a:pt x="3207" y="355"/>
                    <a:pt x="2639" y="92"/>
                    <a:pt x="2129" y="20"/>
                  </a:cubicBezTo>
                  <a:cubicBezTo>
                    <a:pt x="2036" y="7"/>
                    <a:pt x="1945" y="1"/>
                    <a:pt x="185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9" name="Google Shape;469;p26"/>
            <p:cNvSpPr/>
            <p:nvPr/>
          </p:nvSpPr>
          <p:spPr>
            <a:xfrm>
              <a:off x="1706672" y="3514926"/>
              <a:ext cx="28303" cy="23067"/>
            </a:xfrm>
            <a:custGeom>
              <a:avLst/>
              <a:gdLst/>
              <a:ahLst/>
              <a:cxnLst/>
              <a:rect l="l" t="t" r="r" b="b"/>
              <a:pathLst>
                <a:path w="919" h="749" extrusionOk="0">
                  <a:moveTo>
                    <a:pt x="647" y="1"/>
                  </a:moveTo>
                  <a:cubicBezTo>
                    <a:pt x="417" y="1"/>
                    <a:pt x="205" y="45"/>
                    <a:pt x="15" y="151"/>
                  </a:cubicBezTo>
                  <a:lnTo>
                    <a:pt x="1" y="690"/>
                  </a:lnTo>
                  <a:lnTo>
                    <a:pt x="598" y="748"/>
                  </a:lnTo>
                  <a:lnTo>
                    <a:pt x="919" y="20"/>
                  </a:lnTo>
                  <a:cubicBezTo>
                    <a:pt x="826" y="7"/>
                    <a:pt x="735" y="1"/>
                    <a:pt x="647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0" name="Google Shape;470;p26"/>
            <p:cNvSpPr/>
            <p:nvPr/>
          </p:nvSpPr>
          <p:spPr>
            <a:xfrm>
              <a:off x="1775351" y="3536607"/>
              <a:ext cx="29658" cy="36403"/>
            </a:xfrm>
            <a:custGeom>
              <a:avLst/>
              <a:gdLst/>
              <a:ahLst/>
              <a:cxnLst/>
              <a:rect l="l" t="t" r="r" b="b"/>
              <a:pathLst>
                <a:path w="963" h="1182" extrusionOk="0">
                  <a:moveTo>
                    <a:pt x="277" y="1"/>
                  </a:moveTo>
                  <a:lnTo>
                    <a:pt x="1" y="627"/>
                  </a:lnTo>
                  <a:lnTo>
                    <a:pt x="584" y="1181"/>
                  </a:lnTo>
                  <a:lnTo>
                    <a:pt x="962" y="554"/>
                  </a:lnTo>
                  <a:cubicBezTo>
                    <a:pt x="758" y="350"/>
                    <a:pt x="525" y="161"/>
                    <a:pt x="277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1" name="Google Shape;471;p26"/>
            <p:cNvSpPr/>
            <p:nvPr/>
          </p:nvSpPr>
          <p:spPr>
            <a:xfrm>
              <a:off x="1808581" y="3567589"/>
              <a:ext cx="21558" cy="32337"/>
            </a:xfrm>
            <a:custGeom>
              <a:avLst/>
              <a:gdLst/>
              <a:ahLst/>
              <a:cxnLst/>
              <a:rect l="l" t="t" r="r" b="b"/>
              <a:pathLst>
                <a:path w="700" h="1050" extrusionOk="0">
                  <a:moveTo>
                    <a:pt x="292" y="0"/>
                  </a:moveTo>
                  <a:lnTo>
                    <a:pt x="0" y="423"/>
                  </a:lnTo>
                  <a:lnTo>
                    <a:pt x="292" y="1050"/>
                  </a:lnTo>
                  <a:lnTo>
                    <a:pt x="700" y="816"/>
                  </a:lnTo>
                  <a:cubicBezTo>
                    <a:pt x="685" y="773"/>
                    <a:pt x="671" y="729"/>
                    <a:pt x="656" y="700"/>
                  </a:cubicBezTo>
                  <a:cubicBezTo>
                    <a:pt x="598" y="481"/>
                    <a:pt x="466" y="233"/>
                    <a:pt x="292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2" name="Google Shape;472;p26"/>
            <p:cNvSpPr/>
            <p:nvPr/>
          </p:nvSpPr>
          <p:spPr>
            <a:xfrm>
              <a:off x="1722841" y="3562631"/>
              <a:ext cx="29196" cy="22944"/>
            </a:xfrm>
            <a:custGeom>
              <a:avLst/>
              <a:gdLst/>
              <a:ahLst/>
              <a:cxnLst/>
              <a:rect l="l" t="t" r="r" b="b"/>
              <a:pathLst>
                <a:path w="948" h="745" extrusionOk="0">
                  <a:moveTo>
                    <a:pt x="204" y="1"/>
                  </a:moveTo>
                  <a:lnTo>
                    <a:pt x="0" y="555"/>
                  </a:lnTo>
                  <a:cubicBezTo>
                    <a:pt x="277" y="569"/>
                    <a:pt x="583" y="628"/>
                    <a:pt x="948" y="744"/>
                  </a:cubicBezTo>
                  <a:lnTo>
                    <a:pt x="933" y="74"/>
                  </a:lnTo>
                  <a:lnTo>
                    <a:pt x="204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3" name="Google Shape;473;p26"/>
            <p:cNvSpPr/>
            <p:nvPr/>
          </p:nvSpPr>
          <p:spPr>
            <a:xfrm>
              <a:off x="1787023" y="3593151"/>
              <a:ext cx="22482" cy="31013"/>
            </a:xfrm>
            <a:custGeom>
              <a:avLst/>
              <a:gdLst/>
              <a:ahLst/>
              <a:cxnLst/>
              <a:rect l="l" t="t" r="r" b="b"/>
              <a:pathLst>
                <a:path w="730" h="1007" extrusionOk="0">
                  <a:moveTo>
                    <a:pt x="161" y="1"/>
                  </a:moveTo>
                  <a:lnTo>
                    <a:pt x="0" y="351"/>
                  </a:lnTo>
                  <a:cubicBezTo>
                    <a:pt x="263" y="555"/>
                    <a:pt x="481" y="788"/>
                    <a:pt x="671" y="1007"/>
                  </a:cubicBezTo>
                  <a:lnTo>
                    <a:pt x="729" y="511"/>
                  </a:lnTo>
                  <a:lnTo>
                    <a:pt x="161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4" name="Google Shape;474;p26"/>
            <p:cNvSpPr/>
            <p:nvPr/>
          </p:nvSpPr>
          <p:spPr>
            <a:xfrm>
              <a:off x="1686931" y="3334052"/>
              <a:ext cx="165660" cy="115953"/>
            </a:xfrm>
            <a:custGeom>
              <a:avLst/>
              <a:gdLst/>
              <a:ahLst/>
              <a:cxnLst/>
              <a:rect l="l" t="t" r="r" b="b"/>
              <a:pathLst>
                <a:path w="5379" h="3765" extrusionOk="0">
                  <a:moveTo>
                    <a:pt x="2073" y="1"/>
                  </a:moveTo>
                  <a:cubicBezTo>
                    <a:pt x="1382" y="1"/>
                    <a:pt x="671" y="280"/>
                    <a:pt x="306" y="864"/>
                  </a:cubicBezTo>
                  <a:cubicBezTo>
                    <a:pt x="29" y="1302"/>
                    <a:pt x="0" y="1870"/>
                    <a:pt x="175" y="2351"/>
                  </a:cubicBezTo>
                  <a:cubicBezTo>
                    <a:pt x="350" y="2846"/>
                    <a:pt x="729" y="3240"/>
                    <a:pt x="1181" y="3488"/>
                  </a:cubicBezTo>
                  <a:cubicBezTo>
                    <a:pt x="1540" y="3676"/>
                    <a:pt x="1940" y="3765"/>
                    <a:pt x="2343" y="3765"/>
                  </a:cubicBezTo>
                  <a:cubicBezTo>
                    <a:pt x="2937" y="3765"/>
                    <a:pt x="3537" y="3573"/>
                    <a:pt x="4023" y="3225"/>
                  </a:cubicBezTo>
                  <a:cubicBezTo>
                    <a:pt x="4825" y="2628"/>
                    <a:pt x="5291" y="1637"/>
                    <a:pt x="5378" y="646"/>
                  </a:cubicBezTo>
                  <a:lnTo>
                    <a:pt x="5378" y="646"/>
                  </a:lnTo>
                  <a:cubicBezTo>
                    <a:pt x="5203" y="821"/>
                    <a:pt x="4970" y="981"/>
                    <a:pt x="4708" y="1054"/>
                  </a:cubicBezTo>
                  <a:cubicBezTo>
                    <a:pt x="4023" y="602"/>
                    <a:pt x="3294" y="165"/>
                    <a:pt x="2478" y="34"/>
                  </a:cubicBezTo>
                  <a:cubicBezTo>
                    <a:pt x="2346" y="12"/>
                    <a:pt x="2210" y="1"/>
                    <a:pt x="2073" y="1"/>
                  </a:cubicBezTo>
                  <a:close/>
                </a:path>
              </a:pathLst>
            </a:custGeom>
            <a:solidFill>
              <a:srgbClr val="000000">
                <a:alpha val="2737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5" name="Google Shape;475;p26"/>
            <p:cNvSpPr/>
            <p:nvPr/>
          </p:nvSpPr>
          <p:spPr>
            <a:xfrm>
              <a:off x="1714741" y="3357027"/>
              <a:ext cx="122574" cy="78688"/>
            </a:xfrm>
            <a:custGeom>
              <a:avLst/>
              <a:gdLst/>
              <a:ahLst/>
              <a:cxnLst/>
              <a:rect l="l" t="t" r="r" b="b"/>
              <a:pathLst>
                <a:path w="3980" h="2555" extrusionOk="0">
                  <a:moveTo>
                    <a:pt x="1324" y="1"/>
                  </a:moveTo>
                  <a:cubicBezTo>
                    <a:pt x="871" y="1"/>
                    <a:pt x="388" y="205"/>
                    <a:pt x="205" y="614"/>
                  </a:cubicBezTo>
                  <a:cubicBezTo>
                    <a:pt x="1" y="1080"/>
                    <a:pt x="249" y="1649"/>
                    <a:pt x="613" y="1984"/>
                  </a:cubicBezTo>
                  <a:cubicBezTo>
                    <a:pt x="1014" y="2353"/>
                    <a:pt x="1553" y="2554"/>
                    <a:pt x="2090" y="2554"/>
                  </a:cubicBezTo>
                  <a:cubicBezTo>
                    <a:pt x="2295" y="2554"/>
                    <a:pt x="2500" y="2525"/>
                    <a:pt x="2697" y="2465"/>
                  </a:cubicBezTo>
                  <a:cubicBezTo>
                    <a:pt x="3411" y="2246"/>
                    <a:pt x="3980" y="1620"/>
                    <a:pt x="3951" y="978"/>
                  </a:cubicBezTo>
                  <a:cubicBezTo>
                    <a:pt x="3499" y="920"/>
                    <a:pt x="3076" y="687"/>
                    <a:pt x="2668" y="468"/>
                  </a:cubicBezTo>
                  <a:cubicBezTo>
                    <a:pt x="2260" y="249"/>
                    <a:pt x="1823" y="31"/>
                    <a:pt x="1371" y="2"/>
                  </a:cubicBezTo>
                  <a:cubicBezTo>
                    <a:pt x="1355" y="1"/>
                    <a:pt x="1340" y="1"/>
                    <a:pt x="1324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6" name="Google Shape;476;p26"/>
            <p:cNvSpPr/>
            <p:nvPr/>
          </p:nvSpPr>
          <p:spPr>
            <a:xfrm>
              <a:off x="1714741" y="3357027"/>
              <a:ext cx="122574" cy="78688"/>
            </a:xfrm>
            <a:custGeom>
              <a:avLst/>
              <a:gdLst/>
              <a:ahLst/>
              <a:cxnLst/>
              <a:rect l="l" t="t" r="r" b="b"/>
              <a:pathLst>
                <a:path w="3980" h="2555" extrusionOk="0">
                  <a:moveTo>
                    <a:pt x="1324" y="1"/>
                  </a:moveTo>
                  <a:cubicBezTo>
                    <a:pt x="871" y="1"/>
                    <a:pt x="388" y="205"/>
                    <a:pt x="205" y="614"/>
                  </a:cubicBezTo>
                  <a:cubicBezTo>
                    <a:pt x="1" y="1080"/>
                    <a:pt x="249" y="1649"/>
                    <a:pt x="613" y="1984"/>
                  </a:cubicBezTo>
                  <a:cubicBezTo>
                    <a:pt x="1014" y="2353"/>
                    <a:pt x="1553" y="2554"/>
                    <a:pt x="2090" y="2554"/>
                  </a:cubicBezTo>
                  <a:cubicBezTo>
                    <a:pt x="2295" y="2554"/>
                    <a:pt x="2500" y="2525"/>
                    <a:pt x="2697" y="2465"/>
                  </a:cubicBezTo>
                  <a:cubicBezTo>
                    <a:pt x="3411" y="2246"/>
                    <a:pt x="3980" y="1620"/>
                    <a:pt x="3951" y="978"/>
                  </a:cubicBezTo>
                  <a:cubicBezTo>
                    <a:pt x="3499" y="920"/>
                    <a:pt x="3076" y="687"/>
                    <a:pt x="2668" y="468"/>
                  </a:cubicBezTo>
                  <a:cubicBezTo>
                    <a:pt x="2260" y="249"/>
                    <a:pt x="1823" y="31"/>
                    <a:pt x="1371" y="2"/>
                  </a:cubicBezTo>
                  <a:cubicBezTo>
                    <a:pt x="1355" y="1"/>
                    <a:pt x="1340" y="1"/>
                    <a:pt x="1324" y="1"/>
                  </a:cubicBezTo>
                  <a:close/>
                </a:path>
              </a:pathLst>
            </a:custGeom>
            <a:solidFill>
              <a:srgbClr val="C22242">
                <a:alpha val="1814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7" name="Google Shape;477;p26"/>
            <p:cNvSpPr/>
            <p:nvPr/>
          </p:nvSpPr>
          <p:spPr>
            <a:xfrm>
              <a:off x="1862877" y="3388040"/>
              <a:ext cx="136033" cy="151031"/>
            </a:xfrm>
            <a:custGeom>
              <a:avLst/>
              <a:gdLst/>
              <a:ahLst/>
              <a:cxnLst/>
              <a:rect l="l" t="t" r="r" b="b"/>
              <a:pathLst>
                <a:path w="4417" h="4904" extrusionOk="0">
                  <a:moveTo>
                    <a:pt x="1065" y="0"/>
                  </a:moveTo>
                  <a:cubicBezTo>
                    <a:pt x="482" y="569"/>
                    <a:pt x="88" y="1341"/>
                    <a:pt x="44" y="2157"/>
                  </a:cubicBezTo>
                  <a:cubicBezTo>
                    <a:pt x="1" y="2974"/>
                    <a:pt x="336" y="3804"/>
                    <a:pt x="948" y="4344"/>
                  </a:cubicBezTo>
                  <a:cubicBezTo>
                    <a:pt x="1365" y="4701"/>
                    <a:pt x="1925" y="4903"/>
                    <a:pt x="2479" y="4903"/>
                  </a:cubicBezTo>
                  <a:cubicBezTo>
                    <a:pt x="2737" y="4903"/>
                    <a:pt x="2995" y="4859"/>
                    <a:pt x="3236" y="4766"/>
                  </a:cubicBezTo>
                  <a:cubicBezTo>
                    <a:pt x="3630" y="4606"/>
                    <a:pt x="3994" y="4314"/>
                    <a:pt x="4154" y="3921"/>
                  </a:cubicBezTo>
                  <a:cubicBezTo>
                    <a:pt x="4417" y="3323"/>
                    <a:pt x="4184" y="2595"/>
                    <a:pt x="3732" y="2114"/>
                  </a:cubicBezTo>
                  <a:cubicBezTo>
                    <a:pt x="3280" y="1633"/>
                    <a:pt x="2668" y="1356"/>
                    <a:pt x="2041" y="1137"/>
                  </a:cubicBezTo>
                  <a:cubicBezTo>
                    <a:pt x="1764" y="1035"/>
                    <a:pt x="1458" y="933"/>
                    <a:pt x="1254" y="715"/>
                  </a:cubicBezTo>
                  <a:cubicBezTo>
                    <a:pt x="1050" y="510"/>
                    <a:pt x="963" y="132"/>
                    <a:pt x="1065" y="0"/>
                  </a:cubicBezTo>
                  <a:close/>
                </a:path>
              </a:pathLst>
            </a:custGeom>
            <a:solidFill>
              <a:srgbClr val="000000">
                <a:alpha val="2737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8" name="Google Shape;478;p26"/>
            <p:cNvSpPr/>
            <p:nvPr/>
          </p:nvSpPr>
          <p:spPr>
            <a:xfrm>
              <a:off x="1864232" y="3415850"/>
              <a:ext cx="94271" cy="99168"/>
            </a:xfrm>
            <a:custGeom>
              <a:avLst/>
              <a:gdLst/>
              <a:ahLst/>
              <a:cxnLst/>
              <a:rect l="l" t="t" r="r" b="b"/>
              <a:pathLst>
                <a:path w="3061" h="3220" extrusionOk="0">
                  <a:moveTo>
                    <a:pt x="598" y="1"/>
                  </a:moveTo>
                  <a:cubicBezTo>
                    <a:pt x="204" y="395"/>
                    <a:pt x="0" y="1094"/>
                    <a:pt x="146" y="1721"/>
                  </a:cubicBezTo>
                  <a:cubicBezTo>
                    <a:pt x="292" y="2348"/>
                    <a:pt x="787" y="2901"/>
                    <a:pt x="1414" y="3120"/>
                  </a:cubicBezTo>
                  <a:cubicBezTo>
                    <a:pt x="1588" y="3184"/>
                    <a:pt x="1779" y="3220"/>
                    <a:pt x="1966" y="3220"/>
                  </a:cubicBezTo>
                  <a:cubicBezTo>
                    <a:pt x="2249" y="3220"/>
                    <a:pt x="2524" y="3138"/>
                    <a:pt x="2726" y="2945"/>
                  </a:cubicBezTo>
                  <a:cubicBezTo>
                    <a:pt x="3046" y="2639"/>
                    <a:pt x="3061" y="2143"/>
                    <a:pt x="2915" y="1735"/>
                  </a:cubicBezTo>
                  <a:cubicBezTo>
                    <a:pt x="2740" y="1269"/>
                    <a:pt x="2376" y="905"/>
                    <a:pt x="1953" y="628"/>
                  </a:cubicBezTo>
                  <a:cubicBezTo>
                    <a:pt x="1531" y="365"/>
                    <a:pt x="1064" y="176"/>
                    <a:pt x="598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9" name="Google Shape;479;p26"/>
            <p:cNvSpPr/>
            <p:nvPr/>
          </p:nvSpPr>
          <p:spPr>
            <a:xfrm>
              <a:off x="1864232" y="3415850"/>
              <a:ext cx="94271" cy="99168"/>
            </a:xfrm>
            <a:custGeom>
              <a:avLst/>
              <a:gdLst/>
              <a:ahLst/>
              <a:cxnLst/>
              <a:rect l="l" t="t" r="r" b="b"/>
              <a:pathLst>
                <a:path w="3061" h="3220" extrusionOk="0">
                  <a:moveTo>
                    <a:pt x="598" y="1"/>
                  </a:moveTo>
                  <a:cubicBezTo>
                    <a:pt x="204" y="395"/>
                    <a:pt x="0" y="1094"/>
                    <a:pt x="146" y="1721"/>
                  </a:cubicBezTo>
                  <a:cubicBezTo>
                    <a:pt x="292" y="2348"/>
                    <a:pt x="787" y="2901"/>
                    <a:pt x="1414" y="3120"/>
                  </a:cubicBezTo>
                  <a:cubicBezTo>
                    <a:pt x="1588" y="3184"/>
                    <a:pt x="1779" y="3220"/>
                    <a:pt x="1966" y="3220"/>
                  </a:cubicBezTo>
                  <a:cubicBezTo>
                    <a:pt x="2249" y="3220"/>
                    <a:pt x="2524" y="3138"/>
                    <a:pt x="2726" y="2945"/>
                  </a:cubicBezTo>
                  <a:cubicBezTo>
                    <a:pt x="3046" y="2639"/>
                    <a:pt x="3061" y="2143"/>
                    <a:pt x="2915" y="1735"/>
                  </a:cubicBezTo>
                  <a:cubicBezTo>
                    <a:pt x="2740" y="1269"/>
                    <a:pt x="2376" y="905"/>
                    <a:pt x="1953" y="628"/>
                  </a:cubicBezTo>
                  <a:cubicBezTo>
                    <a:pt x="1531" y="365"/>
                    <a:pt x="1064" y="176"/>
                    <a:pt x="598" y="1"/>
                  </a:cubicBezTo>
                  <a:close/>
                </a:path>
              </a:pathLst>
            </a:custGeom>
            <a:solidFill>
              <a:srgbClr val="C22242">
                <a:alpha val="1814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0" name="Google Shape;480;p26"/>
            <p:cNvSpPr/>
            <p:nvPr/>
          </p:nvSpPr>
          <p:spPr>
            <a:xfrm>
              <a:off x="1918097" y="3463432"/>
              <a:ext cx="7207" cy="7237"/>
            </a:xfrm>
            <a:custGeom>
              <a:avLst/>
              <a:gdLst/>
              <a:ahLst/>
              <a:cxnLst/>
              <a:rect l="l" t="t" r="r" b="b"/>
              <a:pathLst>
                <a:path w="234" h="235" extrusionOk="0">
                  <a:moveTo>
                    <a:pt x="117" y="1"/>
                  </a:moveTo>
                  <a:cubicBezTo>
                    <a:pt x="59" y="1"/>
                    <a:pt x="0" y="59"/>
                    <a:pt x="0" y="117"/>
                  </a:cubicBezTo>
                  <a:cubicBezTo>
                    <a:pt x="0" y="176"/>
                    <a:pt x="59" y="234"/>
                    <a:pt x="117" y="234"/>
                  </a:cubicBezTo>
                  <a:cubicBezTo>
                    <a:pt x="175" y="234"/>
                    <a:pt x="233" y="176"/>
                    <a:pt x="233" y="117"/>
                  </a:cubicBezTo>
                  <a:cubicBezTo>
                    <a:pt x="233" y="59"/>
                    <a:pt x="175" y="1"/>
                    <a:pt x="117" y="1"/>
                  </a:cubicBezTo>
                  <a:close/>
                </a:path>
              </a:pathLst>
            </a:custGeom>
            <a:solidFill>
              <a:srgbClr val="423C3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1" name="Google Shape;481;p26"/>
            <p:cNvSpPr/>
            <p:nvPr/>
          </p:nvSpPr>
          <p:spPr>
            <a:xfrm>
              <a:off x="1762323" y="3400143"/>
              <a:ext cx="8562" cy="8562"/>
            </a:xfrm>
            <a:custGeom>
              <a:avLst/>
              <a:gdLst/>
              <a:ahLst/>
              <a:cxnLst/>
              <a:rect l="l" t="t" r="r" b="b"/>
              <a:pathLst>
                <a:path w="278" h="278" extrusionOk="0">
                  <a:moveTo>
                    <a:pt x="132" y="1"/>
                  </a:moveTo>
                  <a:cubicBezTo>
                    <a:pt x="59" y="1"/>
                    <a:pt x="1" y="59"/>
                    <a:pt x="1" y="132"/>
                  </a:cubicBezTo>
                  <a:cubicBezTo>
                    <a:pt x="1" y="205"/>
                    <a:pt x="59" y="278"/>
                    <a:pt x="132" y="278"/>
                  </a:cubicBezTo>
                  <a:cubicBezTo>
                    <a:pt x="205" y="278"/>
                    <a:pt x="278" y="205"/>
                    <a:pt x="278" y="132"/>
                  </a:cubicBezTo>
                  <a:cubicBezTo>
                    <a:pt x="278" y="59"/>
                    <a:pt x="205" y="1"/>
                    <a:pt x="132" y="1"/>
                  </a:cubicBezTo>
                  <a:close/>
                </a:path>
              </a:pathLst>
            </a:custGeom>
            <a:solidFill>
              <a:srgbClr val="423C3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2" name="Google Shape;482;p26"/>
            <p:cNvSpPr/>
            <p:nvPr/>
          </p:nvSpPr>
          <p:spPr>
            <a:xfrm>
              <a:off x="2031647" y="3913661"/>
              <a:ext cx="73637" cy="153988"/>
            </a:xfrm>
            <a:custGeom>
              <a:avLst/>
              <a:gdLst/>
              <a:ahLst/>
              <a:cxnLst/>
              <a:rect l="l" t="t" r="r" b="b"/>
              <a:pathLst>
                <a:path w="2391" h="5000" extrusionOk="0">
                  <a:moveTo>
                    <a:pt x="933" y="0"/>
                  </a:moveTo>
                  <a:lnTo>
                    <a:pt x="1" y="3760"/>
                  </a:lnTo>
                  <a:lnTo>
                    <a:pt x="1181" y="4999"/>
                  </a:lnTo>
                  <a:lnTo>
                    <a:pt x="2391" y="3148"/>
                  </a:lnTo>
                  <a:lnTo>
                    <a:pt x="1779" y="1618"/>
                  </a:lnTo>
                  <a:lnTo>
                    <a:pt x="933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3" name="Google Shape;483;p26"/>
            <p:cNvSpPr/>
            <p:nvPr/>
          </p:nvSpPr>
          <p:spPr>
            <a:xfrm>
              <a:off x="1835036" y="3953605"/>
              <a:ext cx="161625" cy="150846"/>
            </a:xfrm>
            <a:custGeom>
              <a:avLst/>
              <a:gdLst/>
              <a:ahLst/>
              <a:cxnLst/>
              <a:rect l="l" t="t" r="r" b="b"/>
              <a:pathLst>
                <a:path w="5248" h="4898" extrusionOk="0">
                  <a:moveTo>
                    <a:pt x="4825" y="0"/>
                  </a:moveTo>
                  <a:lnTo>
                    <a:pt x="1327" y="904"/>
                  </a:lnTo>
                  <a:lnTo>
                    <a:pt x="1" y="2974"/>
                  </a:lnTo>
                  <a:lnTo>
                    <a:pt x="773" y="3935"/>
                  </a:lnTo>
                  <a:lnTo>
                    <a:pt x="1371" y="3411"/>
                  </a:lnTo>
                  <a:lnTo>
                    <a:pt x="3003" y="4897"/>
                  </a:lnTo>
                  <a:lnTo>
                    <a:pt x="5248" y="3265"/>
                  </a:lnTo>
                  <a:lnTo>
                    <a:pt x="4825" y="0"/>
                  </a:lnTo>
                  <a:close/>
                </a:path>
              </a:pathLst>
            </a:custGeom>
            <a:solidFill>
              <a:srgbClr val="000000">
                <a:alpha val="369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4" name="Google Shape;484;p26"/>
            <p:cNvSpPr/>
            <p:nvPr/>
          </p:nvSpPr>
          <p:spPr>
            <a:xfrm>
              <a:off x="1907780" y="3798756"/>
              <a:ext cx="173267" cy="721339"/>
            </a:xfrm>
            <a:custGeom>
              <a:avLst/>
              <a:gdLst/>
              <a:ahLst/>
              <a:cxnLst/>
              <a:rect l="l" t="t" r="r" b="b"/>
              <a:pathLst>
                <a:path w="5626" h="23422" extrusionOk="0">
                  <a:moveTo>
                    <a:pt x="4999" y="0"/>
                  </a:moveTo>
                  <a:lnTo>
                    <a:pt x="700" y="1603"/>
                  </a:lnTo>
                  <a:lnTo>
                    <a:pt x="0" y="4372"/>
                  </a:lnTo>
                  <a:lnTo>
                    <a:pt x="0" y="4387"/>
                  </a:lnTo>
                  <a:lnTo>
                    <a:pt x="117" y="7229"/>
                  </a:lnTo>
                  <a:lnTo>
                    <a:pt x="802" y="23421"/>
                  </a:lnTo>
                  <a:lnTo>
                    <a:pt x="3556" y="22853"/>
                  </a:lnTo>
                  <a:cubicBezTo>
                    <a:pt x="3556" y="22853"/>
                    <a:pt x="4256" y="14924"/>
                    <a:pt x="4256" y="13671"/>
                  </a:cubicBezTo>
                  <a:cubicBezTo>
                    <a:pt x="4256" y="12797"/>
                    <a:pt x="3964" y="11179"/>
                    <a:pt x="3964" y="11179"/>
                  </a:cubicBezTo>
                  <a:cubicBezTo>
                    <a:pt x="3964" y="11179"/>
                    <a:pt x="4300" y="9401"/>
                    <a:pt x="4751" y="7069"/>
                  </a:cubicBezTo>
                  <a:cubicBezTo>
                    <a:pt x="5014" y="5670"/>
                    <a:pt x="5334" y="4066"/>
                    <a:pt x="5626" y="2551"/>
                  </a:cubicBezTo>
                  <a:lnTo>
                    <a:pt x="5611" y="2449"/>
                  </a:lnTo>
                  <a:lnTo>
                    <a:pt x="4999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5" name="Google Shape;485;p26"/>
            <p:cNvSpPr/>
            <p:nvPr/>
          </p:nvSpPr>
          <p:spPr>
            <a:xfrm>
              <a:off x="1907780" y="3850803"/>
              <a:ext cx="173267" cy="226269"/>
            </a:xfrm>
            <a:custGeom>
              <a:avLst/>
              <a:gdLst/>
              <a:ahLst/>
              <a:cxnLst/>
              <a:rect l="l" t="t" r="r" b="b"/>
              <a:pathLst>
                <a:path w="5626" h="7347" extrusionOk="0">
                  <a:moveTo>
                    <a:pt x="5364" y="1"/>
                  </a:moveTo>
                  <a:lnTo>
                    <a:pt x="1851" y="234"/>
                  </a:lnTo>
                  <a:lnTo>
                    <a:pt x="0" y="2682"/>
                  </a:lnTo>
                  <a:lnTo>
                    <a:pt x="0" y="2697"/>
                  </a:lnTo>
                  <a:lnTo>
                    <a:pt x="117" y="5539"/>
                  </a:lnTo>
                  <a:lnTo>
                    <a:pt x="175" y="5641"/>
                  </a:lnTo>
                  <a:lnTo>
                    <a:pt x="3600" y="7346"/>
                  </a:lnTo>
                  <a:lnTo>
                    <a:pt x="4023" y="4300"/>
                  </a:lnTo>
                  <a:lnTo>
                    <a:pt x="4751" y="5379"/>
                  </a:lnTo>
                  <a:cubicBezTo>
                    <a:pt x="5014" y="3980"/>
                    <a:pt x="5334" y="2376"/>
                    <a:pt x="5626" y="861"/>
                  </a:cubicBezTo>
                  <a:lnTo>
                    <a:pt x="5611" y="759"/>
                  </a:lnTo>
                  <a:lnTo>
                    <a:pt x="5364" y="1"/>
                  </a:lnTo>
                  <a:close/>
                </a:path>
              </a:pathLst>
            </a:custGeom>
            <a:solidFill>
              <a:srgbClr val="000000">
                <a:alpha val="369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6" name="Google Shape;486;p26"/>
            <p:cNvSpPr/>
            <p:nvPr/>
          </p:nvSpPr>
          <p:spPr>
            <a:xfrm>
              <a:off x="1646094" y="3691919"/>
              <a:ext cx="459191" cy="372126"/>
            </a:xfrm>
            <a:custGeom>
              <a:avLst/>
              <a:gdLst/>
              <a:ahLst/>
              <a:cxnLst/>
              <a:rect l="l" t="t" r="r" b="b"/>
              <a:pathLst>
                <a:path w="14910" h="12083" extrusionOk="0">
                  <a:moveTo>
                    <a:pt x="0" y="0"/>
                  </a:moveTo>
                  <a:lnTo>
                    <a:pt x="7360" y="5553"/>
                  </a:lnTo>
                  <a:lnTo>
                    <a:pt x="6107" y="11543"/>
                  </a:lnTo>
                  <a:lnTo>
                    <a:pt x="7521" y="10479"/>
                  </a:lnTo>
                  <a:lnTo>
                    <a:pt x="8351" y="12083"/>
                  </a:lnTo>
                  <a:lnTo>
                    <a:pt x="9153" y="10305"/>
                  </a:lnTo>
                  <a:lnTo>
                    <a:pt x="12126" y="11369"/>
                  </a:lnTo>
                  <a:lnTo>
                    <a:pt x="12068" y="8789"/>
                  </a:lnTo>
                  <a:lnTo>
                    <a:pt x="12505" y="7492"/>
                  </a:lnTo>
                  <a:lnTo>
                    <a:pt x="13919" y="9926"/>
                  </a:lnTo>
                  <a:lnTo>
                    <a:pt x="14910" y="10334"/>
                  </a:lnTo>
                  <a:lnTo>
                    <a:pt x="14108" y="2085"/>
                  </a:lnTo>
                  <a:lnTo>
                    <a:pt x="12068" y="2740"/>
                  </a:lnTo>
                  <a:lnTo>
                    <a:pt x="9080" y="2770"/>
                  </a:lnTo>
                  <a:lnTo>
                    <a:pt x="8162" y="2041"/>
                  </a:lnTo>
                  <a:lnTo>
                    <a:pt x="6996" y="2988"/>
                  </a:lnTo>
                  <a:lnTo>
                    <a:pt x="4227" y="119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7" name="Google Shape;487;p26"/>
            <p:cNvSpPr/>
            <p:nvPr/>
          </p:nvSpPr>
          <p:spPr>
            <a:xfrm>
              <a:off x="1827429" y="3837807"/>
              <a:ext cx="71389" cy="209639"/>
            </a:xfrm>
            <a:custGeom>
              <a:avLst/>
              <a:gdLst/>
              <a:ahLst/>
              <a:cxnLst/>
              <a:rect l="l" t="t" r="r" b="b"/>
              <a:pathLst>
                <a:path w="2318" h="6807" extrusionOk="0">
                  <a:moveTo>
                    <a:pt x="2318" y="0"/>
                  </a:moveTo>
                  <a:lnTo>
                    <a:pt x="2318" y="0"/>
                  </a:lnTo>
                  <a:cubicBezTo>
                    <a:pt x="744" y="1924"/>
                    <a:pt x="0" y="4518"/>
                    <a:pt x="423" y="6806"/>
                  </a:cubicBezTo>
                  <a:cubicBezTo>
                    <a:pt x="569" y="4431"/>
                    <a:pt x="1122" y="2055"/>
                    <a:pt x="2318" y="0"/>
                  </a:cubicBezTo>
                  <a:close/>
                </a:path>
              </a:pathLst>
            </a:custGeom>
            <a:solidFill>
              <a:srgbClr val="000000">
                <a:alpha val="2737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8" name="Google Shape;488;p26"/>
            <p:cNvSpPr/>
            <p:nvPr/>
          </p:nvSpPr>
          <p:spPr>
            <a:xfrm>
              <a:off x="1819791" y="3830169"/>
              <a:ext cx="24730" cy="156667"/>
            </a:xfrm>
            <a:custGeom>
              <a:avLst/>
              <a:gdLst/>
              <a:ahLst/>
              <a:cxnLst/>
              <a:rect l="l" t="t" r="r" b="b"/>
              <a:pathLst>
                <a:path w="803" h="5087" extrusionOk="0">
                  <a:moveTo>
                    <a:pt x="627" y="0"/>
                  </a:moveTo>
                  <a:lnTo>
                    <a:pt x="627" y="0"/>
                  </a:lnTo>
                  <a:cubicBezTo>
                    <a:pt x="292" y="889"/>
                    <a:pt x="30" y="1808"/>
                    <a:pt x="15" y="2755"/>
                  </a:cubicBezTo>
                  <a:cubicBezTo>
                    <a:pt x="0" y="3702"/>
                    <a:pt x="248" y="4679"/>
                    <a:pt x="802" y="5087"/>
                  </a:cubicBezTo>
                  <a:cubicBezTo>
                    <a:pt x="321" y="3440"/>
                    <a:pt x="263" y="1676"/>
                    <a:pt x="627" y="0"/>
                  </a:cubicBezTo>
                  <a:close/>
                </a:path>
              </a:pathLst>
            </a:custGeom>
            <a:solidFill>
              <a:srgbClr val="000000">
                <a:alpha val="2737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9" name="Google Shape;489;p26"/>
            <p:cNvSpPr/>
            <p:nvPr/>
          </p:nvSpPr>
          <p:spPr>
            <a:xfrm>
              <a:off x="1932449" y="4471589"/>
              <a:ext cx="246904" cy="210101"/>
            </a:xfrm>
            <a:custGeom>
              <a:avLst/>
              <a:gdLst/>
              <a:ahLst/>
              <a:cxnLst/>
              <a:rect l="l" t="t" r="r" b="b"/>
              <a:pathLst>
                <a:path w="8017" h="6822" extrusionOk="0">
                  <a:moveTo>
                    <a:pt x="1152" y="0"/>
                  </a:moveTo>
                  <a:cubicBezTo>
                    <a:pt x="831" y="481"/>
                    <a:pt x="452" y="933"/>
                    <a:pt x="1" y="1516"/>
                  </a:cubicBezTo>
                  <a:cubicBezTo>
                    <a:pt x="627" y="2901"/>
                    <a:pt x="1240" y="4271"/>
                    <a:pt x="1954" y="5655"/>
                  </a:cubicBezTo>
                  <a:cubicBezTo>
                    <a:pt x="2435" y="6107"/>
                    <a:pt x="2974" y="6501"/>
                    <a:pt x="3557" y="6821"/>
                  </a:cubicBezTo>
                  <a:cubicBezTo>
                    <a:pt x="3717" y="6646"/>
                    <a:pt x="3878" y="6471"/>
                    <a:pt x="4082" y="6282"/>
                  </a:cubicBezTo>
                  <a:lnTo>
                    <a:pt x="4825" y="6515"/>
                  </a:lnTo>
                  <a:cubicBezTo>
                    <a:pt x="4985" y="6311"/>
                    <a:pt x="5160" y="6122"/>
                    <a:pt x="5393" y="5830"/>
                  </a:cubicBezTo>
                  <a:cubicBezTo>
                    <a:pt x="5499" y="5896"/>
                    <a:pt x="5669" y="5915"/>
                    <a:pt x="5822" y="5915"/>
                  </a:cubicBezTo>
                  <a:cubicBezTo>
                    <a:pt x="6005" y="5915"/>
                    <a:pt x="6166" y="5889"/>
                    <a:pt x="6166" y="5889"/>
                  </a:cubicBezTo>
                  <a:cubicBezTo>
                    <a:pt x="6166" y="5889"/>
                    <a:pt x="6588" y="5553"/>
                    <a:pt x="6690" y="5218"/>
                  </a:cubicBezTo>
                  <a:cubicBezTo>
                    <a:pt x="6736" y="5257"/>
                    <a:pt x="6794" y="5273"/>
                    <a:pt x="6859" y="5273"/>
                  </a:cubicBezTo>
                  <a:cubicBezTo>
                    <a:pt x="7109" y="5273"/>
                    <a:pt x="7448" y="5043"/>
                    <a:pt x="7448" y="5043"/>
                  </a:cubicBezTo>
                  <a:cubicBezTo>
                    <a:pt x="7448" y="5043"/>
                    <a:pt x="7536" y="4650"/>
                    <a:pt x="7827" y="3979"/>
                  </a:cubicBezTo>
                  <a:cubicBezTo>
                    <a:pt x="8017" y="3542"/>
                    <a:pt x="7973" y="3032"/>
                    <a:pt x="7696" y="2624"/>
                  </a:cubicBezTo>
                  <a:cubicBezTo>
                    <a:pt x="7550" y="2420"/>
                    <a:pt x="7419" y="2201"/>
                    <a:pt x="7346" y="1983"/>
                  </a:cubicBezTo>
                  <a:cubicBezTo>
                    <a:pt x="7291" y="1807"/>
                    <a:pt x="7138" y="1698"/>
                    <a:pt x="6965" y="1698"/>
                  </a:cubicBezTo>
                  <a:cubicBezTo>
                    <a:pt x="6909" y="1698"/>
                    <a:pt x="6850" y="1709"/>
                    <a:pt x="6792" y="1735"/>
                  </a:cubicBezTo>
                  <a:cubicBezTo>
                    <a:pt x="6603" y="1822"/>
                    <a:pt x="6501" y="2041"/>
                    <a:pt x="6574" y="2230"/>
                  </a:cubicBezTo>
                  <a:cubicBezTo>
                    <a:pt x="6690" y="2609"/>
                    <a:pt x="6865" y="2944"/>
                    <a:pt x="6938" y="3382"/>
                  </a:cubicBezTo>
                  <a:cubicBezTo>
                    <a:pt x="6749" y="3527"/>
                    <a:pt x="6559" y="3571"/>
                    <a:pt x="6209" y="3659"/>
                  </a:cubicBezTo>
                  <a:cubicBezTo>
                    <a:pt x="5524" y="2085"/>
                    <a:pt x="3863" y="1064"/>
                    <a:pt x="1152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0" name="Google Shape;490;p26"/>
            <p:cNvSpPr/>
            <p:nvPr/>
          </p:nvSpPr>
          <p:spPr>
            <a:xfrm>
              <a:off x="1920140" y="3492401"/>
              <a:ext cx="138281" cy="108007"/>
            </a:xfrm>
            <a:custGeom>
              <a:avLst/>
              <a:gdLst/>
              <a:ahLst/>
              <a:cxnLst/>
              <a:rect l="l" t="t" r="r" b="b"/>
              <a:pathLst>
                <a:path w="4490" h="3507" extrusionOk="0">
                  <a:moveTo>
                    <a:pt x="3527" y="0"/>
                  </a:moveTo>
                  <a:cubicBezTo>
                    <a:pt x="2012" y="845"/>
                    <a:pt x="889" y="1968"/>
                    <a:pt x="0" y="3250"/>
                  </a:cubicBezTo>
                  <a:cubicBezTo>
                    <a:pt x="359" y="3425"/>
                    <a:pt x="758" y="3507"/>
                    <a:pt x="1158" y="3507"/>
                  </a:cubicBezTo>
                  <a:cubicBezTo>
                    <a:pt x="1392" y="3507"/>
                    <a:pt x="1626" y="3479"/>
                    <a:pt x="1851" y="3425"/>
                  </a:cubicBezTo>
                  <a:cubicBezTo>
                    <a:pt x="2478" y="3294"/>
                    <a:pt x="3046" y="2973"/>
                    <a:pt x="3542" y="2565"/>
                  </a:cubicBezTo>
                  <a:cubicBezTo>
                    <a:pt x="3965" y="2216"/>
                    <a:pt x="4358" y="1749"/>
                    <a:pt x="4431" y="1195"/>
                  </a:cubicBezTo>
                  <a:cubicBezTo>
                    <a:pt x="4489" y="627"/>
                    <a:pt x="4096" y="0"/>
                    <a:pt x="3527" y="0"/>
                  </a:cubicBezTo>
                  <a:close/>
                </a:path>
              </a:pathLst>
            </a:custGeom>
            <a:solidFill>
              <a:srgbClr val="60A6A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491" name="Google Shape;491;p26"/>
          <p:cNvSpPr/>
          <p:nvPr/>
        </p:nvSpPr>
        <p:spPr>
          <a:xfrm>
            <a:off x="7929177" y="450730"/>
            <a:ext cx="495377" cy="450781"/>
          </a:xfrm>
          <a:custGeom>
            <a:avLst/>
            <a:gdLst/>
            <a:ahLst/>
            <a:cxnLst/>
            <a:rect l="l" t="t" r="r" b="b"/>
            <a:pathLst>
              <a:path w="5175" h="4709" extrusionOk="0">
                <a:moveTo>
                  <a:pt x="117" y="0"/>
                </a:moveTo>
                <a:cubicBezTo>
                  <a:pt x="657" y="540"/>
                  <a:pt x="1" y="1254"/>
                  <a:pt x="1" y="1254"/>
                </a:cubicBezTo>
                <a:cubicBezTo>
                  <a:pt x="657" y="1735"/>
                  <a:pt x="219" y="2872"/>
                  <a:pt x="219" y="2872"/>
                </a:cubicBezTo>
                <a:cubicBezTo>
                  <a:pt x="219" y="2872"/>
                  <a:pt x="350" y="2872"/>
                  <a:pt x="555" y="3090"/>
                </a:cubicBezTo>
                <a:cubicBezTo>
                  <a:pt x="759" y="3338"/>
                  <a:pt x="350" y="4519"/>
                  <a:pt x="350" y="4519"/>
                </a:cubicBezTo>
                <a:cubicBezTo>
                  <a:pt x="350" y="4519"/>
                  <a:pt x="1115" y="4004"/>
                  <a:pt x="1504" y="4004"/>
                </a:cubicBezTo>
                <a:cubicBezTo>
                  <a:pt x="1523" y="4004"/>
                  <a:pt x="1542" y="4006"/>
                  <a:pt x="1560" y="4008"/>
                </a:cubicBezTo>
                <a:cubicBezTo>
                  <a:pt x="1983" y="4067"/>
                  <a:pt x="2041" y="4373"/>
                  <a:pt x="2041" y="4373"/>
                </a:cubicBezTo>
                <a:cubicBezTo>
                  <a:pt x="2251" y="4285"/>
                  <a:pt x="2444" y="4250"/>
                  <a:pt x="2617" y="4250"/>
                </a:cubicBezTo>
                <a:cubicBezTo>
                  <a:pt x="3247" y="4250"/>
                  <a:pt x="3615" y="4708"/>
                  <a:pt x="3615" y="4708"/>
                </a:cubicBezTo>
                <a:cubicBezTo>
                  <a:pt x="3769" y="4418"/>
                  <a:pt x="4278" y="4357"/>
                  <a:pt x="4674" y="4357"/>
                </a:cubicBezTo>
                <a:cubicBezTo>
                  <a:pt x="4953" y="4357"/>
                  <a:pt x="5175" y="4387"/>
                  <a:pt x="5175" y="4387"/>
                </a:cubicBezTo>
                <a:cubicBezTo>
                  <a:pt x="5175" y="4387"/>
                  <a:pt x="4927" y="3979"/>
                  <a:pt x="4009" y="3717"/>
                </a:cubicBezTo>
                <a:cubicBezTo>
                  <a:pt x="3407" y="3536"/>
                  <a:pt x="2680" y="3504"/>
                  <a:pt x="2251" y="3504"/>
                </a:cubicBezTo>
                <a:cubicBezTo>
                  <a:pt x="2025" y="3504"/>
                  <a:pt x="1881" y="3513"/>
                  <a:pt x="1881" y="3513"/>
                </a:cubicBezTo>
                <a:lnTo>
                  <a:pt x="2318" y="2799"/>
                </a:lnTo>
                <a:lnTo>
                  <a:pt x="1502" y="3163"/>
                </a:lnTo>
                <a:lnTo>
                  <a:pt x="1342" y="3003"/>
                </a:lnTo>
                <a:lnTo>
                  <a:pt x="1735" y="2274"/>
                </a:lnTo>
                <a:lnTo>
                  <a:pt x="992" y="2682"/>
                </a:lnTo>
                <a:cubicBezTo>
                  <a:pt x="1764" y="788"/>
                  <a:pt x="118" y="1"/>
                  <a:pt x="117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92" name="Google Shape;492;p26"/>
          <p:cNvSpPr/>
          <p:nvPr/>
        </p:nvSpPr>
        <p:spPr>
          <a:xfrm>
            <a:off x="8278588" y="419349"/>
            <a:ext cx="454981" cy="226683"/>
          </a:xfrm>
          <a:custGeom>
            <a:avLst/>
            <a:gdLst/>
            <a:ahLst/>
            <a:cxnLst/>
            <a:rect l="l" t="t" r="r" b="b"/>
            <a:pathLst>
              <a:path w="4753" h="2368" extrusionOk="0">
                <a:moveTo>
                  <a:pt x="330" y="0"/>
                </a:moveTo>
                <a:cubicBezTo>
                  <a:pt x="134" y="0"/>
                  <a:pt x="1" y="36"/>
                  <a:pt x="1" y="36"/>
                </a:cubicBezTo>
                <a:cubicBezTo>
                  <a:pt x="540" y="79"/>
                  <a:pt x="526" y="764"/>
                  <a:pt x="526" y="764"/>
                </a:cubicBezTo>
                <a:cubicBezTo>
                  <a:pt x="540" y="763"/>
                  <a:pt x="555" y="763"/>
                  <a:pt x="569" y="763"/>
                </a:cubicBezTo>
                <a:cubicBezTo>
                  <a:pt x="1109" y="763"/>
                  <a:pt x="1385" y="1537"/>
                  <a:pt x="1385" y="1537"/>
                </a:cubicBezTo>
                <a:cubicBezTo>
                  <a:pt x="1385" y="1537"/>
                  <a:pt x="1432" y="1500"/>
                  <a:pt x="1555" y="1500"/>
                </a:cubicBezTo>
                <a:cubicBezTo>
                  <a:pt x="1586" y="1500"/>
                  <a:pt x="1622" y="1502"/>
                  <a:pt x="1662" y="1508"/>
                </a:cubicBezTo>
                <a:cubicBezTo>
                  <a:pt x="1881" y="1537"/>
                  <a:pt x="2216" y="2368"/>
                  <a:pt x="2216" y="2368"/>
                </a:cubicBezTo>
                <a:cubicBezTo>
                  <a:pt x="2216" y="2368"/>
                  <a:pt x="2406" y="1668"/>
                  <a:pt x="2624" y="1537"/>
                </a:cubicBezTo>
                <a:cubicBezTo>
                  <a:pt x="2724" y="1476"/>
                  <a:pt x="2809" y="1457"/>
                  <a:pt x="2876" y="1457"/>
                </a:cubicBezTo>
                <a:cubicBezTo>
                  <a:pt x="2985" y="1457"/>
                  <a:pt x="3047" y="1508"/>
                  <a:pt x="3047" y="1508"/>
                </a:cubicBezTo>
                <a:cubicBezTo>
                  <a:pt x="3298" y="1026"/>
                  <a:pt x="3708" y="958"/>
                  <a:pt x="3918" y="958"/>
                </a:cubicBezTo>
                <a:cubicBezTo>
                  <a:pt x="4001" y="958"/>
                  <a:pt x="4053" y="968"/>
                  <a:pt x="4053" y="968"/>
                </a:cubicBezTo>
                <a:cubicBezTo>
                  <a:pt x="3980" y="575"/>
                  <a:pt x="4752" y="65"/>
                  <a:pt x="4752" y="65"/>
                </a:cubicBezTo>
                <a:cubicBezTo>
                  <a:pt x="4752" y="65"/>
                  <a:pt x="4694" y="46"/>
                  <a:pt x="4581" y="46"/>
                </a:cubicBezTo>
                <a:cubicBezTo>
                  <a:pt x="4428" y="46"/>
                  <a:pt x="4172" y="80"/>
                  <a:pt x="3819" y="240"/>
                </a:cubicBezTo>
                <a:cubicBezTo>
                  <a:pt x="3193" y="517"/>
                  <a:pt x="2566" y="1114"/>
                  <a:pt x="2566" y="1114"/>
                </a:cubicBezTo>
                <a:lnTo>
                  <a:pt x="2479" y="531"/>
                </a:lnTo>
                <a:lnTo>
                  <a:pt x="2202" y="1100"/>
                </a:lnTo>
                <a:lnTo>
                  <a:pt x="2041" y="1085"/>
                </a:lnTo>
                <a:lnTo>
                  <a:pt x="1925" y="517"/>
                </a:lnTo>
                <a:lnTo>
                  <a:pt x="1706" y="1085"/>
                </a:lnTo>
                <a:cubicBezTo>
                  <a:pt x="1402" y="152"/>
                  <a:pt x="733" y="0"/>
                  <a:pt x="330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493" name="Google Shape;493;p26"/>
          <p:cNvGrpSpPr/>
          <p:nvPr/>
        </p:nvGrpSpPr>
        <p:grpSpPr>
          <a:xfrm>
            <a:off x="7011937" y="2813481"/>
            <a:ext cx="1630354" cy="2328180"/>
            <a:chOff x="7011937" y="2813481"/>
            <a:chExt cx="1630354" cy="2328180"/>
          </a:xfrm>
        </p:grpSpPr>
        <p:sp>
          <p:nvSpPr>
            <p:cNvPr id="494" name="Google Shape;494;p26"/>
            <p:cNvSpPr/>
            <p:nvPr/>
          </p:nvSpPr>
          <p:spPr>
            <a:xfrm>
              <a:off x="7096428" y="3340714"/>
              <a:ext cx="176488" cy="200864"/>
            </a:xfrm>
            <a:custGeom>
              <a:avLst/>
              <a:gdLst/>
              <a:ahLst/>
              <a:cxnLst/>
              <a:rect l="l" t="t" r="r" b="b"/>
              <a:pathLst>
                <a:path w="5481" h="6238" extrusionOk="0">
                  <a:moveTo>
                    <a:pt x="2638" y="0"/>
                  </a:moveTo>
                  <a:cubicBezTo>
                    <a:pt x="1822" y="525"/>
                    <a:pt x="1472" y="743"/>
                    <a:pt x="656" y="1268"/>
                  </a:cubicBezTo>
                  <a:cubicBezTo>
                    <a:pt x="598" y="2128"/>
                    <a:pt x="306" y="2857"/>
                    <a:pt x="0" y="3600"/>
                  </a:cubicBezTo>
                  <a:cubicBezTo>
                    <a:pt x="87" y="4110"/>
                    <a:pt x="204" y="4678"/>
                    <a:pt x="321" y="5247"/>
                  </a:cubicBezTo>
                  <a:cubicBezTo>
                    <a:pt x="350" y="5363"/>
                    <a:pt x="350" y="5495"/>
                    <a:pt x="437" y="5597"/>
                  </a:cubicBezTo>
                  <a:cubicBezTo>
                    <a:pt x="510" y="5684"/>
                    <a:pt x="1020" y="5932"/>
                    <a:pt x="1326" y="6238"/>
                  </a:cubicBezTo>
                  <a:cubicBezTo>
                    <a:pt x="1705" y="6136"/>
                    <a:pt x="1764" y="6121"/>
                    <a:pt x="2143" y="6019"/>
                  </a:cubicBezTo>
                  <a:cubicBezTo>
                    <a:pt x="2215" y="5538"/>
                    <a:pt x="1880" y="5028"/>
                    <a:pt x="1399" y="4853"/>
                  </a:cubicBezTo>
                  <a:cubicBezTo>
                    <a:pt x="1297" y="4474"/>
                    <a:pt x="1283" y="4154"/>
                    <a:pt x="1253" y="3833"/>
                  </a:cubicBezTo>
                  <a:cubicBezTo>
                    <a:pt x="1720" y="3367"/>
                    <a:pt x="2128" y="3032"/>
                    <a:pt x="2536" y="2711"/>
                  </a:cubicBezTo>
                  <a:cubicBezTo>
                    <a:pt x="2805" y="2794"/>
                    <a:pt x="3132" y="2846"/>
                    <a:pt x="3480" y="2846"/>
                  </a:cubicBezTo>
                  <a:cubicBezTo>
                    <a:pt x="4169" y="2846"/>
                    <a:pt x="4937" y="2641"/>
                    <a:pt x="5480" y="2070"/>
                  </a:cubicBezTo>
                  <a:cubicBezTo>
                    <a:pt x="5072" y="408"/>
                    <a:pt x="4125" y="437"/>
                    <a:pt x="2638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5" name="Google Shape;495;p26"/>
            <p:cNvSpPr/>
            <p:nvPr/>
          </p:nvSpPr>
          <p:spPr>
            <a:xfrm>
              <a:off x="7914391" y="3375296"/>
              <a:ext cx="437437" cy="499744"/>
            </a:xfrm>
            <a:custGeom>
              <a:avLst/>
              <a:gdLst/>
              <a:ahLst/>
              <a:cxnLst/>
              <a:rect l="l" t="t" r="r" b="b"/>
              <a:pathLst>
                <a:path w="13585" h="15520" extrusionOk="0">
                  <a:moveTo>
                    <a:pt x="1849" y="1"/>
                  </a:moveTo>
                  <a:cubicBezTo>
                    <a:pt x="1806" y="1"/>
                    <a:pt x="1763" y="2"/>
                    <a:pt x="1720" y="5"/>
                  </a:cubicBezTo>
                  <a:cubicBezTo>
                    <a:pt x="1065" y="194"/>
                    <a:pt x="540" y="456"/>
                    <a:pt x="1" y="719"/>
                  </a:cubicBezTo>
                  <a:cubicBezTo>
                    <a:pt x="613" y="4931"/>
                    <a:pt x="1502" y="9420"/>
                    <a:pt x="2945" y="13734"/>
                  </a:cubicBezTo>
                  <a:cubicBezTo>
                    <a:pt x="3105" y="14186"/>
                    <a:pt x="3528" y="15279"/>
                    <a:pt x="3979" y="15483"/>
                  </a:cubicBezTo>
                  <a:cubicBezTo>
                    <a:pt x="4030" y="15508"/>
                    <a:pt x="4103" y="15520"/>
                    <a:pt x="4197" y="15520"/>
                  </a:cubicBezTo>
                  <a:cubicBezTo>
                    <a:pt x="5472" y="15520"/>
                    <a:pt x="10515" y="13262"/>
                    <a:pt x="13584" y="10396"/>
                  </a:cubicBezTo>
                  <a:cubicBezTo>
                    <a:pt x="13278" y="9667"/>
                    <a:pt x="12870" y="8735"/>
                    <a:pt x="12870" y="7875"/>
                  </a:cubicBezTo>
                  <a:cubicBezTo>
                    <a:pt x="10349" y="9303"/>
                    <a:pt x="7696" y="10294"/>
                    <a:pt x="4956" y="10965"/>
                  </a:cubicBezTo>
                  <a:cubicBezTo>
                    <a:pt x="4504" y="9114"/>
                    <a:pt x="4286" y="7292"/>
                    <a:pt x="4402" y="5485"/>
                  </a:cubicBezTo>
                  <a:cubicBezTo>
                    <a:pt x="4606" y="4450"/>
                    <a:pt x="4810" y="3240"/>
                    <a:pt x="4446" y="2089"/>
                  </a:cubicBezTo>
                  <a:cubicBezTo>
                    <a:pt x="4094" y="990"/>
                    <a:pt x="3062" y="1"/>
                    <a:pt x="1849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6" name="Google Shape;496;p26"/>
            <p:cNvSpPr/>
            <p:nvPr/>
          </p:nvSpPr>
          <p:spPr>
            <a:xfrm>
              <a:off x="8472375" y="3692654"/>
              <a:ext cx="122521" cy="185021"/>
            </a:xfrm>
            <a:custGeom>
              <a:avLst/>
              <a:gdLst/>
              <a:ahLst/>
              <a:cxnLst/>
              <a:rect l="l" t="t" r="r" b="b"/>
              <a:pathLst>
                <a:path w="3805" h="5746" extrusionOk="0">
                  <a:moveTo>
                    <a:pt x="1050" y="1"/>
                  </a:moveTo>
                  <a:cubicBezTo>
                    <a:pt x="555" y="453"/>
                    <a:pt x="278" y="963"/>
                    <a:pt x="1" y="1458"/>
                  </a:cubicBezTo>
                  <a:cubicBezTo>
                    <a:pt x="540" y="1662"/>
                    <a:pt x="1079" y="1852"/>
                    <a:pt x="1546" y="2173"/>
                  </a:cubicBezTo>
                  <a:cubicBezTo>
                    <a:pt x="2027" y="2464"/>
                    <a:pt x="2420" y="2901"/>
                    <a:pt x="2581" y="3411"/>
                  </a:cubicBezTo>
                  <a:cubicBezTo>
                    <a:pt x="2755" y="3951"/>
                    <a:pt x="2624" y="4519"/>
                    <a:pt x="2435" y="5058"/>
                  </a:cubicBezTo>
                  <a:cubicBezTo>
                    <a:pt x="2333" y="5350"/>
                    <a:pt x="2508" y="5656"/>
                    <a:pt x="2828" y="5729"/>
                  </a:cubicBezTo>
                  <a:cubicBezTo>
                    <a:pt x="2875" y="5740"/>
                    <a:pt x="2922" y="5745"/>
                    <a:pt x="2968" y="5745"/>
                  </a:cubicBezTo>
                  <a:cubicBezTo>
                    <a:pt x="3223" y="5745"/>
                    <a:pt x="3452" y="5582"/>
                    <a:pt x="3513" y="5335"/>
                  </a:cubicBezTo>
                  <a:lnTo>
                    <a:pt x="3805" y="4096"/>
                  </a:lnTo>
                  <a:cubicBezTo>
                    <a:pt x="3717" y="3353"/>
                    <a:pt x="3572" y="2683"/>
                    <a:pt x="3426" y="2012"/>
                  </a:cubicBezTo>
                  <a:cubicBezTo>
                    <a:pt x="2683" y="1386"/>
                    <a:pt x="1866" y="686"/>
                    <a:pt x="1050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7" name="Google Shape;497;p26"/>
            <p:cNvSpPr/>
            <p:nvPr/>
          </p:nvSpPr>
          <p:spPr>
            <a:xfrm>
              <a:off x="8381347" y="3681416"/>
              <a:ext cx="176488" cy="200896"/>
            </a:xfrm>
            <a:custGeom>
              <a:avLst/>
              <a:gdLst/>
              <a:ahLst/>
              <a:cxnLst/>
              <a:rect l="l" t="t" r="r" b="b"/>
              <a:pathLst>
                <a:path w="5481" h="6239" extrusionOk="0">
                  <a:moveTo>
                    <a:pt x="2842" y="0"/>
                  </a:moveTo>
                  <a:cubicBezTo>
                    <a:pt x="1356" y="437"/>
                    <a:pt x="408" y="408"/>
                    <a:pt x="0" y="2070"/>
                  </a:cubicBezTo>
                  <a:cubicBezTo>
                    <a:pt x="553" y="2642"/>
                    <a:pt x="1318" y="2846"/>
                    <a:pt x="2004" y="2846"/>
                  </a:cubicBezTo>
                  <a:cubicBezTo>
                    <a:pt x="2350" y="2846"/>
                    <a:pt x="2676" y="2794"/>
                    <a:pt x="2944" y="2711"/>
                  </a:cubicBezTo>
                  <a:cubicBezTo>
                    <a:pt x="3353" y="3032"/>
                    <a:pt x="3761" y="3367"/>
                    <a:pt x="4227" y="3833"/>
                  </a:cubicBezTo>
                  <a:cubicBezTo>
                    <a:pt x="4198" y="4154"/>
                    <a:pt x="4183" y="4475"/>
                    <a:pt x="4081" y="4853"/>
                  </a:cubicBezTo>
                  <a:cubicBezTo>
                    <a:pt x="3600" y="5028"/>
                    <a:pt x="3265" y="5538"/>
                    <a:pt x="3338" y="6019"/>
                  </a:cubicBezTo>
                  <a:cubicBezTo>
                    <a:pt x="3717" y="6121"/>
                    <a:pt x="3775" y="6136"/>
                    <a:pt x="4154" y="6238"/>
                  </a:cubicBezTo>
                  <a:cubicBezTo>
                    <a:pt x="4460" y="5932"/>
                    <a:pt x="4970" y="5684"/>
                    <a:pt x="5043" y="5597"/>
                  </a:cubicBezTo>
                  <a:cubicBezTo>
                    <a:pt x="5131" y="5495"/>
                    <a:pt x="5131" y="5364"/>
                    <a:pt x="5160" y="5247"/>
                  </a:cubicBezTo>
                  <a:cubicBezTo>
                    <a:pt x="5276" y="4679"/>
                    <a:pt x="5393" y="4110"/>
                    <a:pt x="5480" y="3600"/>
                  </a:cubicBezTo>
                  <a:cubicBezTo>
                    <a:pt x="5174" y="2857"/>
                    <a:pt x="4883" y="2128"/>
                    <a:pt x="4825" y="1268"/>
                  </a:cubicBezTo>
                  <a:cubicBezTo>
                    <a:pt x="4008" y="743"/>
                    <a:pt x="3659" y="525"/>
                    <a:pt x="2842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8" name="Google Shape;498;p26"/>
            <p:cNvSpPr/>
            <p:nvPr/>
          </p:nvSpPr>
          <p:spPr>
            <a:xfrm>
              <a:off x="8472375" y="3692654"/>
              <a:ext cx="122519" cy="185018"/>
            </a:xfrm>
            <a:custGeom>
              <a:avLst/>
              <a:gdLst/>
              <a:ahLst/>
              <a:cxnLst/>
              <a:rect l="l" t="t" r="r" b="b"/>
              <a:pathLst>
                <a:path w="3805" h="5746" extrusionOk="0">
                  <a:moveTo>
                    <a:pt x="1050" y="1"/>
                  </a:moveTo>
                  <a:cubicBezTo>
                    <a:pt x="555" y="453"/>
                    <a:pt x="278" y="963"/>
                    <a:pt x="1" y="1458"/>
                  </a:cubicBezTo>
                  <a:cubicBezTo>
                    <a:pt x="540" y="1662"/>
                    <a:pt x="1079" y="1852"/>
                    <a:pt x="1546" y="2173"/>
                  </a:cubicBezTo>
                  <a:cubicBezTo>
                    <a:pt x="2027" y="2464"/>
                    <a:pt x="2420" y="2901"/>
                    <a:pt x="2581" y="3411"/>
                  </a:cubicBezTo>
                  <a:cubicBezTo>
                    <a:pt x="2755" y="3951"/>
                    <a:pt x="2624" y="4519"/>
                    <a:pt x="2435" y="5058"/>
                  </a:cubicBezTo>
                  <a:cubicBezTo>
                    <a:pt x="2333" y="5350"/>
                    <a:pt x="2508" y="5656"/>
                    <a:pt x="2828" y="5729"/>
                  </a:cubicBezTo>
                  <a:cubicBezTo>
                    <a:pt x="2875" y="5740"/>
                    <a:pt x="2922" y="5745"/>
                    <a:pt x="2968" y="5745"/>
                  </a:cubicBezTo>
                  <a:cubicBezTo>
                    <a:pt x="3223" y="5745"/>
                    <a:pt x="3452" y="5582"/>
                    <a:pt x="3513" y="5335"/>
                  </a:cubicBezTo>
                  <a:lnTo>
                    <a:pt x="3805" y="4096"/>
                  </a:lnTo>
                  <a:cubicBezTo>
                    <a:pt x="3717" y="3353"/>
                    <a:pt x="3572" y="2683"/>
                    <a:pt x="3426" y="2012"/>
                  </a:cubicBezTo>
                  <a:cubicBezTo>
                    <a:pt x="2683" y="1386"/>
                    <a:pt x="1866" y="686"/>
                    <a:pt x="1050" y="1"/>
                  </a:cubicBezTo>
                  <a:close/>
                </a:path>
              </a:pathLst>
            </a:custGeom>
            <a:solidFill>
              <a:srgbClr val="000000">
                <a:alpha val="369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9" name="Google Shape;499;p26"/>
            <p:cNvSpPr/>
            <p:nvPr/>
          </p:nvSpPr>
          <p:spPr>
            <a:xfrm>
              <a:off x="8381347" y="3681416"/>
              <a:ext cx="176485" cy="200892"/>
            </a:xfrm>
            <a:custGeom>
              <a:avLst/>
              <a:gdLst/>
              <a:ahLst/>
              <a:cxnLst/>
              <a:rect l="l" t="t" r="r" b="b"/>
              <a:pathLst>
                <a:path w="5481" h="6239" extrusionOk="0">
                  <a:moveTo>
                    <a:pt x="2842" y="0"/>
                  </a:moveTo>
                  <a:cubicBezTo>
                    <a:pt x="1356" y="437"/>
                    <a:pt x="408" y="408"/>
                    <a:pt x="0" y="2070"/>
                  </a:cubicBezTo>
                  <a:cubicBezTo>
                    <a:pt x="553" y="2642"/>
                    <a:pt x="1318" y="2846"/>
                    <a:pt x="2004" y="2846"/>
                  </a:cubicBezTo>
                  <a:cubicBezTo>
                    <a:pt x="2350" y="2846"/>
                    <a:pt x="2676" y="2794"/>
                    <a:pt x="2944" y="2711"/>
                  </a:cubicBezTo>
                  <a:cubicBezTo>
                    <a:pt x="3353" y="3032"/>
                    <a:pt x="3761" y="3367"/>
                    <a:pt x="4227" y="3833"/>
                  </a:cubicBezTo>
                  <a:cubicBezTo>
                    <a:pt x="4198" y="4154"/>
                    <a:pt x="4183" y="4475"/>
                    <a:pt x="4081" y="4853"/>
                  </a:cubicBezTo>
                  <a:cubicBezTo>
                    <a:pt x="3600" y="5028"/>
                    <a:pt x="3265" y="5538"/>
                    <a:pt x="3338" y="6019"/>
                  </a:cubicBezTo>
                  <a:cubicBezTo>
                    <a:pt x="3717" y="6121"/>
                    <a:pt x="3775" y="6136"/>
                    <a:pt x="4154" y="6238"/>
                  </a:cubicBezTo>
                  <a:cubicBezTo>
                    <a:pt x="4460" y="5932"/>
                    <a:pt x="4970" y="5684"/>
                    <a:pt x="5043" y="5597"/>
                  </a:cubicBezTo>
                  <a:cubicBezTo>
                    <a:pt x="5131" y="5495"/>
                    <a:pt x="5131" y="5364"/>
                    <a:pt x="5160" y="5247"/>
                  </a:cubicBezTo>
                  <a:cubicBezTo>
                    <a:pt x="5276" y="4679"/>
                    <a:pt x="5393" y="4110"/>
                    <a:pt x="5480" y="3600"/>
                  </a:cubicBezTo>
                  <a:cubicBezTo>
                    <a:pt x="5174" y="2857"/>
                    <a:pt x="4883" y="2128"/>
                    <a:pt x="4825" y="1268"/>
                  </a:cubicBezTo>
                  <a:cubicBezTo>
                    <a:pt x="4008" y="743"/>
                    <a:pt x="3659" y="525"/>
                    <a:pt x="2842" y="0"/>
                  </a:cubicBezTo>
                  <a:close/>
                </a:path>
              </a:pathLst>
            </a:custGeom>
            <a:solidFill>
              <a:srgbClr val="000000">
                <a:alpha val="369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0" name="Google Shape;500;p26"/>
            <p:cNvSpPr/>
            <p:nvPr/>
          </p:nvSpPr>
          <p:spPr>
            <a:xfrm>
              <a:off x="7914391" y="3375296"/>
              <a:ext cx="437429" cy="499735"/>
            </a:xfrm>
            <a:custGeom>
              <a:avLst/>
              <a:gdLst/>
              <a:ahLst/>
              <a:cxnLst/>
              <a:rect l="l" t="t" r="r" b="b"/>
              <a:pathLst>
                <a:path w="13585" h="15520" extrusionOk="0">
                  <a:moveTo>
                    <a:pt x="1849" y="1"/>
                  </a:moveTo>
                  <a:cubicBezTo>
                    <a:pt x="1806" y="1"/>
                    <a:pt x="1763" y="2"/>
                    <a:pt x="1720" y="5"/>
                  </a:cubicBezTo>
                  <a:cubicBezTo>
                    <a:pt x="1065" y="194"/>
                    <a:pt x="540" y="456"/>
                    <a:pt x="1" y="719"/>
                  </a:cubicBezTo>
                  <a:cubicBezTo>
                    <a:pt x="613" y="4931"/>
                    <a:pt x="1502" y="9420"/>
                    <a:pt x="2945" y="13734"/>
                  </a:cubicBezTo>
                  <a:cubicBezTo>
                    <a:pt x="3105" y="14186"/>
                    <a:pt x="3528" y="15279"/>
                    <a:pt x="3979" y="15483"/>
                  </a:cubicBezTo>
                  <a:cubicBezTo>
                    <a:pt x="4030" y="15508"/>
                    <a:pt x="4103" y="15520"/>
                    <a:pt x="4197" y="15520"/>
                  </a:cubicBezTo>
                  <a:cubicBezTo>
                    <a:pt x="5472" y="15520"/>
                    <a:pt x="10515" y="13262"/>
                    <a:pt x="13584" y="10396"/>
                  </a:cubicBezTo>
                  <a:cubicBezTo>
                    <a:pt x="13278" y="9667"/>
                    <a:pt x="12870" y="8735"/>
                    <a:pt x="12870" y="7875"/>
                  </a:cubicBezTo>
                  <a:cubicBezTo>
                    <a:pt x="10349" y="9303"/>
                    <a:pt x="7696" y="10294"/>
                    <a:pt x="4956" y="10965"/>
                  </a:cubicBezTo>
                  <a:cubicBezTo>
                    <a:pt x="4504" y="9114"/>
                    <a:pt x="4286" y="7292"/>
                    <a:pt x="4402" y="5485"/>
                  </a:cubicBezTo>
                  <a:cubicBezTo>
                    <a:pt x="4606" y="4450"/>
                    <a:pt x="4810" y="3240"/>
                    <a:pt x="4446" y="2089"/>
                  </a:cubicBezTo>
                  <a:cubicBezTo>
                    <a:pt x="4094" y="990"/>
                    <a:pt x="3062" y="1"/>
                    <a:pt x="1849" y="1"/>
                  </a:cubicBezTo>
                  <a:close/>
                </a:path>
              </a:pathLst>
            </a:custGeom>
            <a:solidFill>
              <a:srgbClr val="000000">
                <a:alpha val="369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1" name="Google Shape;501;p26"/>
            <p:cNvSpPr/>
            <p:nvPr/>
          </p:nvSpPr>
          <p:spPr>
            <a:xfrm>
              <a:off x="8510402" y="3655109"/>
              <a:ext cx="131889" cy="143223"/>
            </a:xfrm>
            <a:custGeom>
              <a:avLst/>
              <a:gdLst/>
              <a:ahLst/>
              <a:cxnLst/>
              <a:rect l="l" t="t" r="r" b="b"/>
              <a:pathLst>
                <a:path w="4096" h="4448" extrusionOk="0">
                  <a:moveTo>
                    <a:pt x="2347" y="1"/>
                  </a:moveTo>
                  <a:cubicBezTo>
                    <a:pt x="1545" y="161"/>
                    <a:pt x="773" y="365"/>
                    <a:pt x="0" y="555"/>
                  </a:cubicBezTo>
                  <a:cubicBezTo>
                    <a:pt x="248" y="1036"/>
                    <a:pt x="438" y="1531"/>
                    <a:pt x="496" y="2041"/>
                  </a:cubicBezTo>
                  <a:cubicBezTo>
                    <a:pt x="904" y="1969"/>
                    <a:pt x="1312" y="1896"/>
                    <a:pt x="1735" y="1823"/>
                  </a:cubicBezTo>
                  <a:cubicBezTo>
                    <a:pt x="1895" y="2056"/>
                    <a:pt x="2012" y="2318"/>
                    <a:pt x="2055" y="2595"/>
                  </a:cubicBezTo>
                  <a:cubicBezTo>
                    <a:pt x="1939" y="2843"/>
                    <a:pt x="1778" y="3032"/>
                    <a:pt x="1662" y="3251"/>
                  </a:cubicBezTo>
                  <a:cubicBezTo>
                    <a:pt x="1545" y="3470"/>
                    <a:pt x="1458" y="3732"/>
                    <a:pt x="1545" y="3965"/>
                  </a:cubicBezTo>
                  <a:cubicBezTo>
                    <a:pt x="1633" y="4184"/>
                    <a:pt x="1866" y="4344"/>
                    <a:pt x="2099" y="4402"/>
                  </a:cubicBezTo>
                  <a:cubicBezTo>
                    <a:pt x="2255" y="4441"/>
                    <a:pt x="2417" y="4448"/>
                    <a:pt x="2581" y="4448"/>
                  </a:cubicBezTo>
                  <a:cubicBezTo>
                    <a:pt x="2663" y="4448"/>
                    <a:pt x="2745" y="4446"/>
                    <a:pt x="2828" y="4446"/>
                  </a:cubicBezTo>
                  <a:cubicBezTo>
                    <a:pt x="3003" y="3455"/>
                    <a:pt x="3455" y="2508"/>
                    <a:pt x="4096" y="1721"/>
                  </a:cubicBezTo>
                  <a:cubicBezTo>
                    <a:pt x="3513" y="1152"/>
                    <a:pt x="2930" y="584"/>
                    <a:pt x="2347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2" name="Google Shape;502;p26"/>
            <p:cNvSpPr/>
            <p:nvPr/>
          </p:nvSpPr>
          <p:spPr>
            <a:xfrm>
              <a:off x="8285135" y="3618177"/>
              <a:ext cx="291469" cy="259753"/>
            </a:xfrm>
            <a:custGeom>
              <a:avLst/>
              <a:gdLst/>
              <a:ahLst/>
              <a:cxnLst/>
              <a:rect l="l" t="t" r="r" b="b"/>
              <a:pathLst>
                <a:path w="9052" h="8067" extrusionOk="0">
                  <a:moveTo>
                    <a:pt x="2356" y="0"/>
                  </a:moveTo>
                  <a:cubicBezTo>
                    <a:pt x="2165" y="0"/>
                    <a:pt x="1976" y="25"/>
                    <a:pt x="1793" y="84"/>
                  </a:cubicBezTo>
                  <a:cubicBezTo>
                    <a:pt x="1021" y="332"/>
                    <a:pt x="569" y="1104"/>
                    <a:pt x="496" y="1848"/>
                  </a:cubicBezTo>
                  <a:cubicBezTo>
                    <a:pt x="423" y="2605"/>
                    <a:pt x="656" y="3349"/>
                    <a:pt x="700" y="3917"/>
                  </a:cubicBezTo>
                  <a:cubicBezTo>
                    <a:pt x="846" y="4267"/>
                    <a:pt x="686" y="4660"/>
                    <a:pt x="496" y="4981"/>
                  </a:cubicBezTo>
                  <a:cubicBezTo>
                    <a:pt x="307" y="5316"/>
                    <a:pt x="88" y="5637"/>
                    <a:pt x="59" y="6016"/>
                  </a:cubicBezTo>
                  <a:cubicBezTo>
                    <a:pt x="1" y="6613"/>
                    <a:pt x="496" y="7138"/>
                    <a:pt x="962" y="7561"/>
                  </a:cubicBezTo>
                  <a:cubicBezTo>
                    <a:pt x="1152" y="7750"/>
                    <a:pt x="1356" y="7940"/>
                    <a:pt x="1618" y="8027"/>
                  </a:cubicBezTo>
                  <a:cubicBezTo>
                    <a:pt x="1696" y="8053"/>
                    <a:pt x="1780" y="8066"/>
                    <a:pt x="1864" y="8066"/>
                  </a:cubicBezTo>
                  <a:cubicBezTo>
                    <a:pt x="2064" y="8066"/>
                    <a:pt x="2263" y="7992"/>
                    <a:pt x="2376" y="7838"/>
                  </a:cubicBezTo>
                  <a:cubicBezTo>
                    <a:pt x="2551" y="7124"/>
                    <a:pt x="2230" y="6307"/>
                    <a:pt x="1604" y="5870"/>
                  </a:cubicBezTo>
                  <a:cubicBezTo>
                    <a:pt x="1662" y="5783"/>
                    <a:pt x="1750" y="5681"/>
                    <a:pt x="1837" y="5564"/>
                  </a:cubicBezTo>
                  <a:cubicBezTo>
                    <a:pt x="2478" y="4792"/>
                    <a:pt x="3338" y="4194"/>
                    <a:pt x="4329" y="3873"/>
                  </a:cubicBezTo>
                  <a:cubicBezTo>
                    <a:pt x="5160" y="3597"/>
                    <a:pt x="6530" y="3057"/>
                    <a:pt x="6603" y="3028"/>
                  </a:cubicBezTo>
                  <a:cubicBezTo>
                    <a:pt x="6672" y="3008"/>
                    <a:pt x="6731" y="2998"/>
                    <a:pt x="6780" y="2998"/>
                  </a:cubicBezTo>
                  <a:cubicBezTo>
                    <a:pt x="7052" y="2998"/>
                    <a:pt x="7051" y="3287"/>
                    <a:pt x="7113" y="3669"/>
                  </a:cubicBezTo>
                  <a:cubicBezTo>
                    <a:pt x="6719" y="4223"/>
                    <a:pt x="6559" y="4515"/>
                    <a:pt x="6428" y="5025"/>
                  </a:cubicBezTo>
                  <a:cubicBezTo>
                    <a:pt x="6355" y="5316"/>
                    <a:pt x="6501" y="5622"/>
                    <a:pt x="6792" y="5754"/>
                  </a:cubicBezTo>
                  <a:lnTo>
                    <a:pt x="6807" y="5754"/>
                  </a:lnTo>
                  <a:cubicBezTo>
                    <a:pt x="6904" y="5797"/>
                    <a:pt x="7004" y="5817"/>
                    <a:pt x="7102" y="5817"/>
                  </a:cubicBezTo>
                  <a:cubicBezTo>
                    <a:pt x="7401" y="5817"/>
                    <a:pt x="7677" y="5628"/>
                    <a:pt x="7754" y="5331"/>
                  </a:cubicBezTo>
                  <a:cubicBezTo>
                    <a:pt x="7973" y="4442"/>
                    <a:pt x="8366" y="3830"/>
                    <a:pt x="9051" y="3014"/>
                  </a:cubicBezTo>
                  <a:cubicBezTo>
                    <a:pt x="8833" y="1935"/>
                    <a:pt x="8483" y="1396"/>
                    <a:pt x="8148" y="871"/>
                  </a:cubicBezTo>
                  <a:cubicBezTo>
                    <a:pt x="7448" y="944"/>
                    <a:pt x="6836" y="1075"/>
                    <a:pt x="6209" y="1206"/>
                  </a:cubicBezTo>
                  <a:cubicBezTo>
                    <a:pt x="5466" y="1192"/>
                    <a:pt x="4737" y="813"/>
                    <a:pt x="4038" y="478"/>
                  </a:cubicBezTo>
                  <a:cubicBezTo>
                    <a:pt x="3514" y="227"/>
                    <a:pt x="2925" y="0"/>
                    <a:pt x="235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3" name="Google Shape;503;p26"/>
            <p:cNvSpPr/>
            <p:nvPr/>
          </p:nvSpPr>
          <p:spPr>
            <a:xfrm>
              <a:off x="7825681" y="3322876"/>
              <a:ext cx="76087" cy="49555"/>
            </a:xfrm>
            <a:custGeom>
              <a:avLst/>
              <a:gdLst/>
              <a:ahLst/>
              <a:cxnLst/>
              <a:rect l="l" t="t" r="r" b="b"/>
              <a:pathLst>
                <a:path w="2363" h="1539" extrusionOk="0">
                  <a:moveTo>
                    <a:pt x="1342" y="0"/>
                  </a:moveTo>
                  <a:cubicBezTo>
                    <a:pt x="744" y="365"/>
                    <a:pt x="263" y="904"/>
                    <a:pt x="1" y="1531"/>
                  </a:cubicBezTo>
                  <a:cubicBezTo>
                    <a:pt x="203" y="1535"/>
                    <a:pt x="404" y="1539"/>
                    <a:pt x="609" y="1539"/>
                  </a:cubicBezTo>
                  <a:cubicBezTo>
                    <a:pt x="1142" y="1539"/>
                    <a:pt x="1699" y="1511"/>
                    <a:pt x="2362" y="1385"/>
                  </a:cubicBezTo>
                  <a:cubicBezTo>
                    <a:pt x="2348" y="773"/>
                    <a:pt x="1881" y="190"/>
                    <a:pt x="1342" y="0"/>
                  </a:cubicBezTo>
                  <a:close/>
                </a:path>
              </a:pathLst>
            </a:custGeom>
            <a:solidFill>
              <a:srgbClr val="5B6F7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4" name="Google Shape;504;p26"/>
            <p:cNvSpPr/>
            <p:nvPr/>
          </p:nvSpPr>
          <p:spPr>
            <a:xfrm>
              <a:off x="7943016" y="3641135"/>
              <a:ext cx="191039" cy="168886"/>
            </a:xfrm>
            <a:custGeom>
              <a:avLst/>
              <a:gdLst/>
              <a:ahLst/>
              <a:cxnLst/>
              <a:rect l="l" t="t" r="r" b="b"/>
              <a:pathLst>
                <a:path w="5933" h="5245" extrusionOk="0">
                  <a:moveTo>
                    <a:pt x="3058" y="0"/>
                  </a:moveTo>
                  <a:cubicBezTo>
                    <a:pt x="2251" y="0"/>
                    <a:pt x="1405" y="164"/>
                    <a:pt x="613" y="566"/>
                  </a:cubicBezTo>
                  <a:cubicBezTo>
                    <a:pt x="409" y="668"/>
                    <a:pt x="190" y="799"/>
                    <a:pt x="103" y="1003"/>
                  </a:cubicBezTo>
                  <a:cubicBezTo>
                    <a:pt x="1" y="1251"/>
                    <a:pt x="117" y="1528"/>
                    <a:pt x="219" y="1761"/>
                  </a:cubicBezTo>
                  <a:cubicBezTo>
                    <a:pt x="759" y="2927"/>
                    <a:pt x="1298" y="4079"/>
                    <a:pt x="1837" y="5245"/>
                  </a:cubicBezTo>
                  <a:cubicBezTo>
                    <a:pt x="2362" y="4487"/>
                    <a:pt x="2726" y="4210"/>
                    <a:pt x="3090" y="3379"/>
                  </a:cubicBezTo>
                  <a:cubicBezTo>
                    <a:pt x="3732" y="3364"/>
                    <a:pt x="4519" y="3233"/>
                    <a:pt x="5160" y="3204"/>
                  </a:cubicBezTo>
                  <a:cubicBezTo>
                    <a:pt x="5175" y="2548"/>
                    <a:pt x="5408" y="1455"/>
                    <a:pt x="5933" y="1003"/>
                  </a:cubicBezTo>
                  <a:cubicBezTo>
                    <a:pt x="5218" y="406"/>
                    <a:pt x="4344" y="71"/>
                    <a:pt x="3440" y="12"/>
                  </a:cubicBezTo>
                  <a:cubicBezTo>
                    <a:pt x="3314" y="4"/>
                    <a:pt x="3186" y="0"/>
                    <a:pt x="3058" y="0"/>
                  </a:cubicBezTo>
                  <a:close/>
                </a:path>
              </a:pathLst>
            </a:custGeom>
            <a:solidFill>
              <a:srgbClr val="000000">
                <a:alpha val="2737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5" name="Google Shape;505;p26"/>
            <p:cNvSpPr/>
            <p:nvPr/>
          </p:nvSpPr>
          <p:spPr>
            <a:xfrm>
              <a:off x="7642209" y="3737926"/>
              <a:ext cx="112666" cy="132179"/>
            </a:xfrm>
            <a:custGeom>
              <a:avLst/>
              <a:gdLst/>
              <a:ahLst/>
              <a:cxnLst/>
              <a:rect l="l" t="t" r="r" b="b"/>
              <a:pathLst>
                <a:path w="3499" h="4105" extrusionOk="0">
                  <a:moveTo>
                    <a:pt x="2705" y="1"/>
                  </a:moveTo>
                  <a:cubicBezTo>
                    <a:pt x="2106" y="1"/>
                    <a:pt x="1517" y="127"/>
                    <a:pt x="1006" y="242"/>
                  </a:cubicBezTo>
                  <a:cubicBezTo>
                    <a:pt x="612" y="1189"/>
                    <a:pt x="292" y="2151"/>
                    <a:pt x="0" y="3142"/>
                  </a:cubicBezTo>
                  <a:cubicBezTo>
                    <a:pt x="350" y="3113"/>
                    <a:pt x="685" y="3084"/>
                    <a:pt x="1021" y="3040"/>
                  </a:cubicBezTo>
                  <a:cubicBezTo>
                    <a:pt x="1123" y="3390"/>
                    <a:pt x="1239" y="3754"/>
                    <a:pt x="1560" y="3944"/>
                  </a:cubicBezTo>
                  <a:cubicBezTo>
                    <a:pt x="1752" y="4052"/>
                    <a:pt x="1966" y="4076"/>
                    <a:pt x="2189" y="4076"/>
                  </a:cubicBezTo>
                  <a:cubicBezTo>
                    <a:pt x="2366" y="4076"/>
                    <a:pt x="2549" y="4061"/>
                    <a:pt x="2729" y="4061"/>
                  </a:cubicBezTo>
                  <a:cubicBezTo>
                    <a:pt x="2871" y="4061"/>
                    <a:pt x="3012" y="4070"/>
                    <a:pt x="3148" y="4104"/>
                  </a:cubicBezTo>
                  <a:cubicBezTo>
                    <a:pt x="3250" y="2924"/>
                    <a:pt x="3367" y="1758"/>
                    <a:pt x="3484" y="577"/>
                  </a:cubicBezTo>
                  <a:cubicBezTo>
                    <a:pt x="3484" y="446"/>
                    <a:pt x="3498" y="315"/>
                    <a:pt x="3425" y="213"/>
                  </a:cubicBezTo>
                  <a:cubicBezTo>
                    <a:pt x="3338" y="67"/>
                    <a:pt x="3134" y="23"/>
                    <a:pt x="2959" y="9"/>
                  </a:cubicBezTo>
                  <a:cubicBezTo>
                    <a:pt x="2874" y="3"/>
                    <a:pt x="2790" y="1"/>
                    <a:pt x="2705" y="1"/>
                  </a:cubicBezTo>
                  <a:close/>
                </a:path>
              </a:pathLst>
            </a:custGeom>
            <a:solidFill>
              <a:srgbClr val="000000">
                <a:alpha val="2737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6" name="Google Shape;506;p26"/>
            <p:cNvSpPr/>
            <p:nvPr/>
          </p:nvSpPr>
          <p:spPr>
            <a:xfrm>
              <a:off x="7293521" y="3198038"/>
              <a:ext cx="771563" cy="703042"/>
            </a:xfrm>
            <a:custGeom>
              <a:avLst/>
              <a:gdLst/>
              <a:ahLst/>
              <a:cxnLst/>
              <a:rect l="l" t="t" r="r" b="b"/>
              <a:pathLst>
                <a:path w="23962" h="21834" extrusionOk="0">
                  <a:moveTo>
                    <a:pt x="14954" y="0"/>
                  </a:moveTo>
                  <a:cubicBezTo>
                    <a:pt x="13642" y="365"/>
                    <a:pt x="12258" y="642"/>
                    <a:pt x="10873" y="773"/>
                  </a:cubicBezTo>
                  <a:cubicBezTo>
                    <a:pt x="11077" y="1341"/>
                    <a:pt x="11194" y="1910"/>
                    <a:pt x="11194" y="2507"/>
                  </a:cubicBezTo>
                  <a:cubicBezTo>
                    <a:pt x="11208" y="3105"/>
                    <a:pt x="11106" y="3717"/>
                    <a:pt x="10873" y="4373"/>
                  </a:cubicBezTo>
                  <a:cubicBezTo>
                    <a:pt x="9882" y="4008"/>
                    <a:pt x="8891" y="3629"/>
                    <a:pt x="7827" y="3557"/>
                  </a:cubicBezTo>
                  <a:cubicBezTo>
                    <a:pt x="7693" y="3545"/>
                    <a:pt x="7558" y="3540"/>
                    <a:pt x="7423" y="3540"/>
                  </a:cubicBezTo>
                  <a:cubicBezTo>
                    <a:pt x="6495" y="3540"/>
                    <a:pt x="5548" y="3808"/>
                    <a:pt x="4912" y="4431"/>
                  </a:cubicBezTo>
                  <a:cubicBezTo>
                    <a:pt x="4227" y="5072"/>
                    <a:pt x="3979" y="5990"/>
                    <a:pt x="3688" y="6850"/>
                  </a:cubicBezTo>
                  <a:cubicBezTo>
                    <a:pt x="2872" y="9270"/>
                    <a:pt x="1589" y="11558"/>
                    <a:pt x="0" y="13526"/>
                  </a:cubicBezTo>
                  <a:cubicBezTo>
                    <a:pt x="0" y="14648"/>
                    <a:pt x="408" y="15508"/>
                    <a:pt x="1123" y="16426"/>
                  </a:cubicBezTo>
                  <a:cubicBezTo>
                    <a:pt x="1280" y="16638"/>
                    <a:pt x="1523" y="16741"/>
                    <a:pt x="1765" y="16741"/>
                  </a:cubicBezTo>
                  <a:cubicBezTo>
                    <a:pt x="2039" y="16741"/>
                    <a:pt x="2310" y="16608"/>
                    <a:pt x="2449" y="16353"/>
                  </a:cubicBezTo>
                  <a:cubicBezTo>
                    <a:pt x="3863" y="13861"/>
                    <a:pt x="5510" y="11820"/>
                    <a:pt x="7521" y="9620"/>
                  </a:cubicBezTo>
                  <a:cubicBezTo>
                    <a:pt x="7535" y="9649"/>
                    <a:pt x="7535" y="9663"/>
                    <a:pt x="7535" y="9678"/>
                  </a:cubicBezTo>
                  <a:cubicBezTo>
                    <a:pt x="7637" y="10115"/>
                    <a:pt x="8016" y="10713"/>
                    <a:pt x="8512" y="11164"/>
                  </a:cubicBezTo>
                  <a:cubicBezTo>
                    <a:pt x="9037" y="11616"/>
                    <a:pt x="9678" y="11937"/>
                    <a:pt x="10319" y="12243"/>
                  </a:cubicBezTo>
                  <a:cubicBezTo>
                    <a:pt x="10436" y="12374"/>
                    <a:pt x="10552" y="12505"/>
                    <a:pt x="10669" y="12636"/>
                  </a:cubicBezTo>
                  <a:cubicBezTo>
                    <a:pt x="12884" y="15172"/>
                    <a:pt x="14386" y="18437"/>
                    <a:pt x="14866" y="21833"/>
                  </a:cubicBezTo>
                  <a:cubicBezTo>
                    <a:pt x="14983" y="21833"/>
                    <a:pt x="15085" y="21818"/>
                    <a:pt x="15202" y="21818"/>
                  </a:cubicBezTo>
                  <a:lnTo>
                    <a:pt x="15231" y="21818"/>
                  </a:lnTo>
                  <a:cubicBezTo>
                    <a:pt x="16681" y="21724"/>
                    <a:pt x="18138" y="21676"/>
                    <a:pt x="19596" y="21676"/>
                  </a:cubicBezTo>
                  <a:cubicBezTo>
                    <a:pt x="21053" y="21676"/>
                    <a:pt x="22511" y="21724"/>
                    <a:pt x="23961" y="21818"/>
                  </a:cubicBezTo>
                  <a:lnTo>
                    <a:pt x="22562" y="16266"/>
                  </a:lnTo>
                  <a:lnTo>
                    <a:pt x="22460" y="15916"/>
                  </a:lnTo>
                  <a:cubicBezTo>
                    <a:pt x="22941" y="14546"/>
                    <a:pt x="23159" y="13103"/>
                    <a:pt x="23130" y="11660"/>
                  </a:cubicBezTo>
                  <a:cubicBezTo>
                    <a:pt x="23072" y="9488"/>
                    <a:pt x="22445" y="7317"/>
                    <a:pt x="21279" y="5422"/>
                  </a:cubicBezTo>
                  <a:cubicBezTo>
                    <a:pt x="20361" y="5189"/>
                    <a:pt x="19487" y="5029"/>
                    <a:pt x="18641" y="4927"/>
                  </a:cubicBezTo>
                  <a:cubicBezTo>
                    <a:pt x="18160" y="4854"/>
                    <a:pt x="17679" y="4810"/>
                    <a:pt x="17213" y="4781"/>
                  </a:cubicBezTo>
                  <a:cubicBezTo>
                    <a:pt x="16994" y="4766"/>
                    <a:pt x="16790" y="4766"/>
                    <a:pt x="16572" y="4752"/>
                  </a:cubicBezTo>
                  <a:cubicBezTo>
                    <a:pt x="16236" y="4271"/>
                    <a:pt x="15945" y="3775"/>
                    <a:pt x="15712" y="3280"/>
                  </a:cubicBezTo>
                  <a:cubicBezTo>
                    <a:pt x="15216" y="2201"/>
                    <a:pt x="14983" y="1108"/>
                    <a:pt x="14954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7" name="Google Shape;507;p26"/>
            <p:cNvSpPr/>
            <p:nvPr/>
          </p:nvSpPr>
          <p:spPr>
            <a:xfrm>
              <a:off x="7536144" y="3349601"/>
              <a:ext cx="145509" cy="255341"/>
            </a:xfrm>
            <a:custGeom>
              <a:avLst/>
              <a:gdLst/>
              <a:ahLst/>
              <a:cxnLst/>
              <a:rect l="l" t="t" r="r" b="b"/>
              <a:pathLst>
                <a:path w="4519" h="7930" extrusionOk="0">
                  <a:moveTo>
                    <a:pt x="2624" y="1"/>
                  </a:moveTo>
                  <a:cubicBezTo>
                    <a:pt x="3090" y="846"/>
                    <a:pt x="2959" y="1896"/>
                    <a:pt x="2638" y="2814"/>
                  </a:cubicBezTo>
                  <a:cubicBezTo>
                    <a:pt x="2332" y="3732"/>
                    <a:pt x="1851" y="4621"/>
                    <a:pt x="1706" y="5568"/>
                  </a:cubicBezTo>
                  <a:cubicBezTo>
                    <a:pt x="1283" y="5189"/>
                    <a:pt x="962" y="4519"/>
                    <a:pt x="1035" y="3878"/>
                  </a:cubicBezTo>
                  <a:lnTo>
                    <a:pt x="1035" y="3878"/>
                  </a:lnTo>
                  <a:cubicBezTo>
                    <a:pt x="700" y="4213"/>
                    <a:pt x="379" y="4548"/>
                    <a:pt x="44" y="4869"/>
                  </a:cubicBezTo>
                  <a:cubicBezTo>
                    <a:pt x="30" y="4898"/>
                    <a:pt x="15" y="4942"/>
                    <a:pt x="0" y="4971"/>
                  </a:cubicBezTo>
                  <a:cubicBezTo>
                    <a:pt x="102" y="5408"/>
                    <a:pt x="481" y="6006"/>
                    <a:pt x="977" y="6457"/>
                  </a:cubicBezTo>
                  <a:cubicBezTo>
                    <a:pt x="1502" y="6909"/>
                    <a:pt x="2143" y="7230"/>
                    <a:pt x="2784" y="7536"/>
                  </a:cubicBezTo>
                  <a:cubicBezTo>
                    <a:pt x="2901" y="7667"/>
                    <a:pt x="3017" y="7798"/>
                    <a:pt x="3134" y="7929"/>
                  </a:cubicBezTo>
                  <a:cubicBezTo>
                    <a:pt x="4154" y="6924"/>
                    <a:pt x="4519" y="5437"/>
                    <a:pt x="4344" y="4053"/>
                  </a:cubicBezTo>
                  <a:cubicBezTo>
                    <a:pt x="4169" y="2595"/>
                    <a:pt x="3455" y="1240"/>
                    <a:pt x="2624" y="1"/>
                  </a:cubicBezTo>
                  <a:close/>
                </a:path>
              </a:pathLst>
            </a:custGeom>
            <a:solidFill>
              <a:srgbClr val="000000">
                <a:alpha val="2737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8" name="Google Shape;508;p26"/>
            <p:cNvSpPr/>
            <p:nvPr/>
          </p:nvSpPr>
          <p:spPr>
            <a:xfrm>
              <a:off x="7839301" y="3351952"/>
              <a:ext cx="61501" cy="136622"/>
            </a:xfrm>
            <a:custGeom>
              <a:avLst/>
              <a:gdLst/>
              <a:ahLst/>
              <a:cxnLst/>
              <a:rect l="l" t="t" r="r" b="b"/>
              <a:pathLst>
                <a:path w="1910" h="4243" extrusionOk="0">
                  <a:moveTo>
                    <a:pt x="263" y="1"/>
                  </a:moveTo>
                  <a:lnTo>
                    <a:pt x="263" y="1"/>
                  </a:lnTo>
                  <a:cubicBezTo>
                    <a:pt x="933" y="1327"/>
                    <a:pt x="846" y="2989"/>
                    <a:pt x="1" y="4242"/>
                  </a:cubicBezTo>
                  <a:cubicBezTo>
                    <a:pt x="861" y="3776"/>
                    <a:pt x="1502" y="2989"/>
                    <a:pt x="1735" y="2100"/>
                  </a:cubicBezTo>
                  <a:cubicBezTo>
                    <a:pt x="1910" y="1429"/>
                    <a:pt x="1852" y="730"/>
                    <a:pt x="1691" y="147"/>
                  </a:cubicBezTo>
                  <a:cubicBezTo>
                    <a:pt x="1210" y="74"/>
                    <a:pt x="729" y="30"/>
                    <a:pt x="263" y="1"/>
                  </a:cubicBezTo>
                  <a:close/>
                </a:path>
              </a:pathLst>
            </a:custGeom>
            <a:solidFill>
              <a:srgbClr val="6F8C4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9" name="Google Shape;509;p26"/>
            <p:cNvSpPr/>
            <p:nvPr/>
          </p:nvSpPr>
          <p:spPr>
            <a:xfrm>
              <a:off x="7782985" y="3543635"/>
              <a:ext cx="256275" cy="358380"/>
            </a:xfrm>
            <a:custGeom>
              <a:avLst/>
              <a:gdLst/>
              <a:ahLst/>
              <a:cxnLst/>
              <a:rect l="l" t="t" r="r" b="b"/>
              <a:pathLst>
                <a:path w="7959" h="11130" extrusionOk="0">
                  <a:moveTo>
                    <a:pt x="5418" y="0"/>
                  </a:moveTo>
                  <a:cubicBezTo>
                    <a:pt x="5209" y="0"/>
                    <a:pt x="5000" y="18"/>
                    <a:pt x="4796" y="53"/>
                  </a:cubicBezTo>
                  <a:cubicBezTo>
                    <a:pt x="3295" y="315"/>
                    <a:pt x="2041" y="1379"/>
                    <a:pt x="1312" y="2647"/>
                  </a:cubicBezTo>
                  <a:cubicBezTo>
                    <a:pt x="598" y="3915"/>
                    <a:pt x="336" y="5387"/>
                    <a:pt x="234" y="6815"/>
                  </a:cubicBezTo>
                  <a:cubicBezTo>
                    <a:pt x="146" y="8243"/>
                    <a:pt x="176" y="9672"/>
                    <a:pt x="1" y="11085"/>
                  </a:cubicBezTo>
                  <a:cubicBezTo>
                    <a:pt x="1" y="11100"/>
                    <a:pt x="1" y="11115"/>
                    <a:pt x="1" y="11129"/>
                  </a:cubicBezTo>
                  <a:cubicBezTo>
                    <a:pt x="15" y="11115"/>
                    <a:pt x="15" y="11100"/>
                    <a:pt x="30" y="11085"/>
                  </a:cubicBezTo>
                  <a:cubicBezTo>
                    <a:pt x="1065" y="9278"/>
                    <a:pt x="2099" y="7471"/>
                    <a:pt x="3134" y="5664"/>
                  </a:cubicBezTo>
                  <a:cubicBezTo>
                    <a:pt x="3393" y="5850"/>
                    <a:pt x="3719" y="5919"/>
                    <a:pt x="4055" y="5919"/>
                  </a:cubicBezTo>
                  <a:cubicBezTo>
                    <a:pt x="4325" y="5919"/>
                    <a:pt x="4601" y="5874"/>
                    <a:pt x="4854" y="5809"/>
                  </a:cubicBezTo>
                  <a:cubicBezTo>
                    <a:pt x="5437" y="5649"/>
                    <a:pt x="5991" y="5401"/>
                    <a:pt x="6588" y="5387"/>
                  </a:cubicBezTo>
                  <a:cubicBezTo>
                    <a:pt x="6615" y="5385"/>
                    <a:pt x="6642" y="5385"/>
                    <a:pt x="6669" y="5385"/>
                  </a:cubicBezTo>
                  <a:cubicBezTo>
                    <a:pt x="6904" y="5385"/>
                    <a:pt x="7138" y="5441"/>
                    <a:pt x="7361" y="5533"/>
                  </a:cubicBezTo>
                  <a:lnTo>
                    <a:pt x="7259" y="5183"/>
                  </a:lnTo>
                  <a:cubicBezTo>
                    <a:pt x="7740" y="3813"/>
                    <a:pt x="7958" y="2370"/>
                    <a:pt x="7929" y="927"/>
                  </a:cubicBezTo>
                  <a:cubicBezTo>
                    <a:pt x="7276" y="333"/>
                    <a:pt x="6342" y="0"/>
                    <a:pt x="5418" y="0"/>
                  </a:cubicBezTo>
                  <a:close/>
                </a:path>
              </a:pathLst>
            </a:custGeom>
            <a:solidFill>
              <a:srgbClr val="000000">
                <a:alpha val="2737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0" name="Google Shape;510;p26"/>
            <p:cNvSpPr/>
            <p:nvPr/>
          </p:nvSpPr>
          <p:spPr>
            <a:xfrm>
              <a:off x="7643626" y="3198038"/>
              <a:ext cx="155813" cy="106323"/>
            </a:xfrm>
            <a:custGeom>
              <a:avLst/>
              <a:gdLst/>
              <a:ahLst/>
              <a:cxnLst/>
              <a:rect l="l" t="t" r="r" b="b"/>
              <a:pathLst>
                <a:path w="4839" h="3302" extrusionOk="0">
                  <a:moveTo>
                    <a:pt x="4081" y="0"/>
                  </a:moveTo>
                  <a:cubicBezTo>
                    <a:pt x="2769" y="365"/>
                    <a:pt x="1385" y="642"/>
                    <a:pt x="0" y="773"/>
                  </a:cubicBezTo>
                  <a:cubicBezTo>
                    <a:pt x="204" y="1341"/>
                    <a:pt x="321" y="1910"/>
                    <a:pt x="321" y="2507"/>
                  </a:cubicBezTo>
                  <a:cubicBezTo>
                    <a:pt x="1536" y="3033"/>
                    <a:pt x="2870" y="3301"/>
                    <a:pt x="4192" y="3301"/>
                  </a:cubicBezTo>
                  <a:cubicBezTo>
                    <a:pt x="4408" y="3301"/>
                    <a:pt x="4624" y="3294"/>
                    <a:pt x="4839" y="3280"/>
                  </a:cubicBezTo>
                  <a:cubicBezTo>
                    <a:pt x="4343" y="2201"/>
                    <a:pt x="4110" y="1108"/>
                    <a:pt x="4081" y="0"/>
                  </a:cubicBezTo>
                  <a:close/>
                </a:path>
              </a:pathLst>
            </a:custGeom>
            <a:solidFill>
              <a:srgbClr val="000000">
                <a:alpha val="369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1" name="Google Shape;511;p26"/>
            <p:cNvSpPr/>
            <p:nvPr/>
          </p:nvSpPr>
          <p:spPr>
            <a:xfrm>
              <a:off x="7263479" y="3327319"/>
              <a:ext cx="175551" cy="422811"/>
            </a:xfrm>
            <a:custGeom>
              <a:avLst/>
              <a:gdLst/>
              <a:ahLst/>
              <a:cxnLst/>
              <a:rect l="l" t="t" r="r" b="b"/>
              <a:pathLst>
                <a:path w="5452" h="13131" extrusionOk="0">
                  <a:moveTo>
                    <a:pt x="1211" y="0"/>
                  </a:moveTo>
                  <a:cubicBezTo>
                    <a:pt x="1079" y="0"/>
                    <a:pt x="945" y="7"/>
                    <a:pt x="802" y="23"/>
                  </a:cubicBezTo>
                  <a:cubicBezTo>
                    <a:pt x="613" y="853"/>
                    <a:pt x="336" y="1684"/>
                    <a:pt x="1" y="2529"/>
                  </a:cubicBezTo>
                  <a:cubicBezTo>
                    <a:pt x="103" y="5051"/>
                    <a:pt x="205" y="7572"/>
                    <a:pt x="321" y="10327"/>
                  </a:cubicBezTo>
                  <a:cubicBezTo>
                    <a:pt x="394" y="11318"/>
                    <a:pt x="875" y="12265"/>
                    <a:pt x="1677" y="12892"/>
                  </a:cubicBezTo>
                  <a:cubicBezTo>
                    <a:pt x="1890" y="13053"/>
                    <a:pt x="2146" y="13130"/>
                    <a:pt x="2402" y="13130"/>
                  </a:cubicBezTo>
                  <a:cubicBezTo>
                    <a:pt x="2793" y="13130"/>
                    <a:pt x="3182" y="12950"/>
                    <a:pt x="3411" y="12615"/>
                  </a:cubicBezTo>
                  <a:cubicBezTo>
                    <a:pt x="4606" y="10851"/>
                    <a:pt x="5452" y="8578"/>
                    <a:pt x="4169" y="6741"/>
                  </a:cubicBezTo>
                  <a:cubicBezTo>
                    <a:pt x="3484" y="5750"/>
                    <a:pt x="3090" y="4613"/>
                    <a:pt x="2930" y="3448"/>
                  </a:cubicBezTo>
                  <a:cubicBezTo>
                    <a:pt x="2770" y="2267"/>
                    <a:pt x="2726" y="1261"/>
                    <a:pt x="2770" y="81"/>
                  </a:cubicBezTo>
                  <a:cubicBezTo>
                    <a:pt x="2120" y="81"/>
                    <a:pt x="1684" y="0"/>
                    <a:pt x="1211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2" name="Google Shape;512;p26"/>
            <p:cNvSpPr/>
            <p:nvPr/>
          </p:nvSpPr>
          <p:spPr>
            <a:xfrm>
              <a:off x="7758127" y="2960664"/>
              <a:ext cx="101396" cy="143062"/>
            </a:xfrm>
            <a:custGeom>
              <a:avLst/>
              <a:gdLst/>
              <a:ahLst/>
              <a:cxnLst/>
              <a:rect l="l" t="t" r="r" b="b"/>
              <a:pathLst>
                <a:path w="3149" h="4443" extrusionOk="0">
                  <a:moveTo>
                    <a:pt x="1720" y="1"/>
                  </a:moveTo>
                  <a:cubicBezTo>
                    <a:pt x="1538" y="1"/>
                    <a:pt x="1361" y="49"/>
                    <a:pt x="1225" y="158"/>
                  </a:cubicBezTo>
                  <a:cubicBezTo>
                    <a:pt x="0" y="1193"/>
                    <a:pt x="802" y="3029"/>
                    <a:pt x="1181" y="4443"/>
                  </a:cubicBezTo>
                  <a:cubicBezTo>
                    <a:pt x="1924" y="4341"/>
                    <a:pt x="2565" y="3816"/>
                    <a:pt x="2857" y="3175"/>
                  </a:cubicBezTo>
                  <a:cubicBezTo>
                    <a:pt x="3148" y="2519"/>
                    <a:pt x="3134" y="1761"/>
                    <a:pt x="2915" y="1091"/>
                  </a:cubicBezTo>
                  <a:cubicBezTo>
                    <a:pt x="2799" y="741"/>
                    <a:pt x="2624" y="391"/>
                    <a:pt x="2303" y="173"/>
                  </a:cubicBezTo>
                  <a:cubicBezTo>
                    <a:pt x="2140" y="64"/>
                    <a:pt x="1927" y="1"/>
                    <a:pt x="1720" y="1"/>
                  </a:cubicBezTo>
                  <a:close/>
                </a:path>
              </a:pathLst>
            </a:custGeom>
            <a:solidFill>
              <a:srgbClr val="6F8C4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3" name="Google Shape;513;p26"/>
            <p:cNvSpPr/>
            <p:nvPr/>
          </p:nvSpPr>
          <p:spPr>
            <a:xfrm>
              <a:off x="7455420" y="3106978"/>
              <a:ext cx="125803" cy="94988"/>
            </a:xfrm>
            <a:custGeom>
              <a:avLst/>
              <a:gdLst/>
              <a:ahLst/>
              <a:cxnLst/>
              <a:rect l="l" t="t" r="r" b="b"/>
              <a:pathLst>
                <a:path w="3907" h="2950" extrusionOk="0">
                  <a:moveTo>
                    <a:pt x="1123" y="1"/>
                  </a:moveTo>
                  <a:cubicBezTo>
                    <a:pt x="409" y="117"/>
                    <a:pt x="1" y="919"/>
                    <a:pt x="190" y="1575"/>
                  </a:cubicBezTo>
                  <a:cubicBezTo>
                    <a:pt x="394" y="2231"/>
                    <a:pt x="1050" y="2683"/>
                    <a:pt x="1750" y="2857"/>
                  </a:cubicBezTo>
                  <a:cubicBezTo>
                    <a:pt x="2033" y="2922"/>
                    <a:pt x="2324" y="2949"/>
                    <a:pt x="2617" y="2949"/>
                  </a:cubicBezTo>
                  <a:cubicBezTo>
                    <a:pt x="3047" y="2949"/>
                    <a:pt x="3482" y="2892"/>
                    <a:pt x="3907" y="2814"/>
                  </a:cubicBezTo>
                  <a:cubicBezTo>
                    <a:pt x="3163" y="1692"/>
                    <a:pt x="2187" y="686"/>
                    <a:pt x="1123" y="1"/>
                  </a:cubicBezTo>
                  <a:close/>
                </a:path>
              </a:pathLst>
            </a:custGeom>
            <a:solidFill>
              <a:srgbClr val="6F8C4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4" name="Google Shape;514;p26"/>
            <p:cNvSpPr/>
            <p:nvPr/>
          </p:nvSpPr>
          <p:spPr>
            <a:xfrm>
              <a:off x="7400037" y="2813481"/>
              <a:ext cx="430378" cy="435980"/>
            </a:xfrm>
            <a:custGeom>
              <a:avLst/>
              <a:gdLst/>
              <a:ahLst/>
              <a:cxnLst/>
              <a:rect l="l" t="t" r="r" b="b"/>
              <a:pathLst>
                <a:path w="13366" h="13540" extrusionOk="0">
                  <a:moveTo>
                    <a:pt x="7361" y="0"/>
                  </a:moveTo>
                  <a:cubicBezTo>
                    <a:pt x="6111" y="0"/>
                    <a:pt x="4854" y="336"/>
                    <a:pt x="3746" y="896"/>
                  </a:cubicBezTo>
                  <a:cubicBezTo>
                    <a:pt x="1823" y="1887"/>
                    <a:pt x="292" y="3709"/>
                    <a:pt x="147" y="5764"/>
                  </a:cubicBezTo>
                  <a:cubicBezTo>
                    <a:pt x="1" y="7819"/>
                    <a:pt x="1531" y="9976"/>
                    <a:pt x="3688" y="10326"/>
                  </a:cubicBezTo>
                  <a:cubicBezTo>
                    <a:pt x="4592" y="11739"/>
                    <a:pt x="5962" y="12993"/>
                    <a:pt x="7638" y="13401"/>
                  </a:cubicBezTo>
                  <a:cubicBezTo>
                    <a:pt x="8009" y="13494"/>
                    <a:pt x="8394" y="13540"/>
                    <a:pt x="8781" y="13540"/>
                  </a:cubicBezTo>
                  <a:cubicBezTo>
                    <a:pt x="10142" y="13540"/>
                    <a:pt x="11512" y="12973"/>
                    <a:pt x="12273" y="11929"/>
                  </a:cubicBezTo>
                  <a:cubicBezTo>
                    <a:pt x="13366" y="10398"/>
                    <a:pt x="13016" y="8387"/>
                    <a:pt x="12637" y="6580"/>
                  </a:cubicBezTo>
                  <a:cubicBezTo>
                    <a:pt x="13235" y="5224"/>
                    <a:pt x="13045" y="3563"/>
                    <a:pt x="12185" y="2339"/>
                  </a:cubicBezTo>
                  <a:cubicBezTo>
                    <a:pt x="11325" y="1100"/>
                    <a:pt x="9853" y="298"/>
                    <a:pt x="8294" y="65"/>
                  </a:cubicBezTo>
                  <a:cubicBezTo>
                    <a:pt x="7985" y="21"/>
                    <a:pt x="7673" y="0"/>
                    <a:pt x="7361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5" name="Google Shape;515;p26"/>
            <p:cNvSpPr/>
            <p:nvPr/>
          </p:nvSpPr>
          <p:spPr>
            <a:xfrm>
              <a:off x="7688190" y="3176433"/>
              <a:ext cx="73254" cy="32425"/>
            </a:xfrm>
            <a:custGeom>
              <a:avLst/>
              <a:gdLst/>
              <a:ahLst/>
              <a:cxnLst/>
              <a:rect l="l" t="t" r="r" b="b"/>
              <a:pathLst>
                <a:path w="2275" h="1007" extrusionOk="0">
                  <a:moveTo>
                    <a:pt x="2274" y="1"/>
                  </a:moveTo>
                  <a:lnTo>
                    <a:pt x="2274" y="1"/>
                  </a:lnTo>
                  <a:cubicBezTo>
                    <a:pt x="1429" y="88"/>
                    <a:pt x="613" y="438"/>
                    <a:pt x="1" y="1007"/>
                  </a:cubicBezTo>
                  <a:cubicBezTo>
                    <a:pt x="933" y="977"/>
                    <a:pt x="1720" y="584"/>
                    <a:pt x="2274" y="1"/>
                  </a:cubicBezTo>
                  <a:close/>
                </a:path>
              </a:pathLst>
            </a:custGeom>
            <a:solidFill>
              <a:srgbClr val="000000">
                <a:alpha val="2737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6" name="Google Shape;516;p26"/>
            <p:cNvSpPr/>
            <p:nvPr/>
          </p:nvSpPr>
          <p:spPr>
            <a:xfrm>
              <a:off x="7482178" y="2845068"/>
              <a:ext cx="207912" cy="88774"/>
            </a:xfrm>
            <a:custGeom>
              <a:avLst/>
              <a:gdLst/>
              <a:ahLst/>
              <a:cxnLst/>
              <a:rect l="l" t="t" r="r" b="b"/>
              <a:pathLst>
                <a:path w="6457" h="2757" extrusionOk="0">
                  <a:moveTo>
                    <a:pt x="4113" y="1"/>
                  </a:moveTo>
                  <a:cubicBezTo>
                    <a:pt x="3803" y="1"/>
                    <a:pt x="3495" y="35"/>
                    <a:pt x="3207" y="133"/>
                  </a:cubicBezTo>
                  <a:cubicBezTo>
                    <a:pt x="2697" y="323"/>
                    <a:pt x="2274" y="775"/>
                    <a:pt x="2289" y="1285"/>
                  </a:cubicBezTo>
                  <a:cubicBezTo>
                    <a:pt x="2149" y="1233"/>
                    <a:pt x="2005" y="1210"/>
                    <a:pt x="1859" y="1210"/>
                  </a:cubicBezTo>
                  <a:cubicBezTo>
                    <a:pt x="1472" y="1210"/>
                    <a:pt x="1080" y="1376"/>
                    <a:pt x="773" y="1620"/>
                  </a:cubicBezTo>
                  <a:cubicBezTo>
                    <a:pt x="365" y="1955"/>
                    <a:pt x="88" y="2407"/>
                    <a:pt x="0" y="2757"/>
                  </a:cubicBezTo>
                  <a:cubicBezTo>
                    <a:pt x="729" y="2101"/>
                    <a:pt x="1633" y="1620"/>
                    <a:pt x="2609" y="1401"/>
                  </a:cubicBezTo>
                  <a:cubicBezTo>
                    <a:pt x="2726" y="964"/>
                    <a:pt x="3148" y="644"/>
                    <a:pt x="3615" y="498"/>
                  </a:cubicBezTo>
                  <a:cubicBezTo>
                    <a:pt x="4067" y="352"/>
                    <a:pt x="4562" y="352"/>
                    <a:pt x="5043" y="337"/>
                  </a:cubicBezTo>
                  <a:cubicBezTo>
                    <a:pt x="5524" y="337"/>
                    <a:pt x="6034" y="294"/>
                    <a:pt x="6457" y="104"/>
                  </a:cubicBezTo>
                  <a:lnTo>
                    <a:pt x="6457" y="104"/>
                  </a:lnTo>
                  <a:cubicBezTo>
                    <a:pt x="6296" y="126"/>
                    <a:pt x="6134" y="135"/>
                    <a:pt x="5972" y="135"/>
                  </a:cubicBezTo>
                  <a:cubicBezTo>
                    <a:pt x="5594" y="135"/>
                    <a:pt x="5213" y="87"/>
                    <a:pt x="4825" y="46"/>
                  </a:cubicBezTo>
                  <a:cubicBezTo>
                    <a:pt x="4590" y="21"/>
                    <a:pt x="4351" y="1"/>
                    <a:pt x="4113" y="1"/>
                  </a:cubicBezTo>
                  <a:close/>
                </a:path>
              </a:pathLst>
            </a:custGeom>
            <a:solidFill>
              <a:srgbClr val="000000">
                <a:alpha val="2737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7" name="Google Shape;517;p26"/>
            <p:cNvSpPr/>
            <p:nvPr/>
          </p:nvSpPr>
          <p:spPr>
            <a:xfrm>
              <a:off x="7523940" y="3007031"/>
              <a:ext cx="63851" cy="81690"/>
            </a:xfrm>
            <a:custGeom>
              <a:avLst/>
              <a:gdLst/>
              <a:ahLst/>
              <a:cxnLst/>
              <a:rect l="l" t="t" r="r" b="b"/>
              <a:pathLst>
                <a:path w="1983" h="2537" extrusionOk="0">
                  <a:moveTo>
                    <a:pt x="1822" y="1"/>
                  </a:moveTo>
                  <a:cubicBezTo>
                    <a:pt x="1706" y="1050"/>
                    <a:pt x="992" y="2041"/>
                    <a:pt x="1" y="2536"/>
                  </a:cubicBezTo>
                  <a:cubicBezTo>
                    <a:pt x="613" y="2522"/>
                    <a:pt x="1225" y="2216"/>
                    <a:pt x="1575" y="1735"/>
                  </a:cubicBezTo>
                  <a:cubicBezTo>
                    <a:pt x="1910" y="1239"/>
                    <a:pt x="1983" y="598"/>
                    <a:pt x="1822" y="1"/>
                  </a:cubicBezTo>
                  <a:close/>
                </a:path>
              </a:pathLst>
            </a:custGeom>
            <a:solidFill>
              <a:srgbClr val="000000">
                <a:alpha val="2737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8" name="Google Shape;518;p26"/>
            <p:cNvSpPr/>
            <p:nvPr/>
          </p:nvSpPr>
          <p:spPr>
            <a:xfrm>
              <a:off x="7583541" y="3077902"/>
              <a:ext cx="21606" cy="128154"/>
            </a:xfrm>
            <a:custGeom>
              <a:avLst/>
              <a:gdLst/>
              <a:ahLst/>
              <a:cxnLst/>
              <a:rect l="l" t="t" r="r" b="b"/>
              <a:pathLst>
                <a:path w="671" h="3980" extrusionOk="0">
                  <a:moveTo>
                    <a:pt x="671" y="0"/>
                  </a:moveTo>
                  <a:lnTo>
                    <a:pt x="671" y="0"/>
                  </a:lnTo>
                  <a:cubicBezTo>
                    <a:pt x="234" y="554"/>
                    <a:pt x="15" y="1254"/>
                    <a:pt x="0" y="1939"/>
                  </a:cubicBezTo>
                  <a:cubicBezTo>
                    <a:pt x="0" y="2624"/>
                    <a:pt x="161" y="3309"/>
                    <a:pt x="336" y="3979"/>
                  </a:cubicBezTo>
                  <a:cubicBezTo>
                    <a:pt x="219" y="2638"/>
                    <a:pt x="321" y="1297"/>
                    <a:pt x="671" y="0"/>
                  </a:cubicBezTo>
                  <a:close/>
                </a:path>
              </a:pathLst>
            </a:custGeom>
            <a:solidFill>
              <a:srgbClr val="000000">
                <a:alpha val="2737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9" name="Google Shape;519;p26"/>
            <p:cNvSpPr/>
            <p:nvPr/>
          </p:nvSpPr>
          <p:spPr>
            <a:xfrm>
              <a:off x="7709795" y="3037911"/>
              <a:ext cx="93861" cy="88838"/>
            </a:xfrm>
            <a:custGeom>
              <a:avLst/>
              <a:gdLst/>
              <a:ahLst/>
              <a:cxnLst/>
              <a:rect l="l" t="t" r="r" b="b"/>
              <a:pathLst>
                <a:path w="2915" h="2759" extrusionOk="0">
                  <a:moveTo>
                    <a:pt x="105" y="1"/>
                  </a:moveTo>
                  <a:cubicBezTo>
                    <a:pt x="69" y="1"/>
                    <a:pt x="34" y="2"/>
                    <a:pt x="0" y="3"/>
                  </a:cubicBezTo>
                  <a:cubicBezTo>
                    <a:pt x="656" y="280"/>
                    <a:pt x="1326" y="557"/>
                    <a:pt x="1880" y="994"/>
                  </a:cubicBezTo>
                  <a:cubicBezTo>
                    <a:pt x="2419" y="1432"/>
                    <a:pt x="2828" y="2088"/>
                    <a:pt x="2784" y="2758"/>
                  </a:cubicBezTo>
                  <a:cubicBezTo>
                    <a:pt x="2915" y="2015"/>
                    <a:pt x="2623" y="1213"/>
                    <a:pt x="2041" y="703"/>
                  </a:cubicBezTo>
                  <a:cubicBezTo>
                    <a:pt x="1478" y="223"/>
                    <a:pt x="683" y="1"/>
                    <a:pt x="105" y="1"/>
                  </a:cubicBezTo>
                  <a:close/>
                </a:path>
              </a:pathLst>
            </a:custGeom>
            <a:solidFill>
              <a:srgbClr val="000000">
                <a:alpha val="2737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0" name="Google Shape;520;p26"/>
            <p:cNvSpPr/>
            <p:nvPr/>
          </p:nvSpPr>
          <p:spPr>
            <a:xfrm>
              <a:off x="7604664" y="3070046"/>
              <a:ext cx="185404" cy="143030"/>
            </a:xfrm>
            <a:custGeom>
              <a:avLst/>
              <a:gdLst/>
              <a:ahLst/>
              <a:cxnLst/>
              <a:rect l="l" t="t" r="r" b="b"/>
              <a:pathLst>
                <a:path w="5758" h="4442" extrusionOk="0">
                  <a:moveTo>
                    <a:pt x="3469" y="0"/>
                  </a:moveTo>
                  <a:cubicBezTo>
                    <a:pt x="3148" y="0"/>
                    <a:pt x="2832" y="81"/>
                    <a:pt x="2565" y="259"/>
                  </a:cubicBezTo>
                  <a:cubicBezTo>
                    <a:pt x="2172" y="536"/>
                    <a:pt x="1910" y="1002"/>
                    <a:pt x="1429" y="1148"/>
                  </a:cubicBezTo>
                  <a:cubicBezTo>
                    <a:pt x="1050" y="1279"/>
                    <a:pt x="569" y="1162"/>
                    <a:pt x="263" y="1410"/>
                  </a:cubicBezTo>
                  <a:cubicBezTo>
                    <a:pt x="29" y="1600"/>
                    <a:pt x="0" y="1920"/>
                    <a:pt x="0" y="2197"/>
                  </a:cubicBezTo>
                  <a:cubicBezTo>
                    <a:pt x="29" y="2984"/>
                    <a:pt x="248" y="3757"/>
                    <a:pt x="656" y="4442"/>
                  </a:cubicBezTo>
                  <a:cubicBezTo>
                    <a:pt x="1869" y="2925"/>
                    <a:pt x="3784" y="2139"/>
                    <a:pt x="5704" y="2139"/>
                  </a:cubicBezTo>
                  <a:cubicBezTo>
                    <a:pt x="5722" y="2139"/>
                    <a:pt x="5740" y="2139"/>
                    <a:pt x="5757" y="2139"/>
                  </a:cubicBezTo>
                  <a:cubicBezTo>
                    <a:pt x="5597" y="1454"/>
                    <a:pt x="5247" y="784"/>
                    <a:pt x="4650" y="375"/>
                  </a:cubicBezTo>
                  <a:cubicBezTo>
                    <a:pt x="4312" y="137"/>
                    <a:pt x="3886" y="0"/>
                    <a:pt x="3469" y="0"/>
                  </a:cubicBezTo>
                  <a:close/>
                </a:path>
              </a:pathLst>
            </a:custGeom>
            <a:solidFill>
              <a:srgbClr val="000000">
                <a:alpha val="369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1" name="Google Shape;521;p26"/>
            <p:cNvSpPr/>
            <p:nvPr/>
          </p:nvSpPr>
          <p:spPr>
            <a:xfrm>
              <a:off x="7607466" y="3082281"/>
              <a:ext cx="186821" cy="137846"/>
            </a:xfrm>
            <a:custGeom>
              <a:avLst/>
              <a:gdLst/>
              <a:ahLst/>
              <a:cxnLst/>
              <a:rect l="l" t="t" r="r" b="b"/>
              <a:pathLst>
                <a:path w="5802" h="4281" extrusionOk="0">
                  <a:moveTo>
                    <a:pt x="3534" y="1"/>
                  </a:moveTo>
                  <a:cubicBezTo>
                    <a:pt x="3300" y="1"/>
                    <a:pt x="3066" y="46"/>
                    <a:pt x="2857" y="141"/>
                  </a:cubicBezTo>
                  <a:cubicBezTo>
                    <a:pt x="2814" y="156"/>
                    <a:pt x="2755" y="185"/>
                    <a:pt x="2712" y="214"/>
                  </a:cubicBezTo>
                  <a:cubicBezTo>
                    <a:pt x="2478" y="345"/>
                    <a:pt x="2304" y="549"/>
                    <a:pt x="2114" y="724"/>
                  </a:cubicBezTo>
                  <a:cubicBezTo>
                    <a:pt x="1881" y="957"/>
                    <a:pt x="1648" y="1191"/>
                    <a:pt x="1313" y="1263"/>
                  </a:cubicBezTo>
                  <a:cubicBezTo>
                    <a:pt x="1167" y="1307"/>
                    <a:pt x="977" y="1322"/>
                    <a:pt x="817" y="1322"/>
                  </a:cubicBezTo>
                  <a:cubicBezTo>
                    <a:pt x="555" y="1351"/>
                    <a:pt x="292" y="1380"/>
                    <a:pt x="132" y="1569"/>
                  </a:cubicBezTo>
                  <a:cubicBezTo>
                    <a:pt x="117" y="1584"/>
                    <a:pt x="103" y="1599"/>
                    <a:pt x="103" y="1628"/>
                  </a:cubicBezTo>
                  <a:cubicBezTo>
                    <a:pt x="1" y="1774"/>
                    <a:pt x="1" y="1978"/>
                    <a:pt x="15" y="2152"/>
                  </a:cubicBezTo>
                  <a:cubicBezTo>
                    <a:pt x="59" y="2896"/>
                    <a:pt x="263" y="3624"/>
                    <a:pt x="613" y="4280"/>
                  </a:cubicBezTo>
                  <a:cubicBezTo>
                    <a:pt x="934" y="4033"/>
                    <a:pt x="1254" y="3799"/>
                    <a:pt x="1589" y="3581"/>
                  </a:cubicBezTo>
                  <a:cubicBezTo>
                    <a:pt x="1866" y="3391"/>
                    <a:pt x="2172" y="3216"/>
                    <a:pt x="2478" y="3071"/>
                  </a:cubicBezTo>
                  <a:cubicBezTo>
                    <a:pt x="2872" y="2852"/>
                    <a:pt x="3280" y="2677"/>
                    <a:pt x="3703" y="2517"/>
                  </a:cubicBezTo>
                  <a:cubicBezTo>
                    <a:pt x="3994" y="2415"/>
                    <a:pt x="4300" y="2327"/>
                    <a:pt x="4606" y="2254"/>
                  </a:cubicBezTo>
                  <a:cubicBezTo>
                    <a:pt x="5000" y="2152"/>
                    <a:pt x="5393" y="2080"/>
                    <a:pt x="5801" y="2036"/>
                  </a:cubicBezTo>
                  <a:cubicBezTo>
                    <a:pt x="5597" y="1395"/>
                    <a:pt x="5262" y="768"/>
                    <a:pt x="4694" y="374"/>
                  </a:cubicBezTo>
                  <a:cubicBezTo>
                    <a:pt x="4665" y="345"/>
                    <a:pt x="4636" y="331"/>
                    <a:pt x="4606" y="316"/>
                  </a:cubicBezTo>
                  <a:cubicBezTo>
                    <a:pt x="4402" y="185"/>
                    <a:pt x="4155" y="83"/>
                    <a:pt x="3907" y="39"/>
                  </a:cubicBezTo>
                  <a:cubicBezTo>
                    <a:pt x="3785" y="14"/>
                    <a:pt x="3659" y="1"/>
                    <a:pt x="353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2" name="Google Shape;522;p26"/>
            <p:cNvSpPr/>
            <p:nvPr/>
          </p:nvSpPr>
          <p:spPr>
            <a:xfrm>
              <a:off x="7610750" y="3124817"/>
              <a:ext cx="26307" cy="25534"/>
            </a:xfrm>
            <a:custGeom>
              <a:avLst/>
              <a:gdLst/>
              <a:ahLst/>
              <a:cxnLst/>
              <a:rect l="l" t="t" r="r" b="b"/>
              <a:pathLst>
                <a:path w="817" h="793" extrusionOk="0">
                  <a:moveTo>
                    <a:pt x="715" y="1"/>
                  </a:moveTo>
                  <a:cubicBezTo>
                    <a:pt x="453" y="30"/>
                    <a:pt x="190" y="59"/>
                    <a:pt x="30" y="248"/>
                  </a:cubicBezTo>
                  <a:cubicBezTo>
                    <a:pt x="15" y="263"/>
                    <a:pt x="1" y="278"/>
                    <a:pt x="1" y="307"/>
                  </a:cubicBezTo>
                  <a:cubicBezTo>
                    <a:pt x="1" y="321"/>
                    <a:pt x="1" y="336"/>
                    <a:pt x="1" y="365"/>
                  </a:cubicBezTo>
                  <a:cubicBezTo>
                    <a:pt x="45" y="511"/>
                    <a:pt x="117" y="657"/>
                    <a:pt x="263" y="744"/>
                  </a:cubicBezTo>
                  <a:cubicBezTo>
                    <a:pt x="325" y="775"/>
                    <a:pt x="398" y="793"/>
                    <a:pt x="469" y="793"/>
                  </a:cubicBezTo>
                  <a:cubicBezTo>
                    <a:pt x="565" y="793"/>
                    <a:pt x="657" y="761"/>
                    <a:pt x="715" y="686"/>
                  </a:cubicBezTo>
                  <a:cubicBezTo>
                    <a:pt x="817" y="584"/>
                    <a:pt x="817" y="423"/>
                    <a:pt x="773" y="278"/>
                  </a:cubicBezTo>
                  <a:cubicBezTo>
                    <a:pt x="759" y="190"/>
                    <a:pt x="730" y="103"/>
                    <a:pt x="715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3" name="Google Shape;523;p26"/>
            <p:cNvSpPr/>
            <p:nvPr/>
          </p:nvSpPr>
          <p:spPr>
            <a:xfrm>
              <a:off x="7675535" y="3086821"/>
              <a:ext cx="26758" cy="32199"/>
            </a:xfrm>
            <a:custGeom>
              <a:avLst/>
              <a:gdLst/>
              <a:ahLst/>
              <a:cxnLst/>
              <a:rect l="l" t="t" r="r" b="b"/>
              <a:pathLst>
                <a:path w="831" h="1000" extrusionOk="0">
                  <a:moveTo>
                    <a:pt x="743" y="0"/>
                  </a:moveTo>
                  <a:cubicBezTo>
                    <a:pt x="700" y="15"/>
                    <a:pt x="641" y="44"/>
                    <a:pt x="598" y="73"/>
                  </a:cubicBezTo>
                  <a:cubicBezTo>
                    <a:pt x="364" y="204"/>
                    <a:pt x="190" y="408"/>
                    <a:pt x="0" y="583"/>
                  </a:cubicBezTo>
                  <a:cubicBezTo>
                    <a:pt x="29" y="773"/>
                    <a:pt x="131" y="948"/>
                    <a:pt x="321" y="991"/>
                  </a:cubicBezTo>
                  <a:cubicBezTo>
                    <a:pt x="342" y="997"/>
                    <a:pt x="364" y="999"/>
                    <a:pt x="385" y="999"/>
                  </a:cubicBezTo>
                  <a:cubicBezTo>
                    <a:pt x="540" y="999"/>
                    <a:pt x="694" y="870"/>
                    <a:pt x="758" y="729"/>
                  </a:cubicBezTo>
                  <a:cubicBezTo>
                    <a:pt x="831" y="554"/>
                    <a:pt x="802" y="379"/>
                    <a:pt x="773" y="190"/>
                  </a:cubicBezTo>
                  <a:cubicBezTo>
                    <a:pt x="773" y="131"/>
                    <a:pt x="758" y="58"/>
                    <a:pt x="743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4" name="Google Shape;524;p26"/>
            <p:cNvSpPr/>
            <p:nvPr/>
          </p:nvSpPr>
          <p:spPr>
            <a:xfrm>
              <a:off x="7732786" y="3083537"/>
              <a:ext cx="23023" cy="21638"/>
            </a:xfrm>
            <a:custGeom>
              <a:avLst/>
              <a:gdLst/>
              <a:ahLst/>
              <a:cxnLst/>
              <a:rect l="l" t="t" r="r" b="b"/>
              <a:pathLst>
                <a:path w="715" h="672" extrusionOk="0">
                  <a:moveTo>
                    <a:pt x="15" y="0"/>
                  </a:moveTo>
                  <a:lnTo>
                    <a:pt x="15" y="29"/>
                  </a:lnTo>
                  <a:cubicBezTo>
                    <a:pt x="15" y="175"/>
                    <a:pt x="0" y="321"/>
                    <a:pt x="44" y="437"/>
                  </a:cubicBezTo>
                  <a:cubicBezTo>
                    <a:pt x="85" y="561"/>
                    <a:pt x="204" y="672"/>
                    <a:pt x="340" y="672"/>
                  </a:cubicBezTo>
                  <a:cubicBezTo>
                    <a:pt x="348" y="672"/>
                    <a:pt x="356" y="671"/>
                    <a:pt x="365" y="671"/>
                  </a:cubicBezTo>
                  <a:cubicBezTo>
                    <a:pt x="554" y="671"/>
                    <a:pt x="671" y="467"/>
                    <a:pt x="714" y="292"/>
                  </a:cubicBezTo>
                  <a:cubicBezTo>
                    <a:pt x="714" y="292"/>
                    <a:pt x="714" y="277"/>
                    <a:pt x="714" y="277"/>
                  </a:cubicBezTo>
                  <a:cubicBezTo>
                    <a:pt x="510" y="146"/>
                    <a:pt x="263" y="44"/>
                    <a:pt x="15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5" name="Google Shape;525;p26"/>
            <p:cNvSpPr/>
            <p:nvPr/>
          </p:nvSpPr>
          <p:spPr>
            <a:xfrm>
              <a:off x="7725734" y="3134670"/>
              <a:ext cx="30074" cy="28657"/>
            </a:xfrm>
            <a:custGeom>
              <a:avLst/>
              <a:gdLst/>
              <a:ahLst/>
              <a:cxnLst/>
              <a:rect l="l" t="t" r="r" b="b"/>
              <a:pathLst>
                <a:path w="934" h="890" extrusionOk="0">
                  <a:moveTo>
                    <a:pt x="380" y="1"/>
                  </a:moveTo>
                  <a:cubicBezTo>
                    <a:pt x="263" y="1"/>
                    <a:pt x="146" y="59"/>
                    <a:pt x="88" y="161"/>
                  </a:cubicBezTo>
                  <a:cubicBezTo>
                    <a:pt x="30" y="249"/>
                    <a:pt x="15" y="365"/>
                    <a:pt x="15" y="467"/>
                  </a:cubicBezTo>
                  <a:cubicBezTo>
                    <a:pt x="1" y="613"/>
                    <a:pt x="15" y="759"/>
                    <a:pt x="30" y="890"/>
                  </a:cubicBezTo>
                  <a:cubicBezTo>
                    <a:pt x="321" y="788"/>
                    <a:pt x="627" y="700"/>
                    <a:pt x="933" y="627"/>
                  </a:cubicBezTo>
                  <a:cubicBezTo>
                    <a:pt x="846" y="482"/>
                    <a:pt x="744" y="336"/>
                    <a:pt x="642" y="205"/>
                  </a:cubicBezTo>
                  <a:cubicBezTo>
                    <a:pt x="569" y="117"/>
                    <a:pt x="496" y="15"/>
                    <a:pt x="380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6" name="Google Shape;526;p26"/>
            <p:cNvSpPr/>
            <p:nvPr/>
          </p:nvSpPr>
          <p:spPr>
            <a:xfrm>
              <a:off x="7658147" y="3165968"/>
              <a:ext cx="29140" cy="31620"/>
            </a:xfrm>
            <a:custGeom>
              <a:avLst/>
              <a:gdLst/>
              <a:ahLst/>
              <a:cxnLst/>
              <a:rect l="l" t="t" r="r" b="b"/>
              <a:pathLst>
                <a:path w="905" h="982" extrusionOk="0">
                  <a:moveTo>
                    <a:pt x="411" y="1"/>
                  </a:moveTo>
                  <a:cubicBezTo>
                    <a:pt x="396" y="1"/>
                    <a:pt x="381" y="2"/>
                    <a:pt x="365" y="5"/>
                  </a:cubicBezTo>
                  <a:cubicBezTo>
                    <a:pt x="234" y="20"/>
                    <a:pt x="161" y="166"/>
                    <a:pt x="117" y="282"/>
                  </a:cubicBezTo>
                  <a:cubicBezTo>
                    <a:pt x="45" y="515"/>
                    <a:pt x="1" y="749"/>
                    <a:pt x="15" y="982"/>
                  </a:cubicBezTo>
                  <a:cubicBezTo>
                    <a:pt x="292" y="792"/>
                    <a:pt x="598" y="617"/>
                    <a:pt x="904" y="472"/>
                  </a:cubicBezTo>
                  <a:cubicBezTo>
                    <a:pt x="846" y="370"/>
                    <a:pt x="788" y="282"/>
                    <a:pt x="730" y="195"/>
                  </a:cubicBezTo>
                  <a:cubicBezTo>
                    <a:pt x="651" y="104"/>
                    <a:pt x="538" y="1"/>
                    <a:pt x="411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7" name="Google Shape;527;p26"/>
            <p:cNvSpPr/>
            <p:nvPr/>
          </p:nvSpPr>
          <p:spPr>
            <a:xfrm>
              <a:off x="7613100" y="2995761"/>
              <a:ext cx="63401" cy="71257"/>
            </a:xfrm>
            <a:custGeom>
              <a:avLst/>
              <a:gdLst/>
              <a:ahLst/>
              <a:cxnLst/>
              <a:rect l="l" t="t" r="r" b="b"/>
              <a:pathLst>
                <a:path w="1969" h="2213" extrusionOk="0">
                  <a:moveTo>
                    <a:pt x="190" y="1"/>
                  </a:moveTo>
                  <a:cubicBezTo>
                    <a:pt x="103" y="569"/>
                    <a:pt x="1" y="1138"/>
                    <a:pt x="44" y="1706"/>
                  </a:cubicBezTo>
                  <a:cubicBezTo>
                    <a:pt x="44" y="1881"/>
                    <a:pt x="88" y="2085"/>
                    <a:pt x="248" y="2172"/>
                  </a:cubicBezTo>
                  <a:cubicBezTo>
                    <a:pt x="296" y="2200"/>
                    <a:pt x="350" y="2213"/>
                    <a:pt x="405" y="2213"/>
                  </a:cubicBezTo>
                  <a:cubicBezTo>
                    <a:pt x="555" y="2213"/>
                    <a:pt x="717" y="2121"/>
                    <a:pt x="802" y="1983"/>
                  </a:cubicBezTo>
                  <a:cubicBezTo>
                    <a:pt x="904" y="1808"/>
                    <a:pt x="904" y="1589"/>
                    <a:pt x="904" y="1385"/>
                  </a:cubicBezTo>
                  <a:cubicBezTo>
                    <a:pt x="1080" y="1466"/>
                    <a:pt x="1268" y="1547"/>
                    <a:pt x="1468" y="1547"/>
                  </a:cubicBezTo>
                  <a:cubicBezTo>
                    <a:pt x="1484" y="1547"/>
                    <a:pt x="1500" y="1547"/>
                    <a:pt x="1516" y="1546"/>
                  </a:cubicBezTo>
                  <a:cubicBezTo>
                    <a:pt x="1735" y="1531"/>
                    <a:pt x="1954" y="1385"/>
                    <a:pt x="1968" y="1181"/>
                  </a:cubicBezTo>
                  <a:cubicBezTo>
                    <a:pt x="1968" y="977"/>
                    <a:pt x="1764" y="817"/>
                    <a:pt x="1575" y="700"/>
                  </a:cubicBezTo>
                  <a:cubicBezTo>
                    <a:pt x="1181" y="438"/>
                    <a:pt x="773" y="176"/>
                    <a:pt x="190" y="1"/>
                  </a:cubicBezTo>
                  <a:close/>
                </a:path>
              </a:pathLst>
            </a:custGeom>
            <a:solidFill>
              <a:srgbClr val="000000">
                <a:alpha val="2737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8" name="Google Shape;528;p26"/>
            <p:cNvSpPr/>
            <p:nvPr/>
          </p:nvSpPr>
          <p:spPr>
            <a:xfrm>
              <a:off x="7451202" y="2929141"/>
              <a:ext cx="138007" cy="142289"/>
            </a:xfrm>
            <a:custGeom>
              <a:avLst/>
              <a:gdLst/>
              <a:ahLst/>
              <a:cxnLst/>
              <a:rect l="l" t="t" r="r" b="b"/>
              <a:pathLst>
                <a:path w="4286" h="4419" extrusionOk="0">
                  <a:moveTo>
                    <a:pt x="3528" y="0"/>
                  </a:moveTo>
                  <a:lnTo>
                    <a:pt x="3528" y="0"/>
                  </a:lnTo>
                  <a:cubicBezTo>
                    <a:pt x="2449" y="44"/>
                    <a:pt x="1677" y="350"/>
                    <a:pt x="1064" y="845"/>
                  </a:cubicBezTo>
                  <a:cubicBezTo>
                    <a:pt x="438" y="1356"/>
                    <a:pt x="0" y="2099"/>
                    <a:pt x="59" y="2857"/>
                  </a:cubicBezTo>
                  <a:cubicBezTo>
                    <a:pt x="117" y="3629"/>
                    <a:pt x="758" y="4358"/>
                    <a:pt x="1575" y="4416"/>
                  </a:cubicBezTo>
                  <a:cubicBezTo>
                    <a:pt x="1600" y="4418"/>
                    <a:pt x="1626" y="4418"/>
                    <a:pt x="1652" y="4418"/>
                  </a:cubicBezTo>
                  <a:cubicBezTo>
                    <a:pt x="2207" y="4418"/>
                    <a:pt x="2743" y="4121"/>
                    <a:pt x="3119" y="3731"/>
                  </a:cubicBezTo>
                  <a:cubicBezTo>
                    <a:pt x="4110" y="2755"/>
                    <a:pt x="4285" y="1152"/>
                    <a:pt x="3528" y="0"/>
                  </a:cubicBezTo>
                  <a:close/>
                </a:path>
              </a:pathLst>
            </a:custGeom>
            <a:solidFill>
              <a:srgbClr val="000000">
                <a:alpha val="2737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9" name="Google Shape;529;p26"/>
            <p:cNvSpPr/>
            <p:nvPr/>
          </p:nvSpPr>
          <p:spPr>
            <a:xfrm>
              <a:off x="7485913" y="2945080"/>
              <a:ext cx="90609" cy="98369"/>
            </a:xfrm>
            <a:custGeom>
              <a:avLst/>
              <a:gdLst/>
              <a:ahLst/>
              <a:cxnLst/>
              <a:rect l="l" t="t" r="r" b="b"/>
              <a:pathLst>
                <a:path w="2814" h="3055" extrusionOk="0">
                  <a:moveTo>
                    <a:pt x="2100" y="1"/>
                  </a:moveTo>
                  <a:cubicBezTo>
                    <a:pt x="1473" y="44"/>
                    <a:pt x="875" y="350"/>
                    <a:pt x="497" y="831"/>
                  </a:cubicBezTo>
                  <a:cubicBezTo>
                    <a:pt x="161" y="1239"/>
                    <a:pt x="1" y="1808"/>
                    <a:pt x="190" y="2303"/>
                  </a:cubicBezTo>
                  <a:cubicBezTo>
                    <a:pt x="356" y="2723"/>
                    <a:pt x="810" y="3054"/>
                    <a:pt x="1281" y="3054"/>
                  </a:cubicBezTo>
                  <a:cubicBezTo>
                    <a:pt x="1350" y="3054"/>
                    <a:pt x="1419" y="3047"/>
                    <a:pt x="1488" y="3032"/>
                  </a:cubicBezTo>
                  <a:cubicBezTo>
                    <a:pt x="1837" y="2959"/>
                    <a:pt x="2129" y="2697"/>
                    <a:pt x="2333" y="2435"/>
                  </a:cubicBezTo>
                  <a:cubicBezTo>
                    <a:pt x="2610" y="2070"/>
                    <a:pt x="2814" y="1633"/>
                    <a:pt x="2799" y="1196"/>
                  </a:cubicBezTo>
                  <a:cubicBezTo>
                    <a:pt x="2799" y="744"/>
                    <a:pt x="2566" y="292"/>
                    <a:pt x="2100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0" name="Google Shape;530;p26"/>
            <p:cNvSpPr/>
            <p:nvPr/>
          </p:nvSpPr>
          <p:spPr>
            <a:xfrm>
              <a:off x="7529092" y="3007031"/>
              <a:ext cx="8951" cy="8018"/>
            </a:xfrm>
            <a:custGeom>
              <a:avLst/>
              <a:gdLst/>
              <a:ahLst/>
              <a:cxnLst/>
              <a:rect l="l" t="t" r="r" b="b"/>
              <a:pathLst>
                <a:path w="278" h="249" extrusionOk="0">
                  <a:moveTo>
                    <a:pt x="132" y="1"/>
                  </a:moveTo>
                  <a:cubicBezTo>
                    <a:pt x="59" y="1"/>
                    <a:pt x="1" y="59"/>
                    <a:pt x="1" y="132"/>
                  </a:cubicBezTo>
                  <a:cubicBezTo>
                    <a:pt x="1" y="190"/>
                    <a:pt x="59" y="248"/>
                    <a:pt x="132" y="248"/>
                  </a:cubicBezTo>
                  <a:cubicBezTo>
                    <a:pt x="205" y="248"/>
                    <a:pt x="278" y="190"/>
                    <a:pt x="278" y="132"/>
                  </a:cubicBezTo>
                  <a:cubicBezTo>
                    <a:pt x="278" y="59"/>
                    <a:pt x="205" y="1"/>
                    <a:pt x="132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1" name="Google Shape;531;p26"/>
            <p:cNvSpPr/>
            <p:nvPr/>
          </p:nvSpPr>
          <p:spPr>
            <a:xfrm>
              <a:off x="7602314" y="2878556"/>
              <a:ext cx="168500" cy="101364"/>
            </a:xfrm>
            <a:custGeom>
              <a:avLst/>
              <a:gdLst/>
              <a:ahLst/>
              <a:cxnLst/>
              <a:rect l="l" t="t" r="r" b="b"/>
              <a:pathLst>
                <a:path w="5233" h="3148" extrusionOk="0">
                  <a:moveTo>
                    <a:pt x="2925" y="1"/>
                  </a:moveTo>
                  <a:cubicBezTo>
                    <a:pt x="2775" y="1"/>
                    <a:pt x="2626" y="10"/>
                    <a:pt x="2478" y="26"/>
                  </a:cubicBezTo>
                  <a:cubicBezTo>
                    <a:pt x="1822" y="114"/>
                    <a:pt x="1210" y="347"/>
                    <a:pt x="292" y="507"/>
                  </a:cubicBezTo>
                  <a:cubicBezTo>
                    <a:pt x="0" y="1207"/>
                    <a:pt x="321" y="2052"/>
                    <a:pt x="933" y="2548"/>
                  </a:cubicBezTo>
                  <a:cubicBezTo>
                    <a:pt x="1453" y="2968"/>
                    <a:pt x="2151" y="3147"/>
                    <a:pt x="2831" y="3147"/>
                  </a:cubicBezTo>
                  <a:cubicBezTo>
                    <a:pt x="2953" y="3147"/>
                    <a:pt x="3073" y="3142"/>
                    <a:pt x="3192" y="3131"/>
                  </a:cubicBezTo>
                  <a:cubicBezTo>
                    <a:pt x="3965" y="3058"/>
                    <a:pt x="4810" y="2693"/>
                    <a:pt x="5043" y="2008"/>
                  </a:cubicBezTo>
                  <a:cubicBezTo>
                    <a:pt x="5233" y="1411"/>
                    <a:pt x="4912" y="740"/>
                    <a:pt x="4373" y="391"/>
                  </a:cubicBezTo>
                  <a:cubicBezTo>
                    <a:pt x="3955" y="108"/>
                    <a:pt x="3440" y="1"/>
                    <a:pt x="2925" y="1"/>
                  </a:cubicBezTo>
                  <a:close/>
                </a:path>
              </a:pathLst>
            </a:custGeom>
            <a:solidFill>
              <a:srgbClr val="000000">
                <a:alpha val="2737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2" name="Google Shape;532;p26"/>
            <p:cNvSpPr/>
            <p:nvPr/>
          </p:nvSpPr>
          <p:spPr>
            <a:xfrm>
              <a:off x="7623887" y="2896040"/>
              <a:ext cx="110798" cy="76699"/>
            </a:xfrm>
            <a:custGeom>
              <a:avLst/>
              <a:gdLst/>
              <a:ahLst/>
              <a:cxnLst/>
              <a:rect l="l" t="t" r="r" b="b"/>
              <a:pathLst>
                <a:path w="3441" h="2382" extrusionOk="0">
                  <a:moveTo>
                    <a:pt x="1581" y="0"/>
                  </a:moveTo>
                  <a:cubicBezTo>
                    <a:pt x="1039" y="0"/>
                    <a:pt x="474" y="189"/>
                    <a:pt x="1" y="576"/>
                  </a:cubicBezTo>
                  <a:cubicBezTo>
                    <a:pt x="1" y="1174"/>
                    <a:pt x="322" y="1757"/>
                    <a:pt x="846" y="2077"/>
                  </a:cubicBezTo>
                  <a:cubicBezTo>
                    <a:pt x="1173" y="2280"/>
                    <a:pt x="1558" y="2382"/>
                    <a:pt x="1940" y="2382"/>
                  </a:cubicBezTo>
                  <a:cubicBezTo>
                    <a:pt x="2190" y="2382"/>
                    <a:pt x="2438" y="2339"/>
                    <a:pt x="2668" y="2252"/>
                  </a:cubicBezTo>
                  <a:cubicBezTo>
                    <a:pt x="2930" y="2136"/>
                    <a:pt x="3178" y="1961"/>
                    <a:pt x="3309" y="1728"/>
                  </a:cubicBezTo>
                  <a:cubicBezTo>
                    <a:pt x="3441" y="1465"/>
                    <a:pt x="3411" y="1145"/>
                    <a:pt x="3280" y="882"/>
                  </a:cubicBezTo>
                  <a:cubicBezTo>
                    <a:pt x="3149" y="620"/>
                    <a:pt x="2901" y="416"/>
                    <a:pt x="2639" y="270"/>
                  </a:cubicBezTo>
                  <a:cubicBezTo>
                    <a:pt x="2322" y="91"/>
                    <a:pt x="1957" y="0"/>
                    <a:pt x="1581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3" name="Google Shape;533;p26"/>
            <p:cNvSpPr/>
            <p:nvPr/>
          </p:nvSpPr>
          <p:spPr>
            <a:xfrm>
              <a:off x="7485913" y="2945080"/>
              <a:ext cx="90609" cy="98369"/>
            </a:xfrm>
            <a:custGeom>
              <a:avLst/>
              <a:gdLst/>
              <a:ahLst/>
              <a:cxnLst/>
              <a:rect l="l" t="t" r="r" b="b"/>
              <a:pathLst>
                <a:path w="2814" h="3055" extrusionOk="0">
                  <a:moveTo>
                    <a:pt x="2100" y="1"/>
                  </a:moveTo>
                  <a:cubicBezTo>
                    <a:pt x="1473" y="44"/>
                    <a:pt x="875" y="350"/>
                    <a:pt x="497" y="831"/>
                  </a:cubicBezTo>
                  <a:cubicBezTo>
                    <a:pt x="161" y="1239"/>
                    <a:pt x="1" y="1808"/>
                    <a:pt x="190" y="2303"/>
                  </a:cubicBezTo>
                  <a:cubicBezTo>
                    <a:pt x="356" y="2723"/>
                    <a:pt x="810" y="3054"/>
                    <a:pt x="1281" y="3054"/>
                  </a:cubicBezTo>
                  <a:cubicBezTo>
                    <a:pt x="1350" y="3054"/>
                    <a:pt x="1419" y="3047"/>
                    <a:pt x="1488" y="3032"/>
                  </a:cubicBezTo>
                  <a:cubicBezTo>
                    <a:pt x="1837" y="2959"/>
                    <a:pt x="2129" y="2697"/>
                    <a:pt x="2333" y="2435"/>
                  </a:cubicBezTo>
                  <a:cubicBezTo>
                    <a:pt x="2610" y="2070"/>
                    <a:pt x="2814" y="1633"/>
                    <a:pt x="2799" y="1196"/>
                  </a:cubicBezTo>
                  <a:cubicBezTo>
                    <a:pt x="2799" y="744"/>
                    <a:pt x="2566" y="292"/>
                    <a:pt x="2100" y="1"/>
                  </a:cubicBezTo>
                  <a:close/>
                </a:path>
              </a:pathLst>
            </a:custGeom>
            <a:solidFill>
              <a:srgbClr val="C22242">
                <a:alpha val="1814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4" name="Google Shape;534;p26"/>
            <p:cNvSpPr/>
            <p:nvPr/>
          </p:nvSpPr>
          <p:spPr>
            <a:xfrm>
              <a:off x="7623887" y="2896040"/>
              <a:ext cx="110798" cy="76699"/>
            </a:xfrm>
            <a:custGeom>
              <a:avLst/>
              <a:gdLst/>
              <a:ahLst/>
              <a:cxnLst/>
              <a:rect l="l" t="t" r="r" b="b"/>
              <a:pathLst>
                <a:path w="3441" h="2382" extrusionOk="0">
                  <a:moveTo>
                    <a:pt x="1581" y="0"/>
                  </a:moveTo>
                  <a:cubicBezTo>
                    <a:pt x="1039" y="0"/>
                    <a:pt x="474" y="189"/>
                    <a:pt x="1" y="576"/>
                  </a:cubicBezTo>
                  <a:cubicBezTo>
                    <a:pt x="1" y="1174"/>
                    <a:pt x="322" y="1757"/>
                    <a:pt x="846" y="2077"/>
                  </a:cubicBezTo>
                  <a:cubicBezTo>
                    <a:pt x="1173" y="2280"/>
                    <a:pt x="1558" y="2382"/>
                    <a:pt x="1940" y="2382"/>
                  </a:cubicBezTo>
                  <a:cubicBezTo>
                    <a:pt x="2190" y="2382"/>
                    <a:pt x="2438" y="2339"/>
                    <a:pt x="2668" y="2252"/>
                  </a:cubicBezTo>
                  <a:cubicBezTo>
                    <a:pt x="2930" y="2136"/>
                    <a:pt x="3178" y="1961"/>
                    <a:pt x="3309" y="1728"/>
                  </a:cubicBezTo>
                  <a:cubicBezTo>
                    <a:pt x="3441" y="1465"/>
                    <a:pt x="3411" y="1145"/>
                    <a:pt x="3280" y="882"/>
                  </a:cubicBezTo>
                  <a:cubicBezTo>
                    <a:pt x="3149" y="620"/>
                    <a:pt x="2901" y="416"/>
                    <a:pt x="2639" y="270"/>
                  </a:cubicBezTo>
                  <a:cubicBezTo>
                    <a:pt x="2322" y="91"/>
                    <a:pt x="1957" y="0"/>
                    <a:pt x="1581" y="0"/>
                  </a:cubicBezTo>
                  <a:close/>
                </a:path>
              </a:pathLst>
            </a:custGeom>
            <a:solidFill>
              <a:srgbClr val="C22242">
                <a:alpha val="1814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5" name="Google Shape;535;p26"/>
            <p:cNvSpPr/>
            <p:nvPr/>
          </p:nvSpPr>
          <p:spPr>
            <a:xfrm>
              <a:off x="7690057" y="2945080"/>
              <a:ext cx="7567" cy="6601"/>
            </a:xfrm>
            <a:custGeom>
              <a:avLst/>
              <a:gdLst/>
              <a:ahLst/>
              <a:cxnLst/>
              <a:rect l="l" t="t" r="r" b="b"/>
              <a:pathLst>
                <a:path w="235" h="205" extrusionOk="0">
                  <a:moveTo>
                    <a:pt x="118" y="1"/>
                  </a:moveTo>
                  <a:cubicBezTo>
                    <a:pt x="59" y="1"/>
                    <a:pt x="1" y="44"/>
                    <a:pt x="1" y="103"/>
                  </a:cubicBezTo>
                  <a:cubicBezTo>
                    <a:pt x="1" y="161"/>
                    <a:pt x="59" y="205"/>
                    <a:pt x="118" y="205"/>
                  </a:cubicBezTo>
                  <a:cubicBezTo>
                    <a:pt x="176" y="205"/>
                    <a:pt x="234" y="161"/>
                    <a:pt x="234" y="103"/>
                  </a:cubicBezTo>
                  <a:cubicBezTo>
                    <a:pt x="234" y="44"/>
                    <a:pt x="176" y="1"/>
                    <a:pt x="118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6" name="Google Shape;536;p26"/>
            <p:cNvSpPr/>
            <p:nvPr/>
          </p:nvSpPr>
          <p:spPr>
            <a:xfrm>
              <a:off x="7096428" y="3340714"/>
              <a:ext cx="176485" cy="200860"/>
            </a:xfrm>
            <a:custGeom>
              <a:avLst/>
              <a:gdLst/>
              <a:ahLst/>
              <a:cxnLst/>
              <a:rect l="l" t="t" r="r" b="b"/>
              <a:pathLst>
                <a:path w="5481" h="6238" extrusionOk="0">
                  <a:moveTo>
                    <a:pt x="2638" y="0"/>
                  </a:moveTo>
                  <a:cubicBezTo>
                    <a:pt x="1822" y="525"/>
                    <a:pt x="1472" y="743"/>
                    <a:pt x="656" y="1268"/>
                  </a:cubicBezTo>
                  <a:cubicBezTo>
                    <a:pt x="598" y="2128"/>
                    <a:pt x="306" y="2857"/>
                    <a:pt x="0" y="3600"/>
                  </a:cubicBezTo>
                  <a:cubicBezTo>
                    <a:pt x="87" y="4110"/>
                    <a:pt x="204" y="4678"/>
                    <a:pt x="321" y="5247"/>
                  </a:cubicBezTo>
                  <a:cubicBezTo>
                    <a:pt x="350" y="5363"/>
                    <a:pt x="350" y="5495"/>
                    <a:pt x="437" y="5597"/>
                  </a:cubicBezTo>
                  <a:cubicBezTo>
                    <a:pt x="510" y="5684"/>
                    <a:pt x="1020" y="5932"/>
                    <a:pt x="1326" y="6238"/>
                  </a:cubicBezTo>
                  <a:cubicBezTo>
                    <a:pt x="1705" y="6136"/>
                    <a:pt x="1764" y="6121"/>
                    <a:pt x="2143" y="6019"/>
                  </a:cubicBezTo>
                  <a:cubicBezTo>
                    <a:pt x="2215" y="5538"/>
                    <a:pt x="1880" y="5028"/>
                    <a:pt x="1399" y="4853"/>
                  </a:cubicBezTo>
                  <a:cubicBezTo>
                    <a:pt x="1297" y="4474"/>
                    <a:pt x="1283" y="4154"/>
                    <a:pt x="1253" y="3833"/>
                  </a:cubicBezTo>
                  <a:cubicBezTo>
                    <a:pt x="1720" y="3367"/>
                    <a:pt x="2128" y="3032"/>
                    <a:pt x="2536" y="2711"/>
                  </a:cubicBezTo>
                  <a:cubicBezTo>
                    <a:pt x="2805" y="2794"/>
                    <a:pt x="3132" y="2846"/>
                    <a:pt x="3480" y="2846"/>
                  </a:cubicBezTo>
                  <a:cubicBezTo>
                    <a:pt x="4169" y="2846"/>
                    <a:pt x="4937" y="2641"/>
                    <a:pt x="5480" y="2070"/>
                  </a:cubicBezTo>
                  <a:cubicBezTo>
                    <a:pt x="5072" y="408"/>
                    <a:pt x="4125" y="437"/>
                    <a:pt x="2638" y="0"/>
                  </a:cubicBezTo>
                  <a:close/>
                </a:path>
              </a:pathLst>
            </a:custGeom>
            <a:solidFill>
              <a:srgbClr val="000000">
                <a:alpha val="2737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7" name="Google Shape;537;p26"/>
            <p:cNvSpPr/>
            <p:nvPr/>
          </p:nvSpPr>
          <p:spPr>
            <a:xfrm>
              <a:off x="7011937" y="3314407"/>
              <a:ext cx="131921" cy="143223"/>
            </a:xfrm>
            <a:custGeom>
              <a:avLst/>
              <a:gdLst/>
              <a:ahLst/>
              <a:cxnLst/>
              <a:rect l="l" t="t" r="r" b="b"/>
              <a:pathLst>
                <a:path w="4097" h="4448" extrusionOk="0">
                  <a:moveTo>
                    <a:pt x="1750" y="1"/>
                  </a:moveTo>
                  <a:cubicBezTo>
                    <a:pt x="1167" y="584"/>
                    <a:pt x="584" y="1152"/>
                    <a:pt x="1" y="1721"/>
                  </a:cubicBezTo>
                  <a:cubicBezTo>
                    <a:pt x="656" y="2508"/>
                    <a:pt x="1094" y="3455"/>
                    <a:pt x="1283" y="4446"/>
                  </a:cubicBezTo>
                  <a:cubicBezTo>
                    <a:pt x="1361" y="4446"/>
                    <a:pt x="1440" y="4448"/>
                    <a:pt x="1521" y="4448"/>
                  </a:cubicBezTo>
                  <a:cubicBezTo>
                    <a:pt x="1682" y="4448"/>
                    <a:pt x="1847" y="4441"/>
                    <a:pt x="2012" y="4402"/>
                  </a:cubicBezTo>
                  <a:cubicBezTo>
                    <a:pt x="2245" y="4344"/>
                    <a:pt x="2464" y="4184"/>
                    <a:pt x="2551" y="3965"/>
                  </a:cubicBezTo>
                  <a:cubicBezTo>
                    <a:pt x="2639" y="3732"/>
                    <a:pt x="2566" y="3470"/>
                    <a:pt x="2449" y="3251"/>
                  </a:cubicBezTo>
                  <a:cubicBezTo>
                    <a:pt x="2318" y="3032"/>
                    <a:pt x="2172" y="2843"/>
                    <a:pt x="2041" y="2595"/>
                  </a:cubicBezTo>
                  <a:cubicBezTo>
                    <a:pt x="2099" y="2318"/>
                    <a:pt x="2201" y="2056"/>
                    <a:pt x="2376" y="1823"/>
                  </a:cubicBezTo>
                  <a:cubicBezTo>
                    <a:pt x="2784" y="1896"/>
                    <a:pt x="3192" y="1968"/>
                    <a:pt x="3601" y="2041"/>
                  </a:cubicBezTo>
                  <a:cubicBezTo>
                    <a:pt x="3659" y="1531"/>
                    <a:pt x="3848" y="1036"/>
                    <a:pt x="4096" y="555"/>
                  </a:cubicBezTo>
                  <a:cubicBezTo>
                    <a:pt x="3324" y="365"/>
                    <a:pt x="2551" y="161"/>
                    <a:pt x="1750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8" name="Google Shape;538;p26"/>
            <p:cNvSpPr/>
            <p:nvPr/>
          </p:nvSpPr>
          <p:spPr>
            <a:xfrm>
              <a:off x="7059335" y="3351952"/>
              <a:ext cx="122519" cy="185018"/>
            </a:xfrm>
            <a:custGeom>
              <a:avLst/>
              <a:gdLst/>
              <a:ahLst/>
              <a:cxnLst/>
              <a:rect l="l" t="t" r="r" b="b"/>
              <a:pathLst>
                <a:path w="3805" h="5746" extrusionOk="0">
                  <a:moveTo>
                    <a:pt x="2755" y="1"/>
                  </a:moveTo>
                  <a:cubicBezTo>
                    <a:pt x="1939" y="686"/>
                    <a:pt x="1123" y="1385"/>
                    <a:pt x="380" y="2012"/>
                  </a:cubicBezTo>
                  <a:cubicBezTo>
                    <a:pt x="234" y="2683"/>
                    <a:pt x="88" y="3353"/>
                    <a:pt x="1" y="4096"/>
                  </a:cubicBezTo>
                  <a:lnTo>
                    <a:pt x="307" y="5335"/>
                  </a:lnTo>
                  <a:cubicBezTo>
                    <a:pt x="356" y="5582"/>
                    <a:pt x="583" y="5745"/>
                    <a:pt x="837" y="5745"/>
                  </a:cubicBezTo>
                  <a:cubicBezTo>
                    <a:pt x="883" y="5745"/>
                    <a:pt x="930" y="5740"/>
                    <a:pt x="977" y="5729"/>
                  </a:cubicBezTo>
                  <a:cubicBezTo>
                    <a:pt x="1298" y="5656"/>
                    <a:pt x="1473" y="5350"/>
                    <a:pt x="1371" y="5058"/>
                  </a:cubicBezTo>
                  <a:cubicBezTo>
                    <a:pt x="1181" y="4519"/>
                    <a:pt x="1065" y="3951"/>
                    <a:pt x="1225" y="3411"/>
                  </a:cubicBezTo>
                  <a:cubicBezTo>
                    <a:pt x="1385" y="2901"/>
                    <a:pt x="1779" y="2464"/>
                    <a:pt x="2260" y="2172"/>
                  </a:cubicBezTo>
                  <a:cubicBezTo>
                    <a:pt x="2726" y="1866"/>
                    <a:pt x="3265" y="1662"/>
                    <a:pt x="3805" y="1458"/>
                  </a:cubicBezTo>
                  <a:cubicBezTo>
                    <a:pt x="3528" y="963"/>
                    <a:pt x="3251" y="453"/>
                    <a:pt x="2755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9" name="Google Shape;539;p26"/>
            <p:cNvSpPr/>
            <p:nvPr/>
          </p:nvSpPr>
          <p:spPr>
            <a:xfrm>
              <a:off x="7077656" y="3277249"/>
              <a:ext cx="291437" cy="259978"/>
            </a:xfrm>
            <a:custGeom>
              <a:avLst/>
              <a:gdLst/>
              <a:ahLst/>
              <a:cxnLst/>
              <a:rect l="l" t="t" r="r" b="b"/>
              <a:pathLst>
                <a:path w="9051" h="8074" extrusionOk="0">
                  <a:moveTo>
                    <a:pt x="6689" y="1"/>
                  </a:moveTo>
                  <a:cubicBezTo>
                    <a:pt x="6122" y="1"/>
                    <a:pt x="5535" y="234"/>
                    <a:pt x="5014" y="484"/>
                  </a:cubicBezTo>
                  <a:cubicBezTo>
                    <a:pt x="4329" y="820"/>
                    <a:pt x="3585" y="1199"/>
                    <a:pt x="2842" y="1213"/>
                  </a:cubicBezTo>
                  <a:cubicBezTo>
                    <a:pt x="2215" y="1082"/>
                    <a:pt x="1603" y="951"/>
                    <a:pt x="904" y="878"/>
                  </a:cubicBezTo>
                  <a:cubicBezTo>
                    <a:pt x="568" y="1403"/>
                    <a:pt x="233" y="1942"/>
                    <a:pt x="0" y="3020"/>
                  </a:cubicBezTo>
                  <a:cubicBezTo>
                    <a:pt x="700" y="3837"/>
                    <a:pt x="1093" y="4449"/>
                    <a:pt x="1297" y="5338"/>
                  </a:cubicBezTo>
                  <a:cubicBezTo>
                    <a:pt x="1374" y="5634"/>
                    <a:pt x="1650" y="5824"/>
                    <a:pt x="1950" y="5824"/>
                  </a:cubicBezTo>
                  <a:cubicBezTo>
                    <a:pt x="2047" y="5824"/>
                    <a:pt x="2148" y="5803"/>
                    <a:pt x="2245" y="5760"/>
                  </a:cubicBezTo>
                  <a:lnTo>
                    <a:pt x="2259" y="5760"/>
                  </a:lnTo>
                  <a:cubicBezTo>
                    <a:pt x="2551" y="5629"/>
                    <a:pt x="2696" y="5323"/>
                    <a:pt x="2623" y="5032"/>
                  </a:cubicBezTo>
                  <a:cubicBezTo>
                    <a:pt x="2492" y="4522"/>
                    <a:pt x="2332" y="4230"/>
                    <a:pt x="1938" y="3676"/>
                  </a:cubicBezTo>
                  <a:cubicBezTo>
                    <a:pt x="2000" y="3294"/>
                    <a:pt x="1999" y="3005"/>
                    <a:pt x="2271" y="3005"/>
                  </a:cubicBezTo>
                  <a:cubicBezTo>
                    <a:pt x="2321" y="3005"/>
                    <a:pt x="2379" y="3015"/>
                    <a:pt x="2449" y="3035"/>
                  </a:cubicBezTo>
                  <a:cubicBezTo>
                    <a:pt x="2521" y="3064"/>
                    <a:pt x="3891" y="3603"/>
                    <a:pt x="4722" y="3880"/>
                  </a:cubicBezTo>
                  <a:cubicBezTo>
                    <a:pt x="5713" y="4201"/>
                    <a:pt x="6573" y="4798"/>
                    <a:pt x="7214" y="5571"/>
                  </a:cubicBezTo>
                  <a:cubicBezTo>
                    <a:pt x="7302" y="5688"/>
                    <a:pt x="7389" y="5790"/>
                    <a:pt x="7448" y="5877"/>
                  </a:cubicBezTo>
                  <a:cubicBezTo>
                    <a:pt x="6821" y="6314"/>
                    <a:pt x="6500" y="7116"/>
                    <a:pt x="6675" y="7845"/>
                  </a:cubicBezTo>
                  <a:cubicBezTo>
                    <a:pt x="6788" y="7999"/>
                    <a:pt x="6988" y="8073"/>
                    <a:pt x="7188" y="8073"/>
                  </a:cubicBezTo>
                  <a:cubicBezTo>
                    <a:pt x="7272" y="8073"/>
                    <a:pt x="7356" y="8060"/>
                    <a:pt x="7433" y="8034"/>
                  </a:cubicBezTo>
                  <a:cubicBezTo>
                    <a:pt x="7695" y="7947"/>
                    <a:pt x="7899" y="7757"/>
                    <a:pt x="8089" y="7568"/>
                  </a:cubicBezTo>
                  <a:cubicBezTo>
                    <a:pt x="8555" y="7130"/>
                    <a:pt x="9051" y="6620"/>
                    <a:pt x="9007" y="6008"/>
                  </a:cubicBezTo>
                  <a:cubicBezTo>
                    <a:pt x="8978" y="5644"/>
                    <a:pt x="8745" y="5323"/>
                    <a:pt x="8555" y="4988"/>
                  </a:cubicBezTo>
                  <a:cubicBezTo>
                    <a:pt x="8366" y="4653"/>
                    <a:pt x="8220" y="4274"/>
                    <a:pt x="8351" y="3924"/>
                  </a:cubicBezTo>
                  <a:cubicBezTo>
                    <a:pt x="8395" y="3356"/>
                    <a:pt x="8628" y="2612"/>
                    <a:pt x="8555" y="1854"/>
                  </a:cubicBezTo>
                  <a:cubicBezTo>
                    <a:pt x="8482" y="1111"/>
                    <a:pt x="8031" y="339"/>
                    <a:pt x="7258" y="91"/>
                  </a:cubicBezTo>
                  <a:cubicBezTo>
                    <a:pt x="7073" y="28"/>
                    <a:pt x="6882" y="1"/>
                    <a:pt x="6689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0" name="Google Shape;540;p26"/>
            <p:cNvSpPr/>
            <p:nvPr/>
          </p:nvSpPr>
          <p:spPr>
            <a:xfrm>
              <a:off x="7511737" y="4227390"/>
              <a:ext cx="268930" cy="284224"/>
            </a:xfrm>
            <a:custGeom>
              <a:avLst/>
              <a:gdLst/>
              <a:ahLst/>
              <a:cxnLst/>
              <a:rect l="l" t="t" r="r" b="b"/>
              <a:pathLst>
                <a:path w="8352" h="8827" extrusionOk="0">
                  <a:moveTo>
                    <a:pt x="4340" y="0"/>
                  </a:moveTo>
                  <a:cubicBezTo>
                    <a:pt x="3550" y="0"/>
                    <a:pt x="2806" y="143"/>
                    <a:pt x="2230" y="650"/>
                  </a:cubicBezTo>
                  <a:cubicBezTo>
                    <a:pt x="1283" y="1481"/>
                    <a:pt x="496" y="2487"/>
                    <a:pt x="1" y="3725"/>
                  </a:cubicBezTo>
                  <a:cubicBezTo>
                    <a:pt x="409" y="3784"/>
                    <a:pt x="846" y="3842"/>
                    <a:pt x="1210" y="4017"/>
                  </a:cubicBezTo>
                  <a:cubicBezTo>
                    <a:pt x="1589" y="4206"/>
                    <a:pt x="1910" y="4542"/>
                    <a:pt x="1997" y="4993"/>
                  </a:cubicBezTo>
                  <a:lnTo>
                    <a:pt x="3673" y="4265"/>
                  </a:lnTo>
                  <a:cubicBezTo>
                    <a:pt x="3848" y="5780"/>
                    <a:pt x="4009" y="7296"/>
                    <a:pt x="4169" y="8827"/>
                  </a:cubicBezTo>
                  <a:cubicBezTo>
                    <a:pt x="6078" y="6655"/>
                    <a:pt x="8075" y="4308"/>
                    <a:pt x="8323" y="1510"/>
                  </a:cubicBezTo>
                  <a:cubicBezTo>
                    <a:pt x="8352" y="1219"/>
                    <a:pt x="8352" y="883"/>
                    <a:pt x="8162" y="636"/>
                  </a:cubicBezTo>
                  <a:cubicBezTo>
                    <a:pt x="7915" y="315"/>
                    <a:pt x="7434" y="257"/>
                    <a:pt x="7011" y="228"/>
                  </a:cubicBezTo>
                  <a:cubicBezTo>
                    <a:pt x="6177" y="181"/>
                    <a:pt x="5229" y="0"/>
                    <a:pt x="4340" y="0"/>
                  </a:cubicBezTo>
                  <a:close/>
                </a:path>
              </a:pathLst>
            </a:custGeom>
            <a:solidFill>
              <a:srgbClr val="000000">
                <a:alpha val="369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1" name="Google Shape;541;p26"/>
            <p:cNvSpPr/>
            <p:nvPr/>
          </p:nvSpPr>
          <p:spPr>
            <a:xfrm>
              <a:off x="7960854" y="4354384"/>
              <a:ext cx="196191" cy="224816"/>
            </a:xfrm>
            <a:custGeom>
              <a:avLst/>
              <a:gdLst/>
              <a:ahLst/>
              <a:cxnLst/>
              <a:rect l="l" t="t" r="r" b="b"/>
              <a:pathLst>
                <a:path w="6093" h="6982" extrusionOk="0">
                  <a:moveTo>
                    <a:pt x="4591" y="0"/>
                  </a:moveTo>
                  <a:cubicBezTo>
                    <a:pt x="2420" y="1064"/>
                    <a:pt x="1312" y="2594"/>
                    <a:pt x="234" y="4125"/>
                  </a:cubicBezTo>
                  <a:cubicBezTo>
                    <a:pt x="117" y="4300"/>
                    <a:pt x="0" y="4489"/>
                    <a:pt x="44" y="4693"/>
                  </a:cubicBezTo>
                  <a:cubicBezTo>
                    <a:pt x="73" y="4853"/>
                    <a:pt x="234" y="4985"/>
                    <a:pt x="394" y="5101"/>
                  </a:cubicBezTo>
                  <a:cubicBezTo>
                    <a:pt x="1239" y="5728"/>
                    <a:pt x="2085" y="6355"/>
                    <a:pt x="2930" y="6981"/>
                  </a:cubicBezTo>
                  <a:cubicBezTo>
                    <a:pt x="3571" y="6049"/>
                    <a:pt x="4198" y="5116"/>
                    <a:pt x="4839" y="4183"/>
                  </a:cubicBezTo>
                  <a:cubicBezTo>
                    <a:pt x="5262" y="4606"/>
                    <a:pt x="5685" y="5028"/>
                    <a:pt x="6093" y="5451"/>
                  </a:cubicBezTo>
                  <a:cubicBezTo>
                    <a:pt x="5962" y="4387"/>
                    <a:pt x="5830" y="3323"/>
                    <a:pt x="5699" y="2259"/>
                  </a:cubicBezTo>
                  <a:cubicBezTo>
                    <a:pt x="5524" y="1312"/>
                    <a:pt x="5131" y="598"/>
                    <a:pt x="4591" y="0"/>
                  </a:cubicBezTo>
                  <a:close/>
                </a:path>
              </a:pathLst>
            </a:custGeom>
            <a:solidFill>
              <a:srgbClr val="000000">
                <a:alpha val="369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2" name="Google Shape;542;p26"/>
            <p:cNvSpPr/>
            <p:nvPr/>
          </p:nvSpPr>
          <p:spPr>
            <a:xfrm>
              <a:off x="7309460" y="4457841"/>
              <a:ext cx="241270" cy="302546"/>
            </a:xfrm>
            <a:custGeom>
              <a:avLst/>
              <a:gdLst/>
              <a:ahLst/>
              <a:cxnLst/>
              <a:rect l="l" t="t" r="r" b="b"/>
              <a:pathLst>
                <a:path w="7493" h="9396" extrusionOk="0">
                  <a:moveTo>
                    <a:pt x="5466" y="1"/>
                  </a:moveTo>
                  <a:cubicBezTo>
                    <a:pt x="5225" y="1"/>
                    <a:pt x="4984" y="28"/>
                    <a:pt x="4752" y="81"/>
                  </a:cubicBezTo>
                  <a:cubicBezTo>
                    <a:pt x="3790" y="300"/>
                    <a:pt x="2960" y="897"/>
                    <a:pt x="2318" y="1611"/>
                  </a:cubicBezTo>
                  <a:cubicBezTo>
                    <a:pt x="642" y="3404"/>
                    <a:pt x="1" y="5984"/>
                    <a:pt x="613" y="8301"/>
                  </a:cubicBezTo>
                  <a:cubicBezTo>
                    <a:pt x="730" y="8680"/>
                    <a:pt x="890" y="9103"/>
                    <a:pt x="1269" y="9292"/>
                  </a:cubicBezTo>
                  <a:cubicBezTo>
                    <a:pt x="1412" y="9364"/>
                    <a:pt x="1565" y="9395"/>
                    <a:pt x="1721" y="9395"/>
                  </a:cubicBezTo>
                  <a:cubicBezTo>
                    <a:pt x="2103" y="9395"/>
                    <a:pt x="2499" y="9205"/>
                    <a:pt x="2799" y="8957"/>
                  </a:cubicBezTo>
                  <a:cubicBezTo>
                    <a:pt x="3222" y="8622"/>
                    <a:pt x="3557" y="8170"/>
                    <a:pt x="4038" y="7922"/>
                  </a:cubicBezTo>
                  <a:cubicBezTo>
                    <a:pt x="3645" y="7572"/>
                    <a:pt x="3397" y="7135"/>
                    <a:pt x="3557" y="6742"/>
                  </a:cubicBezTo>
                  <a:cubicBezTo>
                    <a:pt x="3659" y="6508"/>
                    <a:pt x="3878" y="6348"/>
                    <a:pt x="4082" y="6188"/>
                  </a:cubicBezTo>
                  <a:cubicBezTo>
                    <a:pt x="4913" y="5532"/>
                    <a:pt x="5612" y="4716"/>
                    <a:pt x="6108" y="3812"/>
                  </a:cubicBezTo>
                  <a:cubicBezTo>
                    <a:pt x="6181" y="3608"/>
                    <a:pt x="6297" y="3404"/>
                    <a:pt x="6414" y="3200"/>
                  </a:cubicBezTo>
                  <a:cubicBezTo>
                    <a:pt x="6647" y="3287"/>
                    <a:pt x="6880" y="3375"/>
                    <a:pt x="7113" y="3462"/>
                  </a:cubicBezTo>
                  <a:cubicBezTo>
                    <a:pt x="7376" y="2588"/>
                    <a:pt x="7478" y="1728"/>
                    <a:pt x="7492" y="868"/>
                  </a:cubicBezTo>
                  <a:cubicBezTo>
                    <a:pt x="6984" y="271"/>
                    <a:pt x="6223" y="1"/>
                    <a:pt x="5466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3" name="Google Shape;543;p26"/>
            <p:cNvSpPr/>
            <p:nvPr/>
          </p:nvSpPr>
          <p:spPr>
            <a:xfrm>
              <a:off x="7309460" y="4457841"/>
              <a:ext cx="241270" cy="302546"/>
            </a:xfrm>
            <a:custGeom>
              <a:avLst/>
              <a:gdLst/>
              <a:ahLst/>
              <a:cxnLst/>
              <a:rect l="l" t="t" r="r" b="b"/>
              <a:pathLst>
                <a:path w="7493" h="9396" extrusionOk="0">
                  <a:moveTo>
                    <a:pt x="5466" y="1"/>
                  </a:moveTo>
                  <a:cubicBezTo>
                    <a:pt x="5225" y="1"/>
                    <a:pt x="4984" y="28"/>
                    <a:pt x="4752" y="81"/>
                  </a:cubicBezTo>
                  <a:cubicBezTo>
                    <a:pt x="3790" y="300"/>
                    <a:pt x="2960" y="897"/>
                    <a:pt x="2318" y="1611"/>
                  </a:cubicBezTo>
                  <a:cubicBezTo>
                    <a:pt x="642" y="3404"/>
                    <a:pt x="1" y="5984"/>
                    <a:pt x="613" y="8301"/>
                  </a:cubicBezTo>
                  <a:cubicBezTo>
                    <a:pt x="730" y="8680"/>
                    <a:pt x="890" y="9103"/>
                    <a:pt x="1269" y="9292"/>
                  </a:cubicBezTo>
                  <a:cubicBezTo>
                    <a:pt x="1412" y="9364"/>
                    <a:pt x="1565" y="9395"/>
                    <a:pt x="1721" y="9395"/>
                  </a:cubicBezTo>
                  <a:cubicBezTo>
                    <a:pt x="2103" y="9395"/>
                    <a:pt x="2499" y="9205"/>
                    <a:pt x="2799" y="8957"/>
                  </a:cubicBezTo>
                  <a:cubicBezTo>
                    <a:pt x="3222" y="8622"/>
                    <a:pt x="3557" y="8170"/>
                    <a:pt x="4038" y="7922"/>
                  </a:cubicBezTo>
                  <a:cubicBezTo>
                    <a:pt x="3645" y="7572"/>
                    <a:pt x="3397" y="7135"/>
                    <a:pt x="3557" y="6742"/>
                  </a:cubicBezTo>
                  <a:cubicBezTo>
                    <a:pt x="3659" y="6508"/>
                    <a:pt x="3878" y="6348"/>
                    <a:pt x="4082" y="6188"/>
                  </a:cubicBezTo>
                  <a:cubicBezTo>
                    <a:pt x="4913" y="5532"/>
                    <a:pt x="5612" y="4716"/>
                    <a:pt x="6108" y="3812"/>
                  </a:cubicBezTo>
                  <a:cubicBezTo>
                    <a:pt x="6181" y="3608"/>
                    <a:pt x="6297" y="3404"/>
                    <a:pt x="6414" y="3200"/>
                  </a:cubicBezTo>
                  <a:cubicBezTo>
                    <a:pt x="6647" y="3287"/>
                    <a:pt x="6880" y="3375"/>
                    <a:pt x="7113" y="3462"/>
                  </a:cubicBezTo>
                  <a:cubicBezTo>
                    <a:pt x="7376" y="2588"/>
                    <a:pt x="7478" y="1728"/>
                    <a:pt x="7492" y="868"/>
                  </a:cubicBezTo>
                  <a:cubicBezTo>
                    <a:pt x="6984" y="271"/>
                    <a:pt x="6223" y="1"/>
                    <a:pt x="5466" y="1"/>
                  </a:cubicBezTo>
                  <a:close/>
                </a:path>
              </a:pathLst>
            </a:custGeom>
            <a:solidFill>
              <a:srgbClr val="000000">
                <a:alpha val="2737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4" name="Google Shape;544;p26"/>
            <p:cNvSpPr/>
            <p:nvPr/>
          </p:nvSpPr>
          <p:spPr>
            <a:xfrm>
              <a:off x="7347487" y="4478256"/>
              <a:ext cx="192456" cy="303190"/>
            </a:xfrm>
            <a:custGeom>
              <a:avLst/>
              <a:gdLst/>
              <a:ahLst/>
              <a:cxnLst/>
              <a:rect l="l" t="t" r="r" b="b"/>
              <a:pathLst>
                <a:path w="5977" h="9416" extrusionOk="0">
                  <a:moveTo>
                    <a:pt x="4387" y="1"/>
                  </a:moveTo>
                  <a:cubicBezTo>
                    <a:pt x="2318" y="2624"/>
                    <a:pt x="802" y="5656"/>
                    <a:pt x="0" y="8833"/>
                  </a:cubicBezTo>
                  <a:cubicBezTo>
                    <a:pt x="525" y="8920"/>
                    <a:pt x="1006" y="9124"/>
                    <a:pt x="1429" y="9416"/>
                  </a:cubicBezTo>
                  <a:cubicBezTo>
                    <a:pt x="2376" y="6341"/>
                    <a:pt x="3921" y="3426"/>
                    <a:pt x="5976" y="875"/>
                  </a:cubicBezTo>
                  <a:cubicBezTo>
                    <a:pt x="5743" y="773"/>
                    <a:pt x="5072" y="380"/>
                    <a:pt x="4387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5" name="Google Shape;545;p26"/>
            <p:cNvSpPr/>
            <p:nvPr/>
          </p:nvSpPr>
          <p:spPr>
            <a:xfrm>
              <a:off x="7324948" y="4473104"/>
              <a:ext cx="135205" cy="224366"/>
            </a:xfrm>
            <a:custGeom>
              <a:avLst/>
              <a:gdLst/>
              <a:ahLst/>
              <a:cxnLst/>
              <a:rect l="l" t="t" r="r" b="b"/>
              <a:pathLst>
                <a:path w="4199" h="6968" extrusionOk="0">
                  <a:moveTo>
                    <a:pt x="4198" y="0"/>
                  </a:moveTo>
                  <a:cubicBezTo>
                    <a:pt x="3965" y="219"/>
                    <a:pt x="3338" y="277"/>
                    <a:pt x="2887" y="525"/>
                  </a:cubicBezTo>
                  <a:cubicBezTo>
                    <a:pt x="2435" y="787"/>
                    <a:pt x="2114" y="1210"/>
                    <a:pt x="1808" y="1618"/>
                  </a:cubicBezTo>
                  <a:cubicBezTo>
                    <a:pt x="1196" y="2420"/>
                    <a:pt x="584" y="3236"/>
                    <a:pt x="292" y="4183"/>
                  </a:cubicBezTo>
                  <a:cubicBezTo>
                    <a:pt x="1" y="5131"/>
                    <a:pt x="103" y="6224"/>
                    <a:pt x="788" y="6967"/>
                  </a:cubicBezTo>
                  <a:cubicBezTo>
                    <a:pt x="1619" y="4519"/>
                    <a:pt x="2755" y="2187"/>
                    <a:pt x="4198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6" name="Google Shape;546;p26"/>
            <p:cNvSpPr/>
            <p:nvPr/>
          </p:nvSpPr>
          <p:spPr>
            <a:xfrm>
              <a:off x="7292104" y="4170397"/>
              <a:ext cx="499832" cy="776360"/>
            </a:xfrm>
            <a:custGeom>
              <a:avLst/>
              <a:gdLst/>
              <a:ahLst/>
              <a:cxnLst/>
              <a:rect l="l" t="t" r="r" b="b"/>
              <a:pathLst>
                <a:path w="15523" h="24111" extrusionOk="0">
                  <a:moveTo>
                    <a:pt x="9591" y="1"/>
                  </a:moveTo>
                  <a:cubicBezTo>
                    <a:pt x="9124" y="1779"/>
                    <a:pt x="8658" y="3572"/>
                    <a:pt x="8206" y="5452"/>
                  </a:cubicBezTo>
                  <a:cubicBezTo>
                    <a:pt x="8162" y="5627"/>
                    <a:pt x="8119" y="5802"/>
                    <a:pt x="8075" y="5991"/>
                  </a:cubicBezTo>
                  <a:cubicBezTo>
                    <a:pt x="7813" y="6253"/>
                    <a:pt x="7536" y="6516"/>
                    <a:pt x="7405" y="6647"/>
                  </a:cubicBezTo>
                  <a:cubicBezTo>
                    <a:pt x="5058" y="7405"/>
                    <a:pt x="3032" y="8877"/>
                    <a:pt x="1779" y="10713"/>
                  </a:cubicBezTo>
                  <a:cubicBezTo>
                    <a:pt x="467" y="12652"/>
                    <a:pt x="1" y="14954"/>
                    <a:pt x="44" y="17199"/>
                  </a:cubicBezTo>
                  <a:cubicBezTo>
                    <a:pt x="88" y="19443"/>
                    <a:pt x="598" y="21659"/>
                    <a:pt x="1108" y="23859"/>
                  </a:cubicBezTo>
                  <a:cubicBezTo>
                    <a:pt x="1997" y="23985"/>
                    <a:pt x="2895" y="24110"/>
                    <a:pt x="3690" y="24110"/>
                  </a:cubicBezTo>
                  <a:cubicBezTo>
                    <a:pt x="3912" y="24110"/>
                    <a:pt x="4126" y="24100"/>
                    <a:pt x="4329" y="24078"/>
                  </a:cubicBezTo>
                  <a:cubicBezTo>
                    <a:pt x="3848" y="21134"/>
                    <a:pt x="3717" y="18146"/>
                    <a:pt x="4504" y="16747"/>
                  </a:cubicBezTo>
                  <a:lnTo>
                    <a:pt x="4504" y="16747"/>
                  </a:lnTo>
                  <a:cubicBezTo>
                    <a:pt x="3892" y="17199"/>
                    <a:pt x="3018" y="17461"/>
                    <a:pt x="2143" y="17505"/>
                  </a:cubicBezTo>
                  <a:cubicBezTo>
                    <a:pt x="2216" y="16281"/>
                    <a:pt x="2303" y="15056"/>
                    <a:pt x="2376" y="13832"/>
                  </a:cubicBezTo>
                  <a:lnTo>
                    <a:pt x="2376" y="13832"/>
                  </a:lnTo>
                  <a:cubicBezTo>
                    <a:pt x="2085" y="13963"/>
                    <a:pt x="1808" y="14094"/>
                    <a:pt x="1516" y="14226"/>
                  </a:cubicBezTo>
                  <a:cubicBezTo>
                    <a:pt x="1706" y="13322"/>
                    <a:pt x="1939" y="12346"/>
                    <a:pt x="2726" y="11704"/>
                  </a:cubicBezTo>
                  <a:cubicBezTo>
                    <a:pt x="3586" y="11005"/>
                    <a:pt x="4971" y="10844"/>
                    <a:pt x="5743" y="10072"/>
                  </a:cubicBezTo>
                  <a:lnTo>
                    <a:pt x="5743" y="10072"/>
                  </a:lnTo>
                  <a:cubicBezTo>
                    <a:pt x="5699" y="10393"/>
                    <a:pt x="5656" y="10728"/>
                    <a:pt x="5758" y="11034"/>
                  </a:cubicBezTo>
                  <a:cubicBezTo>
                    <a:pt x="5860" y="11354"/>
                    <a:pt x="6137" y="11646"/>
                    <a:pt x="6516" y="11704"/>
                  </a:cubicBezTo>
                  <a:cubicBezTo>
                    <a:pt x="6550" y="11710"/>
                    <a:pt x="6584" y="11712"/>
                    <a:pt x="6619" y="11712"/>
                  </a:cubicBezTo>
                  <a:cubicBezTo>
                    <a:pt x="6967" y="11712"/>
                    <a:pt x="7313" y="11457"/>
                    <a:pt x="7273" y="11165"/>
                  </a:cubicBezTo>
                  <a:lnTo>
                    <a:pt x="7273" y="11165"/>
                  </a:lnTo>
                  <a:cubicBezTo>
                    <a:pt x="7579" y="11500"/>
                    <a:pt x="7740" y="11937"/>
                    <a:pt x="7696" y="12360"/>
                  </a:cubicBezTo>
                  <a:cubicBezTo>
                    <a:pt x="8658" y="10990"/>
                    <a:pt x="9766" y="9693"/>
                    <a:pt x="11004" y="8498"/>
                  </a:cubicBezTo>
                  <a:cubicBezTo>
                    <a:pt x="11515" y="8367"/>
                    <a:pt x="12025" y="8090"/>
                    <a:pt x="12360" y="7740"/>
                  </a:cubicBezTo>
                  <a:cubicBezTo>
                    <a:pt x="12710" y="7390"/>
                    <a:pt x="12914" y="6953"/>
                    <a:pt x="13118" y="6530"/>
                  </a:cubicBezTo>
                  <a:cubicBezTo>
                    <a:pt x="13220" y="6312"/>
                    <a:pt x="13322" y="6093"/>
                    <a:pt x="13424" y="5874"/>
                  </a:cubicBezTo>
                  <a:cubicBezTo>
                    <a:pt x="14196" y="4198"/>
                    <a:pt x="14910" y="2522"/>
                    <a:pt x="15523" y="948"/>
                  </a:cubicBezTo>
                  <a:cubicBezTo>
                    <a:pt x="13555" y="584"/>
                    <a:pt x="11558" y="321"/>
                    <a:pt x="9591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7" name="Google Shape;547;p26"/>
            <p:cNvSpPr/>
            <p:nvPr/>
          </p:nvSpPr>
          <p:spPr>
            <a:xfrm>
              <a:off x="7556333" y="4170397"/>
              <a:ext cx="235603" cy="189172"/>
            </a:xfrm>
            <a:custGeom>
              <a:avLst/>
              <a:gdLst/>
              <a:ahLst/>
              <a:cxnLst/>
              <a:rect l="l" t="t" r="r" b="b"/>
              <a:pathLst>
                <a:path w="7317" h="5875" extrusionOk="0">
                  <a:moveTo>
                    <a:pt x="1385" y="1"/>
                  </a:moveTo>
                  <a:cubicBezTo>
                    <a:pt x="918" y="1779"/>
                    <a:pt x="452" y="3572"/>
                    <a:pt x="0" y="5452"/>
                  </a:cubicBezTo>
                  <a:cubicBezTo>
                    <a:pt x="787" y="5015"/>
                    <a:pt x="1676" y="4708"/>
                    <a:pt x="2594" y="4577"/>
                  </a:cubicBezTo>
                  <a:cubicBezTo>
                    <a:pt x="2871" y="4898"/>
                    <a:pt x="3265" y="5335"/>
                    <a:pt x="3600" y="5802"/>
                  </a:cubicBezTo>
                  <a:lnTo>
                    <a:pt x="4751" y="5233"/>
                  </a:lnTo>
                  <a:cubicBezTo>
                    <a:pt x="4941" y="5423"/>
                    <a:pt x="5087" y="5641"/>
                    <a:pt x="5218" y="5874"/>
                  </a:cubicBezTo>
                  <a:cubicBezTo>
                    <a:pt x="5990" y="4198"/>
                    <a:pt x="6704" y="2522"/>
                    <a:pt x="7317" y="948"/>
                  </a:cubicBezTo>
                  <a:cubicBezTo>
                    <a:pt x="5349" y="584"/>
                    <a:pt x="3352" y="321"/>
                    <a:pt x="1385" y="1"/>
                  </a:cubicBezTo>
                  <a:close/>
                </a:path>
              </a:pathLst>
            </a:custGeom>
            <a:solidFill>
              <a:srgbClr val="000000">
                <a:alpha val="2737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8" name="Google Shape;548;p26"/>
            <p:cNvSpPr/>
            <p:nvPr/>
          </p:nvSpPr>
          <p:spPr>
            <a:xfrm>
              <a:off x="7300090" y="4922672"/>
              <a:ext cx="234669" cy="192778"/>
            </a:xfrm>
            <a:custGeom>
              <a:avLst/>
              <a:gdLst/>
              <a:ahLst/>
              <a:cxnLst/>
              <a:rect l="l" t="t" r="r" b="b"/>
              <a:pathLst>
                <a:path w="7288" h="5987" extrusionOk="0">
                  <a:moveTo>
                    <a:pt x="3629" y="1"/>
                  </a:moveTo>
                  <a:cubicBezTo>
                    <a:pt x="2755" y="30"/>
                    <a:pt x="1881" y="45"/>
                    <a:pt x="991" y="88"/>
                  </a:cubicBezTo>
                  <a:cubicBezTo>
                    <a:pt x="598" y="1196"/>
                    <a:pt x="292" y="2347"/>
                    <a:pt x="88" y="3513"/>
                  </a:cubicBezTo>
                  <a:cubicBezTo>
                    <a:pt x="44" y="3819"/>
                    <a:pt x="0" y="4140"/>
                    <a:pt x="88" y="4432"/>
                  </a:cubicBezTo>
                  <a:cubicBezTo>
                    <a:pt x="216" y="4860"/>
                    <a:pt x="638" y="5190"/>
                    <a:pt x="861" y="5190"/>
                  </a:cubicBezTo>
                  <a:cubicBezTo>
                    <a:pt x="866" y="5190"/>
                    <a:pt x="870" y="5190"/>
                    <a:pt x="875" y="5189"/>
                  </a:cubicBezTo>
                  <a:cubicBezTo>
                    <a:pt x="1823" y="5719"/>
                    <a:pt x="2925" y="5987"/>
                    <a:pt x="4028" y="5987"/>
                  </a:cubicBezTo>
                  <a:cubicBezTo>
                    <a:pt x="4960" y="5987"/>
                    <a:pt x="5893" y="5795"/>
                    <a:pt x="6734" y="5408"/>
                  </a:cubicBezTo>
                  <a:cubicBezTo>
                    <a:pt x="6967" y="5291"/>
                    <a:pt x="7215" y="5146"/>
                    <a:pt x="7259" y="4898"/>
                  </a:cubicBezTo>
                  <a:cubicBezTo>
                    <a:pt x="7288" y="4665"/>
                    <a:pt x="7098" y="4446"/>
                    <a:pt x="6923" y="4271"/>
                  </a:cubicBezTo>
                  <a:cubicBezTo>
                    <a:pt x="6399" y="3747"/>
                    <a:pt x="5859" y="3222"/>
                    <a:pt x="5320" y="2697"/>
                  </a:cubicBezTo>
                  <a:cubicBezTo>
                    <a:pt x="4635" y="1837"/>
                    <a:pt x="4096" y="948"/>
                    <a:pt x="3629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9" name="Google Shape;549;p26"/>
            <p:cNvSpPr/>
            <p:nvPr/>
          </p:nvSpPr>
          <p:spPr>
            <a:xfrm>
              <a:off x="7935996" y="4343114"/>
              <a:ext cx="227618" cy="612916"/>
            </a:xfrm>
            <a:custGeom>
              <a:avLst/>
              <a:gdLst/>
              <a:ahLst/>
              <a:cxnLst/>
              <a:rect l="l" t="t" r="r" b="b"/>
              <a:pathLst>
                <a:path w="7069" h="19035" extrusionOk="0">
                  <a:moveTo>
                    <a:pt x="4999" y="0"/>
                  </a:moveTo>
                  <a:lnTo>
                    <a:pt x="4999" y="0"/>
                  </a:lnTo>
                  <a:cubicBezTo>
                    <a:pt x="3585" y="467"/>
                    <a:pt x="2113" y="846"/>
                    <a:pt x="364" y="1123"/>
                  </a:cubicBezTo>
                  <a:cubicBezTo>
                    <a:pt x="0" y="2842"/>
                    <a:pt x="292" y="4664"/>
                    <a:pt x="1268" y="6340"/>
                  </a:cubicBezTo>
                  <a:cubicBezTo>
                    <a:pt x="1472" y="7827"/>
                    <a:pt x="1662" y="9328"/>
                    <a:pt x="1793" y="10829"/>
                  </a:cubicBezTo>
                  <a:cubicBezTo>
                    <a:pt x="2011" y="13423"/>
                    <a:pt x="2099" y="16018"/>
                    <a:pt x="2040" y="18597"/>
                  </a:cubicBezTo>
                  <a:cubicBezTo>
                    <a:pt x="2915" y="18656"/>
                    <a:pt x="3789" y="18714"/>
                    <a:pt x="4460" y="19035"/>
                  </a:cubicBezTo>
                  <a:cubicBezTo>
                    <a:pt x="6806" y="14429"/>
                    <a:pt x="7069" y="8949"/>
                    <a:pt x="5043" y="4212"/>
                  </a:cubicBezTo>
                  <a:cubicBezTo>
                    <a:pt x="5028" y="4183"/>
                    <a:pt x="5028" y="4154"/>
                    <a:pt x="5028" y="4139"/>
                  </a:cubicBezTo>
                  <a:cubicBezTo>
                    <a:pt x="4868" y="2755"/>
                    <a:pt x="4868" y="1370"/>
                    <a:pt x="4999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0" name="Google Shape;550;p26"/>
            <p:cNvSpPr/>
            <p:nvPr/>
          </p:nvSpPr>
          <p:spPr>
            <a:xfrm>
              <a:off x="7935996" y="4342632"/>
              <a:ext cx="161931" cy="349203"/>
            </a:xfrm>
            <a:custGeom>
              <a:avLst/>
              <a:gdLst/>
              <a:ahLst/>
              <a:cxnLst/>
              <a:rect l="l" t="t" r="r" b="b"/>
              <a:pathLst>
                <a:path w="5029" h="10845" extrusionOk="0">
                  <a:moveTo>
                    <a:pt x="4999" y="1"/>
                  </a:moveTo>
                  <a:cubicBezTo>
                    <a:pt x="3585" y="482"/>
                    <a:pt x="2113" y="861"/>
                    <a:pt x="364" y="1138"/>
                  </a:cubicBezTo>
                  <a:cubicBezTo>
                    <a:pt x="0" y="2843"/>
                    <a:pt x="292" y="4679"/>
                    <a:pt x="1268" y="6355"/>
                  </a:cubicBezTo>
                  <a:cubicBezTo>
                    <a:pt x="1472" y="7842"/>
                    <a:pt x="1662" y="9343"/>
                    <a:pt x="1793" y="10844"/>
                  </a:cubicBezTo>
                  <a:cubicBezTo>
                    <a:pt x="2478" y="8906"/>
                    <a:pt x="3425" y="7055"/>
                    <a:pt x="4635" y="5350"/>
                  </a:cubicBezTo>
                  <a:cubicBezTo>
                    <a:pt x="4402" y="5291"/>
                    <a:pt x="4183" y="5218"/>
                    <a:pt x="3950" y="5160"/>
                  </a:cubicBezTo>
                  <a:cubicBezTo>
                    <a:pt x="4052" y="4854"/>
                    <a:pt x="4154" y="4548"/>
                    <a:pt x="4256" y="4242"/>
                  </a:cubicBezTo>
                  <a:cubicBezTo>
                    <a:pt x="4450" y="4181"/>
                    <a:pt x="4665" y="4151"/>
                    <a:pt x="4891" y="4151"/>
                  </a:cubicBezTo>
                  <a:cubicBezTo>
                    <a:pt x="4936" y="4151"/>
                    <a:pt x="4982" y="4152"/>
                    <a:pt x="5028" y="4154"/>
                  </a:cubicBezTo>
                  <a:cubicBezTo>
                    <a:pt x="4868" y="2770"/>
                    <a:pt x="4868" y="1385"/>
                    <a:pt x="4999" y="1"/>
                  </a:cubicBezTo>
                  <a:close/>
                </a:path>
              </a:pathLst>
            </a:custGeom>
            <a:solidFill>
              <a:srgbClr val="000000">
                <a:alpha val="2737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1" name="Google Shape;551;p26"/>
            <p:cNvSpPr/>
            <p:nvPr/>
          </p:nvSpPr>
          <p:spPr>
            <a:xfrm>
              <a:off x="7791904" y="4908601"/>
              <a:ext cx="319612" cy="233059"/>
            </a:xfrm>
            <a:custGeom>
              <a:avLst/>
              <a:gdLst/>
              <a:ahLst/>
              <a:cxnLst/>
              <a:rect l="l" t="t" r="r" b="b"/>
              <a:pathLst>
                <a:path w="9926" h="7238" extrusionOk="0">
                  <a:moveTo>
                    <a:pt x="7055" y="1"/>
                  </a:moveTo>
                  <a:cubicBezTo>
                    <a:pt x="5962" y="1269"/>
                    <a:pt x="4781" y="2449"/>
                    <a:pt x="3557" y="3499"/>
                  </a:cubicBezTo>
                  <a:cubicBezTo>
                    <a:pt x="2566" y="3980"/>
                    <a:pt x="1575" y="4460"/>
                    <a:pt x="584" y="4956"/>
                  </a:cubicBezTo>
                  <a:cubicBezTo>
                    <a:pt x="321" y="5073"/>
                    <a:pt x="30" y="5247"/>
                    <a:pt x="15" y="5510"/>
                  </a:cubicBezTo>
                  <a:cubicBezTo>
                    <a:pt x="1" y="5728"/>
                    <a:pt x="161" y="5903"/>
                    <a:pt x="321" y="6049"/>
                  </a:cubicBezTo>
                  <a:cubicBezTo>
                    <a:pt x="1172" y="6824"/>
                    <a:pt x="2360" y="7238"/>
                    <a:pt x="3543" y="7238"/>
                  </a:cubicBezTo>
                  <a:cubicBezTo>
                    <a:pt x="4184" y="7238"/>
                    <a:pt x="4824" y="7116"/>
                    <a:pt x="5408" y="6865"/>
                  </a:cubicBezTo>
                  <a:cubicBezTo>
                    <a:pt x="6195" y="6530"/>
                    <a:pt x="6894" y="5976"/>
                    <a:pt x="7754" y="5801"/>
                  </a:cubicBezTo>
                  <a:cubicBezTo>
                    <a:pt x="8148" y="5714"/>
                    <a:pt x="8570" y="5728"/>
                    <a:pt x="8935" y="5554"/>
                  </a:cubicBezTo>
                  <a:cubicBezTo>
                    <a:pt x="9795" y="5175"/>
                    <a:pt x="9926" y="4052"/>
                    <a:pt x="9693" y="3192"/>
                  </a:cubicBezTo>
                  <a:cubicBezTo>
                    <a:pt x="9460" y="2318"/>
                    <a:pt x="8964" y="1487"/>
                    <a:pt x="9037" y="584"/>
                  </a:cubicBezTo>
                  <a:cubicBezTo>
                    <a:pt x="8264" y="482"/>
                    <a:pt x="7507" y="365"/>
                    <a:pt x="7055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2" name="Google Shape;552;p26"/>
            <p:cNvSpPr/>
            <p:nvPr/>
          </p:nvSpPr>
          <p:spPr>
            <a:xfrm>
              <a:off x="7507519" y="3889006"/>
              <a:ext cx="641091" cy="760100"/>
            </a:xfrm>
            <a:custGeom>
              <a:avLst/>
              <a:gdLst/>
              <a:ahLst/>
              <a:cxnLst/>
              <a:rect l="l" t="t" r="r" b="b"/>
              <a:pathLst>
                <a:path w="19910" h="23606" extrusionOk="0">
                  <a:moveTo>
                    <a:pt x="12521" y="19965"/>
                  </a:moveTo>
                  <a:cubicBezTo>
                    <a:pt x="12519" y="19978"/>
                    <a:pt x="12519" y="19992"/>
                    <a:pt x="12520" y="20006"/>
                  </a:cubicBezTo>
                  <a:cubicBezTo>
                    <a:pt x="12520" y="19992"/>
                    <a:pt x="12521" y="19979"/>
                    <a:pt x="12521" y="19965"/>
                  </a:cubicBezTo>
                  <a:close/>
                  <a:moveTo>
                    <a:pt x="11725" y="0"/>
                  </a:moveTo>
                  <a:cubicBezTo>
                    <a:pt x="9537" y="0"/>
                    <a:pt x="7362" y="168"/>
                    <a:pt x="5218" y="505"/>
                  </a:cubicBezTo>
                  <a:cubicBezTo>
                    <a:pt x="2828" y="5184"/>
                    <a:pt x="1210" y="9643"/>
                    <a:pt x="0" y="14191"/>
                  </a:cubicBezTo>
                  <a:lnTo>
                    <a:pt x="1983" y="12223"/>
                  </a:lnTo>
                  <a:cubicBezTo>
                    <a:pt x="2174" y="12189"/>
                    <a:pt x="2367" y="12172"/>
                    <a:pt x="2561" y="12172"/>
                  </a:cubicBezTo>
                  <a:cubicBezTo>
                    <a:pt x="3755" y="12172"/>
                    <a:pt x="4945" y="12807"/>
                    <a:pt x="5510" y="13797"/>
                  </a:cubicBezTo>
                  <a:cubicBezTo>
                    <a:pt x="6224" y="13375"/>
                    <a:pt x="6792" y="12733"/>
                    <a:pt x="7113" y="12005"/>
                  </a:cubicBezTo>
                  <a:cubicBezTo>
                    <a:pt x="7506" y="12340"/>
                    <a:pt x="7885" y="12660"/>
                    <a:pt x="8279" y="12996"/>
                  </a:cubicBezTo>
                  <a:cubicBezTo>
                    <a:pt x="9139" y="11349"/>
                    <a:pt x="10144" y="9804"/>
                    <a:pt x="11237" y="8317"/>
                  </a:cubicBezTo>
                  <a:cubicBezTo>
                    <a:pt x="12269" y="12325"/>
                    <a:pt x="12605" y="16145"/>
                    <a:pt x="12521" y="19965"/>
                  </a:cubicBezTo>
                  <a:lnTo>
                    <a:pt x="12521" y="19965"/>
                  </a:lnTo>
                  <a:cubicBezTo>
                    <a:pt x="12539" y="19795"/>
                    <a:pt x="12739" y="19681"/>
                    <a:pt x="12930" y="19681"/>
                  </a:cubicBezTo>
                  <a:cubicBezTo>
                    <a:pt x="12974" y="19681"/>
                    <a:pt x="13018" y="19687"/>
                    <a:pt x="13059" y="19700"/>
                  </a:cubicBezTo>
                  <a:cubicBezTo>
                    <a:pt x="13307" y="19758"/>
                    <a:pt x="13467" y="19962"/>
                    <a:pt x="13599" y="20166"/>
                  </a:cubicBezTo>
                  <a:cubicBezTo>
                    <a:pt x="14254" y="21114"/>
                    <a:pt x="14065" y="22498"/>
                    <a:pt x="14254" y="23606"/>
                  </a:cubicBezTo>
                  <a:cubicBezTo>
                    <a:pt x="15610" y="22513"/>
                    <a:pt x="16280" y="20764"/>
                    <a:pt x="16980" y="19496"/>
                  </a:cubicBezTo>
                  <a:cubicBezTo>
                    <a:pt x="16426" y="19336"/>
                    <a:pt x="15872" y="19161"/>
                    <a:pt x="15318" y="18986"/>
                  </a:cubicBezTo>
                  <a:cubicBezTo>
                    <a:pt x="15420" y="18723"/>
                    <a:pt x="15508" y="18461"/>
                    <a:pt x="15610" y="18199"/>
                  </a:cubicBezTo>
                  <a:cubicBezTo>
                    <a:pt x="16863" y="18111"/>
                    <a:pt x="17942" y="17033"/>
                    <a:pt x="17971" y="15852"/>
                  </a:cubicBezTo>
                  <a:cubicBezTo>
                    <a:pt x="18612" y="16129"/>
                    <a:pt x="19268" y="16406"/>
                    <a:pt x="19909" y="16683"/>
                  </a:cubicBezTo>
                  <a:cubicBezTo>
                    <a:pt x="19122" y="11130"/>
                    <a:pt x="18539" y="5781"/>
                    <a:pt x="17942" y="447"/>
                  </a:cubicBezTo>
                  <a:cubicBezTo>
                    <a:pt x="15868" y="150"/>
                    <a:pt x="13791" y="0"/>
                    <a:pt x="11725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3" name="Google Shape;553;p26"/>
            <p:cNvSpPr/>
            <p:nvPr/>
          </p:nvSpPr>
          <p:spPr>
            <a:xfrm>
              <a:off x="7887633" y="4041824"/>
              <a:ext cx="143642" cy="94344"/>
            </a:xfrm>
            <a:custGeom>
              <a:avLst/>
              <a:gdLst/>
              <a:ahLst/>
              <a:cxnLst/>
              <a:rect l="l" t="t" r="r" b="b"/>
              <a:pathLst>
                <a:path w="4461" h="2930" extrusionOk="0">
                  <a:moveTo>
                    <a:pt x="4461" y="0"/>
                  </a:moveTo>
                  <a:lnTo>
                    <a:pt x="4461" y="0"/>
                  </a:lnTo>
                  <a:cubicBezTo>
                    <a:pt x="2697" y="511"/>
                    <a:pt x="1123" y="1545"/>
                    <a:pt x="1" y="2930"/>
                  </a:cubicBezTo>
                  <a:cubicBezTo>
                    <a:pt x="1487" y="2420"/>
                    <a:pt x="3105" y="1341"/>
                    <a:pt x="4461" y="0"/>
                  </a:cubicBezTo>
                  <a:close/>
                </a:path>
              </a:pathLst>
            </a:custGeom>
            <a:solidFill>
              <a:srgbClr val="000000">
                <a:alpha val="2737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4" name="Google Shape;554;p26"/>
            <p:cNvSpPr/>
            <p:nvPr/>
          </p:nvSpPr>
          <p:spPr>
            <a:xfrm>
              <a:off x="7716364" y="4078886"/>
              <a:ext cx="126254" cy="52614"/>
            </a:xfrm>
            <a:custGeom>
              <a:avLst/>
              <a:gdLst/>
              <a:ahLst/>
              <a:cxnLst/>
              <a:rect l="l" t="t" r="r" b="b"/>
              <a:pathLst>
                <a:path w="3921" h="1634" extrusionOk="0">
                  <a:moveTo>
                    <a:pt x="0" y="1"/>
                  </a:moveTo>
                  <a:lnTo>
                    <a:pt x="0" y="1"/>
                  </a:lnTo>
                  <a:cubicBezTo>
                    <a:pt x="1049" y="1006"/>
                    <a:pt x="2507" y="1633"/>
                    <a:pt x="3921" y="1633"/>
                  </a:cubicBezTo>
                  <a:cubicBezTo>
                    <a:pt x="2740" y="875"/>
                    <a:pt x="1399" y="307"/>
                    <a:pt x="0" y="1"/>
                  </a:cubicBezTo>
                  <a:close/>
                </a:path>
              </a:pathLst>
            </a:custGeom>
            <a:solidFill>
              <a:srgbClr val="000000">
                <a:alpha val="2737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5" name="Google Shape;555;p26"/>
            <p:cNvSpPr/>
            <p:nvPr/>
          </p:nvSpPr>
          <p:spPr>
            <a:xfrm>
              <a:off x="7565252" y="3302686"/>
              <a:ext cx="568803" cy="670650"/>
            </a:xfrm>
            <a:custGeom>
              <a:avLst/>
              <a:gdLst/>
              <a:ahLst/>
              <a:cxnLst/>
              <a:rect l="l" t="t" r="r" b="b"/>
              <a:pathLst>
                <a:path w="17665" h="20828" extrusionOk="0">
                  <a:moveTo>
                    <a:pt x="379" y="0"/>
                  </a:moveTo>
                  <a:cubicBezTo>
                    <a:pt x="452" y="933"/>
                    <a:pt x="1151" y="1706"/>
                    <a:pt x="1691" y="2493"/>
                  </a:cubicBezTo>
                  <a:cubicBezTo>
                    <a:pt x="2230" y="3294"/>
                    <a:pt x="2624" y="4344"/>
                    <a:pt x="2084" y="5131"/>
                  </a:cubicBezTo>
                  <a:cubicBezTo>
                    <a:pt x="1909" y="5393"/>
                    <a:pt x="1647" y="5597"/>
                    <a:pt x="1516" y="5859"/>
                  </a:cubicBezTo>
                  <a:cubicBezTo>
                    <a:pt x="1297" y="6268"/>
                    <a:pt x="1385" y="6749"/>
                    <a:pt x="1326" y="7200"/>
                  </a:cubicBezTo>
                  <a:cubicBezTo>
                    <a:pt x="1224" y="7914"/>
                    <a:pt x="714" y="8570"/>
                    <a:pt x="0" y="8862"/>
                  </a:cubicBezTo>
                  <a:cubicBezTo>
                    <a:pt x="1720" y="11077"/>
                    <a:pt x="2594" y="13832"/>
                    <a:pt x="2434" y="16557"/>
                  </a:cubicBezTo>
                  <a:lnTo>
                    <a:pt x="4023" y="14531"/>
                  </a:lnTo>
                  <a:cubicBezTo>
                    <a:pt x="4256" y="16324"/>
                    <a:pt x="4256" y="18131"/>
                    <a:pt x="4052" y="19924"/>
                  </a:cubicBezTo>
                  <a:cubicBezTo>
                    <a:pt x="4693" y="19443"/>
                    <a:pt x="5349" y="18962"/>
                    <a:pt x="5990" y="18481"/>
                  </a:cubicBezTo>
                  <a:cubicBezTo>
                    <a:pt x="6223" y="19195"/>
                    <a:pt x="6471" y="19895"/>
                    <a:pt x="6923" y="20828"/>
                  </a:cubicBezTo>
                  <a:cubicBezTo>
                    <a:pt x="7797" y="17446"/>
                    <a:pt x="8672" y="14036"/>
                    <a:pt x="10188" y="10859"/>
                  </a:cubicBezTo>
                  <a:lnTo>
                    <a:pt x="10188" y="10859"/>
                  </a:lnTo>
                  <a:cubicBezTo>
                    <a:pt x="9998" y="11267"/>
                    <a:pt x="10450" y="11733"/>
                    <a:pt x="10916" y="11748"/>
                  </a:cubicBezTo>
                  <a:cubicBezTo>
                    <a:pt x="10940" y="11749"/>
                    <a:pt x="10964" y="11750"/>
                    <a:pt x="10988" y="11750"/>
                  </a:cubicBezTo>
                  <a:cubicBezTo>
                    <a:pt x="11426" y="11750"/>
                    <a:pt x="11825" y="11501"/>
                    <a:pt x="12184" y="11252"/>
                  </a:cubicBezTo>
                  <a:cubicBezTo>
                    <a:pt x="12549" y="10975"/>
                    <a:pt x="12942" y="10698"/>
                    <a:pt x="13409" y="10654"/>
                  </a:cubicBezTo>
                  <a:cubicBezTo>
                    <a:pt x="13452" y="10650"/>
                    <a:pt x="13494" y="10649"/>
                    <a:pt x="13536" y="10649"/>
                  </a:cubicBezTo>
                  <a:cubicBezTo>
                    <a:pt x="14401" y="10649"/>
                    <a:pt x="15018" y="11491"/>
                    <a:pt x="15449" y="12214"/>
                  </a:cubicBezTo>
                  <a:cubicBezTo>
                    <a:pt x="15507" y="11777"/>
                    <a:pt x="15857" y="11369"/>
                    <a:pt x="16324" y="11223"/>
                  </a:cubicBezTo>
                  <a:cubicBezTo>
                    <a:pt x="16453" y="11181"/>
                    <a:pt x="16591" y="11161"/>
                    <a:pt x="16730" y="11161"/>
                  </a:cubicBezTo>
                  <a:cubicBezTo>
                    <a:pt x="17075" y="11161"/>
                    <a:pt x="17425" y="11286"/>
                    <a:pt x="17665" y="11514"/>
                  </a:cubicBezTo>
                  <a:cubicBezTo>
                    <a:pt x="16134" y="9503"/>
                    <a:pt x="15056" y="7200"/>
                    <a:pt x="14502" y="4781"/>
                  </a:cubicBezTo>
                  <a:cubicBezTo>
                    <a:pt x="14119" y="4879"/>
                    <a:pt x="13714" y="4988"/>
                    <a:pt x="13337" y="4988"/>
                  </a:cubicBezTo>
                  <a:cubicBezTo>
                    <a:pt x="13098" y="4988"/>
                    <a:pt x="12869" y="4944"/>
                    <a:pt x="12665" y="4825"/>
                  </a:cubicBezTo>
                  <a:cubicBezTo>
                    <a:pt x="12272" y="4606"/>
                    <a:pt x="12068" y="4169"/>
                    <a:pt x="11908" y="3761"/>
                  </a:cubicBezTo>
                  <a:cubicBezTo>
                    <a:pt x="11631" y="3090"/>
                    <a:pt x="11354" y="2434"/>
                    <a:pt x="11091" y="1764"/>
                  </a:cubicBezTo>
                  <a:cubicBezTo>
                    <a:pt x="10931" y="1385"/>
                    <a:pt x="10771" y="992"/>
                    <a:pt x="10450" y="729"/>
                  </a:cubicBezTo>
                  <a:cubicBezTo>
                    <a:pt x="10258" y="579"/>
                    <a:pt x="10004" y="486"/>
                    <a:pt x="9762" y="486"/>
                  </a:cubicBezTo>
                  <a:cubicBezTo>
                    <a:pt x="9581" y="486"/>
                    <a:pt x="9407" y="538"/>
                    <a:pt x="9270" y="656"/>
                  </a:cubicBezTo>
                  <a:cubicBezTo>
                    <a:pt x="9925" y="1429"/>
                    <a:pt x="10129" y="2784"/>
                    <a:pt x="9546" y="3775"/>
                  </a:cubicBezTo>
                  <a:cubicBezTo>
                    <a:pt x="9066" y="4591"/>
                    <a:pt x="8073" y="5101"/>
                    <a:pt x="7086" y="5101"/>
                  </a:cubicBezTo>
                  <a:cubicBezTo>
                    <a:pt x="6874" y="5101"/>
                    <a:pt x="6663" y="5078"/>
                    <a:pt x="6457" y="5029"/>
                  </a:cubicBezTo>
                  <a:cubicBezTo>
                    <a:pt x="5378" y="4781"/>
                    <a:pt x="4577" y="3965"/>
                    <a:pt x="3950" y="3105"/>
                  </a:cubicBezTo>
                  <a:cubicBezTo>
                    <a:pt x="3338" y="2245"/>
                    <a:pt x="2828" y="1298"/>
                    <a:pt x="2041" y="569"/>
                  </a:cubicBezTo>
                  <a:cubicBezTo>
                    <a:pt x="1341" y="321"/>
                    <a:pt x="729" y="234"/>
                    <a:pt x="379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F30EBF-F1BA-4734-A1C0-475BBD7235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Tools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DC94286-8481-0A6A-66D5-99BB733E0BE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20000" y="1718684"/>
            <a:ext cx="7704000" cy="3426300"/>
          </a:xfrm>
        </p:spPr>
        <p:txBody>
          <a:bodyPr/>
          <a:lstStyle/>
          <a:p>
            <a:pPr>
              <a:lnSpc>
                <a:spcPct val="90000"/>
              </a:lnSpc>
              <a:spcBef>
                <a:spcPts val="1000"/>
              </a:spcBef>
            </a:pPr>
            <a:r>
              <a:rPr lang="de-CH" sz="2800" b="1" dirty="0">
                <a:solidFill>
                  <a:schemeClr val="bg1"/>
                </a:solidFill>
                <a:latin typeface="Aptos"/>
              </a:rPr>
              <a:t>Unreal Engine</a:t>
            </a:r>
            <a:endParaRPr lang="en-US" sz="2800" b="1" dirty="0">
              <a:solidFill>
                <a:schemeClr val="bg1"/>
              </a:solidFill>
              <a:latin typeface="Aptos"/>
            </a:endParaRPr>
          </a:p>
          <a:p>
            <a:pPr>
              <a:lnSpc>
                <a:spcPct val="90000"/>
              </a:lnSpc>
              <a:spcBef>
                <a:spcPts val="1000"/>
              </a:spcBef>
            </a:pPr>
            <a:r>
              <a:rPr lang="de-CH" sz="2800" b="1" dirty="0" err="1">
                <a:solidFill>
                  <a:schemeClr val="bg1"/>
                </a:solidFill>
                <a:latin typeface="Aptos"/>
              </a:rPr>
              <a:t>Github</a:t>
            </a:r>
            <a:endParaRPr lang="de-CH" sz="2800" b="1" dirty="0">
              <a:solidFill>
                <a:schemeClr val="bg1"/>
              </a:solidFill>
              <a:latin typeface="Aptos"/>
            </a:endParaRPr>
          </a:p>
          <a:p>
            <a:pPr>
              <a:lnSpc>
                <a:spcPct val="90000"/>
              </a:lnSpc>
              <a:spcBef>
                <a:spcPts val="1000"/>
              </a:spcBef>
            </a:pPr>
            <a:r>
              <a:rPr lang="de-CH" sz="2800" b="1" dirty="0">
                <a:solidFill>
                  <a:schemeClr val="bg1"/>
                </a:solidFill>
                <a:latin typeface="Aptos"/>
              </a:rPr>
              <a:t>Sketchlab</a:t>
            </a:r>
            <a:endParaRPr lang="en-US" sz="2800" b="1" dirty="0">
              <a:solidFill>
                <a:schemeClr val="bg1"/>
              </a:solidFill>
              <a:latin typeface="Aptos"/>
            </a:endParaRPr>
          </a:p>
          <a:p>
            <a:pPr>
              <a:lnSpc>
                <a:spcPct val="90000"/>
              </a:lnSpc>
              <a:spcBef>
                <a:spcPts val="1000"/>
              </a:spcBef>
            </a:pPr>
            <a:r>
              <a:rPr lang="de-CH" sz="2800" b="1" dirty="0" err="1">
                <a:solidFill>
                  <a:schemeClr val="bg1"/>
                </a:solidFill>
                <a:latin typeface="Aptos"/>
              </a:rPr>
              <a:t>Meta</a:t>
            </a:r>
            <a:r>
              <a:rPr lang="de-CH" sz="2800" b="1" dirty="0">
                <a:solidFill>
                  <a:schemeClr val="bg1"/>
                </a:solidFill>
                <a:latin typeface="Aptos"/>
              </a:rPr>
              <a:t> Quest Link</a:t>
            </a:r>
            <a:endParaRPr lang="en-US" sz="2800" b="1" dirty="0">
              <a:solidFill>
                <a:schemeClr val="bg1"/>
              </a:solidFill>
              <a:latin typeface="Aptos"/>
            </a:endParaRPr>
          </a:p>
        </p:txBody>
      </p:sp>
      <p:pic>
        <p:nvPicPr>
          <p:cNvPr id="4" name="Picture 3" descr="Download free Meta Quest Developer Hub for macOS">
            <a:extLst>
              <a:ext uri="{FF2B5EF4-FFF2-40B4-BE49-F238E27FC236}">
                <a16:creationId xmlns:a16="http://schemas.microsoft.com/office/drawing/2014/main" id="{4A4EDCBC-8750-E36A-7A10-88BF99A6765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49603" y="3024499"/>
            <a:ext cx="1366448" cy="1375817"/>
          </a:xfrm>
          <a:prstGeom prst="rect">
            <a:avLst/>
          </a:prstGeom>
        </p:spPr>
      </p:pic>
      <p:pic>
        <p:nvPicPr>
          <p:cNvPr id="5" name="Picture 4" descr="GitHub – Wikipedia">
            <a:extLst>
              <a:ext uri="{FF2B5EF4-FFF2-40B4-BE49-F238E27FC236}">
                <a16:creationId xmlns:a16="http://schemas.microsoft.com/office/drawing/2014/main" id="{000DFF56-91D6-772E-5542-23A9CB963ED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45365" y="1352081"/>
            <a:ext cx="1366447" cy="1371288"/>
          </a:xfrm>
          <a:prstGeom prst="rect">
            <a:avLst/>
          </a:prstGeom>
        </p:spPr>
      </p:pic>
      <p:pic>
        <p:nvPicPr>
          <p:cNvPr id="6" name="Picture 5" descr="Sketchfab - The best 3D viewer on the web">
            <a:extLst>
              <a:ext uri="{FF2B5EF4-FFF2-40B4-BE49-F238E27FC236}">
                <a16:creationId xmlns:a16="http://schemas.microsoft.com/office/drawing/2014/main" id="{71BC9051-188D-C169-0625-51C7A22D8E5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45364" y="3024500"/>
            <a:ext cx="1366447" cy="1375816"/>
          </a:xfrm>
          <a:prstGeom prst="rect">
            <a:avLst/>
          </a:prstGeom>
        </p:spPr>
      </p:pic>
      <p:pic>
        <p:nvPicPr>
          <p:cNvPr id="7" name="Picture 6" descr="Unreal Engine 5.7 is now available - Unreal Engine">
            <a:extLst>
              <a:ext uri="{FF2B5EF4-FFF2-40B4-BE49-F238E27FC236}">
                <a16:creationId xmlns:a16="http://schemas.microsoft.com/office/drawing/2014/main" id="{FD8F1FA7-AAC8-7979-62DD-17BCCD01669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249602" y="1352082"/>
            <a:ext cx="1366448" cy="13712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145317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DCECBF-BA0F-1D4B-5F69-B666BDDEEF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20000" y="323230"/>
            <a:ext cx="7704000" cy="572700"/>
          </a:xfrm>
        </p:spPr>
        <p:txBody>
          <a:bodyPr/>
          <a:lstStyle/>
          <a:p>
            <a:r>
              <a:rPr lang="en-US" err="1"/>
              <a:t>Endresultat</a:t>
            </a:r>
            <a:r>
              <a:rPr lang="en-US"/>
              <a:t> vs </a:t>
            </a:r>
            <a:r>
              <a:rPr lang="en-US" err="1"/>
              <a:t>Zielsetzung</a:t>
            </a:r>
            <a:r>
              <a:rPr lang="en-US"/>
              <a:t> 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06063CE-D31F-3474-041A-3B57B23CE3E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20000" y="1395459"/>
            <a:ext cx="7371406" cy="3224870"/>
          </a:xfrm>
        </p:spPr>
        <p:txBody>
          <a:bodyPr/>
          <a:lstStyle/>
          <a:p>
            <a:pPr marL="0" indent="0">
              <a:lnSpc>
                <a:spcPct val="90000"/>
              </a:lnSpc>
              <a:spcBef>
                <a:spcPts val="1000"/>
              </a:spcBef>
              <a:buNone/>
            </a:pPr>
            <a:r>
              <a:rPr lang="de-CH" sz="1800" b="1" dirty="0">
                <a:solidFill>
                  <a:schemeClr val="bg1"/>
                </a:solidFill>
                <a:latin typeface="Aptos"/>
              </a:rPr>
              <a:t>Wie hat sich das Projekt entwickelt?</a:t>
            </a:r>
            <a:endParaRPr lang="en-US" sz="1800" b="1" dirty="0">
              <a:solidFill>
                <a:schemeClr val="bg1"/>
              </a:solidFill>
              <a:latin typeface="Aptos"/>
            </a:endParaRPr>
          </a:p>
          <a:p>
            <a:pPr marL="1200150" lvl="1" indent="-285750">
              <a:lnSpc>
                <a:spcPct val="90000"/>
              </a:lnSpc>
              <a:spcBef>
                <a:spcPts val="500"/>
              </a:spcBef>
              <a:buClr>
                <a:srgbClr val="FFFFFF"/>
              </a:buClr>
            </a:pPr>
            <a:r>
              <a:rPr lang="de-CH" sz="1800" b="1" dirty="0">
                <a:solidFill>
                  <a:schemeClr val="bg1"/>
                </a:solidFill>
                <a:latin typeface="Calibri"/>
                <a:ea typeface="Calibri"/>
                <a:cs typeface="Calibri"/>
              </a:rPr>
              <a:t>Erst war es schwierig (Unreal Engine)</a:t>
            </a:r>
            <a:endParaRPr lang="en-US" sz="1800" b="1" dirty="0">
              <a:solidFill>
                <a:schemeClr val="bg1"/>
              </a:solidFill>
              <a:latin typeface="Calibri"/>
              <a:ea typeface="Calibri"/>
              <a:cs typeface="Calibri"/>
            </a:endParaRPr>
          </a:p>
          <a:p>
            <a:pPr marL="1200150" lvl="1" indent="-285750">
              <a:lnSpc>
                <a:spcPct val="90000"/>
              </a:lnSpc>
              <a:spcBef>
                <a:spcPts val="500"/>
              </a:spcBef>
              <a:buClr>
                <a:srgbClr val="FFFFFF"/>
              </a:buClr>
            </a:pPr>
            <a:r>
              <a:rPr lang="de-CH" sz="1800" b="1" dirty="0">
                <a:solidFill>
                  <a:schemeClr val="bg1"/>
                </a:solidFill>
                <a:latin typeface="Calibri"/>
                <a:ea typeface="Calibri"/>
                <a:cs typeface="Calibri"/>
              </a:rPr>
              <a:t>Wir haben die Tutorials gesehen</a:t>
            </a:r>
            <a:endParaRPr lang="en-US" sz="1800" b="1" dirty="0">
              <a:solidFill>
                <a:schemeClr val="bg1"/>
              </a:solidFill>
              <a:latin typeface="Calibri"/>
              <a:ea typeface="Calibri"/>
              <a:cs typeface="Calibri"/>
            </a:endParaRPr>
          </a:p>
          <a:p>
            <a:pPr marL="1200150" lvl="1" indent="-285750">
              <a:lnSpc>
                <a:spcPct val="90000"/>
              </a:lnSpc>
              <a:spcBef>
                <a:spcPts val="500"/>
              </a:spcBef>
              <a:buClr>
                <a:srgbClr val="FFFFFF"/>
              </a:buClr>
            </a:pPr>
            <a:r>
              <a:rPr lang="de-CH" sz="1800" b="1" dirty="0">
                <a:solidFill>
                  <a:schemeClr val="bg1"/>
                </a:solidFill>
                <a:latin typeface="Calibri"/>
                <a:ea typeface="Calibri"/>
                <a:cs typeface="Calibri"/>
              </a:rPr>
              <a:t>Haben Assets von Sketchlab installiert:</a:t>
            </a:r>
            <a:endParaRPr lang="en-US" sz="1800" b="1" dirty="0">
              <a:solidFill>
                <a:schemeClr val="bg1"/>
              </a:solidFill>
              <a:latin typeface="Calibri"/>
              <a:ea typeface="Calibri"/>
              <a:cs typeface="Calibri"/>
            </a:endParaRPr>
          </a:p>
          <a:p>
            <a:pPr marL="1657350" lvl="2" indent="-285750">
              <a:lnSpc>
                <a:spcPct val="90000"/>
              </a:lnSpc>
              <a:spcBef>
                <a:spcPts val="500"/>
              </a:spcBef>
              <a:buClr>
                <a:srgbClr val="FFFFFF"/>
              </a:buClr>
            </a:pPr>
            <a:r>
              <a:rPr lang="de-CH" sz="1800" b="1" dirty="0">
                <a:solidFill>
                  <a:schemeClr val="bg1"/>
                </a:solidFill>
                <a:latin typeface="Aptos"/>
              </a:rPr>
              <a:t>Environment</a:t>
            </a:r>
            <a:endParaRPr lang="en-US" sz="1800" b="1" dirty="0">
              <a:solidFill>
                <a:schemeClr val="bg1"/>
              </a:solidFill>
              <a:latin typeface="Aptos"/>
            </a:endParaRPr>
          </a:p>
          <a:p>
            <a:pPr marL="1657350" lvl="2" indent="-285750">
              <a:lnSpc>
                <a:spcPct val="90000"/>
              </a:lnSpc>
              <a:spcBef>
                <a:spcPts val="500"/>
              </a:spcBef>
              <a:buClr>
                <a:srgbClr val="FFFFFF"/>
              </a:buClr>
            </a:pPr>
            <a:r>
              <a:rPr lang="de-CH" sz="1800" b="1" dirty="0">
                <a:solidFill>
                  <a:schemeClr val="bg1"/>
                </a:solidFill>
                <a:latin typeface="Aptos"/>
              </a:rPr>
              <a:t>Zombie</a:t>
            </a:r>
            <a:endParaRPr lang="en-US" sz="1800" b="1" dirty="0">
              <a:solidFill>
                <a:schemeClr val="bg1"/>
              </a:solidFill>
              <a:latin typeface="Aptos"/>
            </a:endParaRPr>
          </a:p>
          <a:p>
            <a:pPr marL="1657350" lvl="2" indent="-285750">
              <a:lnSpc>
                <a:spcPct val="90000"/>
              </a:lnSpc>
              <a:spcBef>
                <a:spcPts val="500"/>
              </a:spcBef>
              <a:buClr>
                <a:srgbClr val="FFFFFF"/>
              </a:buClr>
            </a:pPr>
            <a:r>
              <a:rPr lang="de-CH" sz="1800" b="1" dirty="0">
                <a:solidFill>
                  <a:schemeClr val="bg1"/>
                </a:solidFill>
                <a:latin typeface="Aptos"/>
              </a:rPr>
              <a:t>Waffe</a:t>
            </a:r>
            <a:endParaRPr lang="en-US" sz="1800" b="1" dirty="0">
              <a:solidFill>
                <a:schemeClr val="bg1"/>
              </a:solidFill>
              <a:latin typeface="Aptos"/>
            </a:endParaRPr>
          </a:p>
          <a:p>
            <a:pPr marL="1200150" lvl="1" indent="-285750">
              <a:lnSpc>
                <a:spcPct val="90000"/>
              </a:lnSpc>
              <a:spcBef>
                <a:spcPts val="500"/>
              </a:spcBef>
              <a:buClr>
                <a:srgbClr val="FFFFFF"/>
              </a:buClr>
            </a:pPr>
            <a:r>
              <a:rPr lang="de-CH" sz="1800" b="1" dirty="0">
                <a:solidFill>
                  <a:schemeClr val="bg1"/>
                </a:solidFill>
                <a:latin typeface="Calibri"/>
                <a:ea typeface="Calibri"/>
                <a:cs typeface="Calibri"/>
              </a:rPr>
              <a:t>Anwendung in Unreal</a:t>
            </a:r>
            <a:endParaRPr lang="en-US" sz="1800" b="1" dirty="0">
              <a:solidFill>
                <a:schemeClr val="bg1"/>
              </a:solidFill>
              <a:latin typeface="Calibri"/>
              <a:ea typeface="Calibri"/>
              <a:cs typeface="Calibri"/>
            </a:endParaRPr>
          </a:p>
          <a:p>
            <a:pPr marL="1200150" lvl="1" indent="-285750">
              <a:lnSpc>
                <a:spcPct val="90000"/>
              </a:lnSpc>
              <a:spcBef>
                <a:spcPts val="500"/>
              </a:spcBef>
              <a:buClr>
                <a:srgbClr val="FFFFFF"/>
              </a:buClr>
            </a:pPr>
            <a:r>
              <a:rPr lang="de-CH" sz="1800" b="1" dirty="0">
                <a:solidFill>
                  <a:schemeClr val="bg1"/>
                </a:solidFill>
                <a:latin typeface="Calibri"/>
                <a:ea typeface="Calibri"/>
                <a:cs typeface="Calibri"/>
              </a:rPr>
              <a:t>Lustige Momente</a:t>
            </a:r>
            <a:endParaRPr lang="en-US" sz="1800" b="1" dirty="0">
              <a:solidFill>
                <a:schemeClr val="bg1"/>
              </a:solidFill>
              <a:latin typeface="Calibri"/>
              <a:ea typeface="Calibri"/>
              <a:cs typeface="Calibri"/>
            </a:endParaRPr>
          </a:p>
          <a:p>
            <a:pPr marL="1200150" lvl="1" indent="-285750">
              <a:lnSpc>
                <a:spcPct val="90000"/>
              </a:lnSpc>
              <a:spcBef>
                <a:spcPts val="500"/>
              </a:spcBef>
              <a:buClr>
                <a:srgbClr val="FFFFFF"/>
              </a:buClr>
            </a:pPr>
            <a:r>
              <a:rPr lang="de-CH" sz="1800" b="1" dirty="0">
                <a:solidFill>
                  <a:schemeClr val="bg1"/>
                </a:solidFill>
                <a:latin typeface="Calibri"/>
                <a:ea typeface="Calibri"/>
                <a:cs typeface="Calibri"/>
              </a:rPr>
              <a:t>Am Ende das Produkt</a:t>
            </a:r>
            <a:endParaRPr lang="en-US" sz="1800" b="1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6655194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E86383-765D-EDCB-AC5C-0363ABEB1C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err="1"/>
              <a:t>Endresultat</a:t>
            </a:r>
            <a:r>
              <a:rPr lang="en-US"/>
              <a:t> vs </a:t>
            </a:r>
            <a:r>
              <a:rPr lang="en-US" err="1"/>
              <a:t>zielsetzung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B1F1742-E442-32BC-8531-E67ACD2DB13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2525" y="1582836"/>
            <a:ext cx="7704000" cy="3426300"/>
          </a:xfrm>
        </p:spPr>
        <p:txBody>
          <a:bodyPr/>
          <a:lstStyle/>
          <a:p>
            <a:pPr marL="139700" indent="0">
              <a:buNone/>
            </a:pPr>
            <a:r>
              <a:rPr lang="en-US" sz="1600" b="1" dirty="0"/>
              <a:t>Was </a:t>
            </a:r>
            <a:r>
              <a:rPr lang="en-US" sz="1600" b="1" dirty="0" err="1"/>
              <a:t>wurde</a:t>
            </a:r>
            <a:r>
              <a:rPr lang="en-US" sz="1600" b="1" dirty="0"/>
              <a:t> </a:t>
            </a:r>
            <a:r>
              <a:rPr lang="en-US" sz="1600" b="1" dirty="0" err="1"/>
              <a:t>erreicht</a:t>
            </a:r>
            <a:r>
              <a:rPr lang="en-US" sz="1600" b="1" dirty="0"/>
              <a:t>?</a:t>
            </a:r>
          </a:p>
          <a:p>
            <a:r>
              <a:rPr lang="en-US" sz="1600" b="1" dirty="0" err="1"/>
              <a:t>Waffe</a:t>
            </a:r>
            <a:r>
              <a:rPr lang="en-US" sz="1600" b="1" dirty="0"/>
              <a:t> </a:t>
            </a:r>
            <a:r>
              <a:rPr lang="en-US" sz="1600" b="1" dirty="0" err="1"/>
              <a:t>mit</a:t>
            </a:r>
            <a:r>
              <a:rPr lang="en-US" sz="1600" b="1" dirty="0"/>
              <a:t> </a:t>
            </a:r>
            <a:r>
              <a:rPr lang="en-US" sz="1600" b="1" dirty="0" err="1"/>
              <a:t>Funktionen</a:t>
            </a:r>
            <a:endParaRPr lang="en-US" sz="1600" b="1" dirty="0"/>
          </a:p>
          <a:p>
            <a:r>
              <a:rPr lang="en-US" sz="1600" b="1" dirty="0"/>
              <a:t>Map</a:t>
            </a:r>
          </a:p>
          <a:p>
            <a:r>
              <a:rPr lang="en-US" sz="1600" b="1" dirty="0"/>
              <a:t>Zombie</a:t>
            </a:r>
          </a:p>
          <a:p>
            <a:pPr marL="139700" indent="0">
              <a:buNone/>
            </a:pPr>
            <a:r>
              <a:rPr lang="en-US" sz="1600" b="1" dirty="0"/>
              <a:t>Was nicht?</a:t>
            </a:r>
          </a:p>
          <a:p>
            <a:r>
              <a:rPr lang="en-US" sz="1600" b="1" dirty="0"/>
              <a:t>Alles </a:t>
            </a:r>
            <a:r>
              <a:rPr lang="en-US" sz="1600" b="1" dirty="0" err="1"/>
              <a:t>zusammenfügen</a:t>
            </a:r>
            <a:endParaRPr lang="en-US" sz="1600" b="1" dirty="0"/>
          </a:p>
          <a:p>
            <a:r>
              <a:rPr lang="en-US" sz="1600" b="1" dirty="0"/>
              <a:t>Collision (Zombie no </a:t>
            </a:r>
            <a:r>
              <a:rPr lang="en-US" sz="1600" b="1" dirty="0" err="1"/>
              <a:t>clipt</a:t>
            </a:r>
            <a:r>
              <a:rPr lang="en-US" sz="1600" b="1" dirty="0"/>
              <a:t> </a:t>
            </a:r>
            <a:r>
              <a:rPr lang="en-US" sz="1600" b="1" dirty="0" err="1"/>
              <a:t>durch</a:t>
            </a:r>
            <a:r>
              <a:rPr lang="en-US" sz="1600" b="1" dirty="0"/>
              <a:t> den Boden)</a:t>
            </a:r>
          </a:p>
          <a:p>
            <a:r>
              <a:rPr lang="en-US" sz="1600" b="1" dirty="0" err="1"/>
              <a:t>Menü</a:t>
            </a:r>
            <a:endParaRPr lang="en-US" sz="1600" b="1" dirty="0"/>
          </a:p>
          <a:p>
            <a:r>
              <a:rPr lang="en-US" sz="1600" b="1" dirty="0"/>
              <a:t>Damage </a:t>
            </a:r>
            <a:r>
              <a:rPr lang="en-US" sz="1600" b="1" dirty="0" err="1"/>
              <a:t>Schiessen</a:t>
            </a:r>
            <a:r>
              <a:rPr lang="en-US" sz="1600" b="1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182044817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757547-50D6-CD6F-DAFE-C4A0AB726E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Was lief gut?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11765CF-6B48-3061-9DD1-B4D53E795B7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lnSpc>
                <a:spcPct val="90000"/>
              </a:lnSpc>
              <a:spcBef>
                <a:spcPts val="1000"/>
              </a:spcBef>
            </a:pPr>
            <a:r>
              <a:rPr lang="en-US" sz="2000" b="1" dirty="0">
                <a:solidFill>
                  <a:schemeClr val="bg1"/>
                </a:solidFill>
                <a:latin typeface="Aptos"/>
              </a:rPr>
              <a:t>Tadej &amp; Elia:</a:t>
            </a:r>
          </a:p>
          <a:p>
            <a:pPr lvl="1">
              <a:lnSpc>
                <a:spcPct val="90000"/>
              </a:lnSpc>
              <a:spcBef>
                <a:spcPts val="500"/>
              </a:spcBef>
              <a:buClr>
                <a:srgbClr val="FFFFFF"/>
              </a:buClr>
            </a:pPr>
            <a:r>
              <a:rPr lang="en-US" sz="2000" b="1" dirty="0">
                <a:solidFill>
                  <a:schemeClr val="bg1"/>
                </a:solidFill>
                <a:latin typeface="Aptos"/>
              </a:rPr>
              <a:t>Waffen </a:t>
            </a:r>
            <a:r>
              <a:rPr lang="en-US" sz="2000" b="1" dirty="0" err="1">
                <a:solidFill>
                  <a:schemeClr val="bg1"/>
                </a:solidFill>
                <a:latin typeface="Aptos"/>
              </a:rPr>
              <a:t>schiessen</a:t>
            </a:r>
            <a:r>
              <a:rPr lang="en-US" sz="2000" b="1" dirty="0">
                <a:solidFill>
                  <a:schemeClr val="bg1"/>
                </a:solidFill>
                <a:latin typeface="Aptos"/>
              </a:rPr>
              <a:t> direct</a:t>
            </a:r>
          </a:p>
          <a:p>
            <a:pPr>
              <a:lnSpc>
                <a:spcPct val="90000"/>
              </a:lnSpc>
              <a:spcBef>
                <a:spcPts val="1000"/>
              </a:spcBef>
            </a:pPr>
            <a:r>
              <a:rPr lang="de-CH" sz="2000" b="1" dirty="0" err="1">
                <a:solidFill>
                  <a:schemeClr val="bg1"/>
                </a:solidFill>
                <a:latin typeface="Aptos"/>
              </a:rPr>
              <a:t>Aurelien</a:t>
            </a:r>
            <a:r>
              <a:rPr lang="de-CH" sz="2000" b="1" dirty="0">
                <a:solidFill>
                  <a:schemeClr val="bg1"/>
                </a:solidFill>
                <a:latin typeface="Aptos"/>
              </a:rPr>
              <a:t>:</a:t>
            </a:r>
            <a:endParaRPr lang="en-US" sz="2000" b="1" dirty="0">
              <a:solidFill>
                <a:schemeClr val="bg1"/>
              </a:solidFill>
              <a:latin typeface="Aptos"/>
            </a:endParaRPr>
          </a:p>
          <a:p>
            <a:pPr lvl="1">
              <a:lnSpc>
                <a:spcPct val="90000"/>
              </a:lnSpc>
              <a:spcBef>
                <a:spcPts val="500"/>
              </a:spcBef>
              <a:buClr>
                <a:srgbClr val="FFFFFF"/>
              </a:buClr>
            </a:pPr>
            <a:r>
              <a:rPr lang="en-US" sz="2000" b="1" dirty="0">
                <a:solidFill>
                  <a:schemeClr val="bg1"/>
                </a:solidFill>
                <a:latin typeface="Aptos"/>
              </a:rPr>
              <a:t>Das </a:t>
            </a:r>
            <a:r>
              <a:rPr lang="en-US" sz="2000" b="1" dirty="0" err="1">
                <a:solidFill>
                  <a:schemeClr val="bg1"/>
                </a:solidFill>
                <a:latin typeface="Aptos"/>
              </a:rPr>
              <a:t>Skelett</a:t>
            </a:r>
            <a:r>
              <a:rPr lang="en-US" sz="2000" b="1" dirty="0">
                <a:solidFill>
                  <a:schemeClr val="bg1"/>
                </a:solidFill>
                <a:latin typeface="Aptos"/>
              </a:rPr>
              <a:t> des Zombies</a:t>
            </a:r>
          </a:p>
          <a:p>
            <a:pPr lvl="1">
              <a:lnSpc>
                <a:spcPct val="90000"/>
              </a:lnSpc>
              <a:spcBef>
                <a:spcPts val="500"/>
              </a:spcBef>
              <a:buClr>
                <a:srgbClr val="FFFFFF"/>
              </a:buClr>
            </a:pPr>
            <a:r>
              <a:rPr lang="en-US" sz="2000" b="1" dirty="0">
                <a:solidFill>
                  <a:schemeClr val="bg1"/>
                </a:solidFill>
                <a:latin typeface="Aptos"/>
              </a:rPr>
              <a:t>Die Blueprints von Assets </a:t>
            </a:r>
            <a:r>
              <a:rPr lang="en-US" sz="2000" b="1" dirty="0" err="1">
                <a:solidFill>
                  <a:schemeClr val="bg1"/>
                </a:solidFill>
                <a:latin typeface="Aptos"/>
              </a:rPr>
              <a:t>funkioneren</a:t>
            </a:r>
            <a:r>
              <a:rPr lang="en-US" sz="2000" b="1" dirty="0">
                <a:solidFill>
                  <a:schemeClr val="bg1"/>
                </a:solidFill>
                <a:latin typeface="Aptos"/>
              </a:rPr>
              <a:t> </a:t>
            </a:r>
            <a:r>
              <a:rPr lang="en-US" sz="2000" b="1" dirty="0" err="1">
                <a:solidFill>
                  <a:schemeClr val="bg1"/>
                </a:solidFill>
                <a:latin typeface="Aptos"/>
              </a:rPr>
              <a:t>relativ</a:t>
            </a:r>
            <a:r>
              <a:rPr lang="en-US" sz="2000" b="1" dirty="0">
                <a:solidFill>
                  <a:schemeClr val="bg1"/>
                </a:solidFill>
                <a:latin typeface="Aptos"/>
              </a:rPr>
              <a:t> gut</a:t>
            </a:r>
          </a:p>
          <a:p>
            <a:pPr>
              <a:lnSpc>
                <a:spcPct val="90000"/>
              </a:lnSpc>
              <a:spcBef>
                <a:spcPts val="1000"/>
              </a:spcBef>
            </a:pPr>
            <a:r>
              <a:rPr lang="en-US" sz="2000" b="1" dirty="0">
                <a:solidFill>
                  <a:schemeClr val="bg1"/>
                </a:solidFill>
                <a:latin typeface="Aptos"/>
              </a:rPr>
              <a:t>Ben: </a:t>
            </a:r>
          </a:p>
          <a:p>
            <a:pPr lvl="1">
              <a:lnSpc>
                <a:spcPct val="90000"/>
              </a:lnSpc>
              <a:spcBef>
                <a:spcPts val="500"/>
              </a:spcBef>
              <a:buClr>
                <a:srgbClr val="FFFFFF"/>
              </a:buClr>
            </a:pPr>
            <a:r>
              <a:rPr lang="en-US" sz="2000" b="1" dirty="0">
                <a:solidFill>
                  <a:schemeClr val="bg1"/>
                </a:solidFill>
                <a:latin typeface="Aptos"/>
              </a:rPr>
              <a:t>Assets </a:t>
            </a:r>
            <a:r>
              <a:rPr lang="en-US" sz="2000" b="1" dirty="0" err="1">
                <a:solidFill>
                  <a:schemeClr val="bg1"/>
                </a:solidFill>
                <a:latin typeface="Aptos"/>
              </a:rPr>
              <a:t>finden</a:t>
            </a:r>
            <a:endParaRPr lang="en-US" sz="2000" b="1" dirty="0">
              <a:solidFill>
                <a:schemeClr val="bg1"/>
              </a:solidFill>
              <a:latin typeface="Aptos"/>
            </a:endParaRPr>
          </a:p>
          <a:p>
            <a:pPr lvl="1">
              <a:lnSpc>
                <a:spcPct val="90000"/>
              </a:lnSpc>
              <a:spcBef>
                <a:spcPts val="500"/>
              </a:spcBef>
              <a:buClr>
                <a:srgbClr val="FFFFFF"/>
              </a:buClr>
            </a:pPr>
            <a:r>
              <a:rPr lang="en-US" sz="2000" b="1" dirty="0">
                <a:solidFill>
                  <a:schemeClr val="bg1"/>
                </a:solidFill>
                <a:latin typeface="Aptos"/>
              </a:rPr>
              <a:t>Assets in Welt </a:t>
            </a:r>
            <a:r>
              <a:rPr lang="en-US" sz="2000" b="1" dirty="0" err="1">
                <a:solidFill>
                  <a:schemeClr val="bg1"/>
                </a:solidFill>
                <a:latin typeface="Aptos"/>
              </a:rPr>
              <a:t>ziehen</a:t>
            </a:r>
            <a:endParaRPr lang="en-US" sz="2000" b="1" dirty="0">
              <a:solidFill>
                <a:schemeClr val="bg1"/>
              </a:solidFill>
              <a:latin typeface="Aptos"/>
            </a:endParaRP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8443094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C449D5-5CCC-1786-E7AC-01B1657299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Wo gab es </a:t>
            </a:r>
            <a:r>
              <a:rPr lang="en-US" err="1"/>
              <a:t>probleme</a:t>
            </a:r>
            <a:r>
              <a:rPr lang="en-US"/>
              <a:t>?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28F2C22-B59F-A279-74C3-14C5F10F1D4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20000" y="1016021"/>
            <a:ext cx="7704000" cy="3426300"/>
          </a:xfrm>
        </p:spPr>
        <p:txBody>
          <a:bodyPr/>
          <a:lstStyle/>
          <a:p>
            <a:pPr>
              <a:lnSpc>
                <a:spcPct val="90000"/>
              </a:lnSpc>
              <a:spcBef>
                <a:spcPts val="1000"/>
              </a:spcBef>
            </a:pPr>
            <a:r>
              <a:rPr lang="en-US" sz="1400" b="1" dirty="0">
                <a:solidFill>
                  <a:schemeClr val="bg1"/>
                </a:solidFill>
                <a:latin typeface="Aptos"/>
              </a:rPr>
              <a:t>Tadej &amp; Elia</a:t>
            </a:r>
          </a:p>
          <a:p>
            <a:pPr lvl="1">
              <a:lnSpc>
                <a:spcPct val="90000"/>
              </a:lnSpc>
              <a:spcBef>
                <a:spcPts val="500"/>
              </a:spcBef>
              <a:buClr>
                <a:srgbClr val="FFFFFF"/>
              </a:buClr>
            </a:pPr>
            <a:r>
              <a:rPr lang="en-US" b="1" dirty="0">
                <a:solidFill>
                  <a:schemeClr val="bg1"/>
                </a:solidFill>
                <a:latin typeface="Aptos"/>
              </a:rPr>
              <a:t>Bullets </a:t>
            </a:r>
            <a:r>
              <a:rPr lang="en-US" b="1" dirty="0" err="1">
                <a:solidFill>
                  <a:schemeClr val="bg1"/>
                </a:solidFill>
                <a:latin typeface="Aptos"/>
              </a:rPr>
              <a:t>gehen</a:t>
            </a:r>
            <a:r>
              <a:rPr lang="en-US" b="1" dirty="0">
                <a:solidFill>
                  <a:schemeClr val="bg1"/>
                </a:solidFill>
                <a:latin typeface="Aptos"/>
              </a:rPr>
              <a:t> nicht </a:t>
            </a:r>
            <a:r>
              <a:rPr lang="en-US" b="1" dirty="0" err="1">
                <a:solidFill>
                  <a:schemeClr val="bg1"/>
                </a:solidFill>
                <a:latin typeface="Aptos"/>
              </a:rPr>
              <a:t>gerade</a:t>
            </a:r>
            <a:endParaRPr lang="en-US" b="1" dirty="0">
              <a:solidFill>
                <a:schemeClr val="bg1"/>
              </a:solidFill>
              <a:latin typeface="Aptos"/>
            </a:endParaRPr>
          </a:p>
          <a:p>
            <a:pPr lvl="1">
              <a:lnSpc>
                <a:spcPct val="90000"/>
              </a:lnSpc>
              <a:spcBef>
                <a:spcPts val="500"/>
              </a:spcBef>
              <a:buClr>
                <a:srgbClr val="FFFFFF"/>
              </a:buClr>
            </a:pPr>
            <a:r>
              <a:rPr lang="en-US" b="1" dirty="0">
                <a:solidFill>
                  <a:schemeClr val="bg1"/>
                </a:solidFill>
                <a:latin typeface="Aptos"/>
              </a:rPr>
              <a:t>Zu </a:t>
            </a:r>
            <a:r>
              <a:rPr lang="en-US" b="1" dirty="0" err="1">
                <a:solidFill>
                  <a:schemeClr val="bg1"/>
                </a:solidFill>
                <a:latin typeface="Aptos"/>
              </a:rPr>
              <a:t>viele</a:t>
            </a:r>
            <a:r>
              <a:rPr lang="en-US" b="1" dirty="0">
                <a:solidFill>
                  <a:schemeClr val="bg1"/>
                </a:solidFill>
                <a:latin typeface="Aptos"/>
              </a:rPr>
              <a:t> Meshes</a:t>
            </a:r>
          </a:p>
          <a:p>
            <a:pPr lvl="1">
              <a:lnSpc>
                <a:spcPct val="90000"/>
              </a:lnSpc>
              <a:spcBef>
                <a:spcPts val="500"/>
              </a:spcBef>
              <a:buClr>
                <a:srgbClr val="FFFFFF"/>
              </a:buClr>
            </a:pPr>
            <a:r>
              <a:rPr lang="en-US" b="1" dirty="0">
                <a:solidFill>
                  <a:schemeClr val="bg1"/>
                </a:solidFill>
                <a:latin typeface="Aptos"/>
              </a:rPr>
              <a:t>VR-Headset </a:t>
            </a:r>
            <a:r>
              <a:rPr lang="en-US" b="1" dirty="0" err="1">
                <a:solidFill>
                  <a:schemeClr val="bg1"/>
                </a:solidFill>
                <a:latin typeface="Aptos"/>
              </a:rPr>
              <a:t>verbinden</a:t>
            </a:r>
            <a:endParaRPr lang="en-US" b="1" dirty="0">
              <a:solidFill>
                <a:schemeClr val="bg1"/>
              </a:solidFill>
              <a:latin typeface="Aptos"/>
            </a:endParaRPr>
          </a:p>
          <a:p>
            <a:pPr>
              <a:lnSpc>
                <a:spcPct val="90000"/>
              </a:lnSpc>
              <a:spcBef>
                <a:spcPts val="1000"/>
              </a:spcBef>
            </a:pPr>
            <a:r>
              <a:rPr lang="de-CH" sz="1400" b="1" dirty="0" err="1">
                <a:solidFill>
                  <a:schemeClr val="bg1"/>
                </a:solidFill>
                <a:latin typeface="Aptos"/>
              </a:rPr>
              <a:t>Aurelien</a:t>
            </a:r>
            <a:r>
              <a:rPr lang="de-CH" sz="1400" b="1" dirty="0">
                <a:solidFill>
                  <a:schemeClr val="bg1"/>
                </a:solidFill>
                <a:latin typeface="Aptos"/>
              </a:rPr>
              <a:t>: </a:t>
            </a:r>
            <a:endParaRPr lang="en-US" sz="1400" b="1" dirty="0">
              <a:solidFill>
                <a:schemeClr val="bg1"/>
              </a:solidFill>
              <a:latin typeface="Aptos"/>
            </a:endParaRPr>
          </a:p>
          <a:p>
            <a:pPr lvl="1">
              <a:lnSpc>
                <a:spcPct val="90000"/>
              </a:lnSpc>
              <a:spcBef>
                <a:spcPts val="500"/>
              </a:spcBef>
              <a:buClr>
                <a:srgbClr val="FFFFFF"/>
              </a:buClr>
            </a:pPr>
            <a:r>
              <a:rPr lang="en-US" b="1" dirty="0" err="1">
                <a:solidFill>
                  <a:schemeClr val="bg1"/>
                </a:solidFill>
                <a:latin typeface="Aptos"/>
              </a:rPr>
              <a:t>Scheisse</a:t>
            </a:r>
            <a:r>
              <a:rPr lang="en-US" b="1" dirty="0">
                <a:solidFill>
                  <a:schemeClr val="bg1"/>
                </a:solidFill>
                <a:latin typeface="Aptos"/>
              </a:rPr>
              <a:t> Pivot</a:t>
            </a:r>
          </a:p>
          <a:p>
            <a:pPr>
              <a:lnSpc>
                <a:spcPct val="90000"/>
              </a:lnSpc>
              <a:spcBef>
                <a:spcPts val="1000"/>
              </a:spcBef>
            </a:pPr>
            <a:r>
              <a:rPr lang="en-US" sz="1400" b="1" dirty="0">
                <a:solidFill>
                  <a:schemeClr val="bg1"/>
                </a:solidFill>
                <a:latin typeface="Aptos"/>
              </a:rPr>
              <a:t>Ben: </a:t>
            </a:r>
          </a:p>
          <a:p>
            <a:pPr lvl="1">
              <a:lnSpc>
                <a:spcPct val="90000"/>
              </a:lnSpc>
              <a:spcBef>
                <a:spcPts val="500"/>
              </a:spcBef>
              <a:buClr>
                <a:srgbClr val="FFFFFF"/>
              </a:buClr>
            </a:pPr>
            <a:r>
              <a:rPr lang="en-US" b="1" dirty="0">
                <a:solidFill>
                  <a:schemeClr val="bg1"/>
                </a:solidFill>
                <a:latin typeface="Aptos"/>
              </a:rPr>
              <a:t>Size Scaling</a:t>
            </a:r>
          </a:p>
          <a:p>
            <a:pPr lvl="1">
              <a:lnSpc>
                <a:spcPct val="90000"/>
              </a:lnSpc>
              <a:spcBef>
                <a:spcPts val="500"/>
              </a:spcBef>
              <a:buClr>
                <a:srgbClr val="FFFFFF"/>
              </a:buClr>
            </a:pPr>
            <a:r>
              <a:rPr lang="en-US" b="1" dirty="0">
                <a:solidFill>
                  <a:schemeClr val="bg1"/>
                </a:solidFill>
                <a:latin typeface="Aptos"/>
              </a:rPr>
              <a:t>Teleport Zone</a:t>
            </a:r>
          </a:p>
          <a:p>
            <a:pPr>
              <a:lnSpc>
                <a:spcPct val="90000"/>
              </a:lnSpc>
              <a:spcBef>
                <a:spcPts val="1000"/>
              </a:spcBef>
            </a:pPr>
            <a:r>
              <a:rPr lang="en-US" sz="1400" b="1" dirty="0">
                <a:solidFill>
                  <a:schemeClr val="bg1"/>
                </a:solidFill>
                <a:latin typeface="Aptos"/>
              </a:rPr>
              <a:t>Safal:</a:t>
            </a:r>
          </a:p>
          <a:p>
            <a:pPr lvl="1">
              <a:lnSpc>
                <a:spcPct val="90000"/>
              </a:lnSpc>
              <a:spcBef>
                <a:spcPts val="500"/>
              </a:spcBef>
              <a:buClr>
                <a:srgbClr val="FFFFFF"/>
              </a:buClr>
            </a:pPr>
            <a:r>
              <a:rPr lang="en-US" b="1" dirty="0">
                <a:solidFill>
                  <a:schemeClr val="bg1"/>
                </a:solidFill>
                <a:latin typeface="Aptos"/>
              </a:rPr>
              <a:t>Unreal Engine (Errors &amp; Crashes)</a:t>
            </a:r>
          </a:p>
          <a:p>
            <a:pPr>
              <a:lnSpc>
                <a:spcPct val="90000"/>
              </a:lnSpc>
              <a:spcBef>
                <a:spcPts val="1000"/>
              </a:spcBef>
            </a:pPr>
            <a:r>
              <a:rPr lang="en-US" sz="1400" b="1" dirty="0" err="1">
                <a:solidFill>
                  <a:schemeClr val="bg1"/>
                </a:solidFill>
                <a:latin typeface="Aptos"/>
              </a:rPr>
              <a:t>Allgm</a:t>
            </a:r>
            <a:r>
              <a:rPr lang="en-US" sz="1400" b="1" dirty="0">
                <a:solidFill>
                  <a:schemeClr val="bg1"/>
                </a:solidFill>
                <a:latin typeface="Aptos"/>
              </a:rPr>
              <a:t>. : </a:t>
            </a:r>
          </a:p>
          <a:p>
            <a:pPr lvl="1">
              <a:lnSpc>
                <a:spcPct val="90000"/>
              </a:lnSpc>
              <a:spcBef>
                <a:spcPts val="500"/>
              </a:spcBef>
              <a:buClr>
                <a:srgbClr val="FFFFFF"/>
              </a:buClr>
            </a:pPr>
            <a:r>
              <a:rPr lang="en-US" b="1" dirty="0">
                <a:solidFill>
                  <a:schemeClr val="bg1"/>
                </a:solidFill>
                <a:latin typeface="Aptos"/>
              </a:rPr>
              <a:t>Alles </a:t>
            </a:r>
            <a:r>
              <a:rPr lang="en-US" b="1" dirty="0" err="1">
                <a:solidFill>
                  <a:schemeClr val="bg1"/>
                </a:solidFill>
                <a:latin typeface="Aptos"/>
              </a:rPr>
              <a:t>mergen</a:t>
            </a:r>
            <a:endParaRPr lang="en-US" b="1" dirty="0">
              <a:solidFill>
                <a:schemeClr val="bg1"/>
              </a:solidFill>
              <a:latin typeface="Aptos"/>
            </a:endParaRPr>
          </a:p>
          <a:p>
            <a:pPr lvl="1">
              <a:lnSpc>
                <a:spcPct val="90000"/>
              </a:lnSpc>
              <a:spcBef>
                <a:spcPts val="500"/>
              </a:spcBef>
              <a:buClr>
                <a:srgbClr val="FFFFFF"/>
              </a:buClr>
            </a:pPr>
            <a:r>
              <a:rPr lang="en-US" b="1" dirty="0">
                <a:solidFill>
                  <a:schemeClr val="bg1"/>
                </a:solidFill>
                <a:latin typeface="Aptos"/>
              </a:rPr>
              <a:t>Ende </a:t>
            </a:r>
            <a:r>
              <a:rPr lang="en-US" b="1" dirty="0" err="1">
                <a:solidFill>
                  <a:schemeClr val="bg1"/>
                </a:solidFill>
                <a:latin typeface="Aptos"/>
              </a:rPr>
              <a:t>funktioniert</a:t>
            </a:r>
            <a:r>
              <a:rPr lang="en-US" b="1" dirty="0">
                <a:solidFill>
                  <a:schemeClr val="bg1"/>
                </a:solidFill>
                <a:latin typeface="Aptos"/>
              </a:rPr>
              <a:t> nicht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4484724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7DA3FB-D32F-4F27-0B29-8389BF116A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err="1"/>
              <a:t>Worauf</a:t>
            </a:r>
            <a:r>
              <a:rPr lang="en-US"/>
              <a:t> </a:t>
            </a:r>
            <a:r>
              <a:rPr lang="en-US" err="1"/>
              <a:t>sind</a:t>
            </a:r>
            <a:r>
              <a:rPr lang="en-US"/>
              <a:t> </a:t>
            </a:r>
            <a:r>
              <a:rPr lang="en-US" err="1"/>
              <a:t>wir</a:t>
            </a:r>
            <a:r>
              <a:rPr lang="en-US"/>
              <a:t> </a:t>
            </a:r>
            <a:r>
              <a:rPr lang="en-US" err="1"/>
              <a:t>stolz</a:t>
            </a:r>
            <a:r>
              <a:rPr lang="en-US"/>
              <a:t>?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CDB8E30-0C30-D17D-9776-8AE7603CF78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600" b="1" dirty="0"/>
              <a:t>Auf </a:t>
            </a:r>
            <a:r>
              <a:rPr lang="en-US" sz="1600" b="1" dirty="0" err="1"/>
              <a:t>alles</a:t>
            </a:r>
            <a:r>
              <a:rPr lang="en-US" sz="1600" b="1" dirty="0"/>
              <a:t> (</a:t>
            </a:r>
            <a:r>
              <a:rPr lang="en-US" sz="1600" b="1" dirty="0" err="1"/>
              <a:t>ganzes</a:t>
            </a:r>
            <a:r>
              <a:rPr lang="en-US" sz="1600" b="1" dirty="0"/>
              <a:t> Projekt)</a:t>
            </a:r>
          </a:p>
          <a:p>
            <a:r>
              <a:rPr lang="en-US" sz="1600" b="1" dirty="0"/>
              <a:t>Unreal </a:t>
            </a:r>
            <a:r>
              <a:rPr lang="en-US" sz="1600" b="1" dirty="0" err="1"/>
              <a:t>kennenlernen</a:t>
            </a:r>
            <a:endParaRPr lang="en-US" sz="1600" b="1" dirty="0"/>
          </a:p>
        </p:txBody>
      </p:sp>
    </p:spTree>
    <p:extLst>
      <p:ext uri="{BB962C8B-B14F-4D97-AF65-F5344CB8AC3E}">
        <p14:creationId xmlns:p14="http://schemas.microsoft.com/office/powerpoint/2010/main" val="116451633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21F734-759C-B583-0BB1-58FB655935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Was </a:t>
            </a:r>
            <a:r>
              <a:rPr lang="en-US" err="1"/>
              <a:t>haben</a:t>
            </a:r>
            <a:r>
              <a:rPr lang="en-US"/>
              <a:t> </a:t>
            </a:r>
            <a:r>
              <a:rPr lang="en-US" err="1"/>
              <a:t>wir</a:t>
            </a:r>
            <a:r>
              <a:rPr lang="en-US"/>
              <a:t> </a:t>
            </a:r>
            <a:r>
              <a:rPr lang="en-US" err="1"/>
              <a:t>gelernt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24256CA-7E82-075A-F152-2DE7918FCB7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20000" y="1287717"/>
            <a:ext cx="7704000" cy="3426300"/>
          </a:xfrm>
        </p:spPr>
        <p:txBody>
          <a:bodyPr/>
          <a:lstStyle/>
          <a:p>
            <a:r>
              <a:rPr lang="en-US" sz="1600" dirty="0"/>
              <a:t>Wie man </a:t>
            </a:r>
            <a:r>
              <a:rPr lang="en-US" sz="1600" dirty="0" err="1"/>
              <a:t>mit</a:t>
            </a:r>
            <a:r>
              <a:rPr lang="en-US" sz="1600" dirty="0"/>
              <a:t> Unreal </a:t>
            </a:r>
            <a:r>
              <a:rPr lang="en-US" sz="1600" dirty="0" err="1"/>
              <a:t>umgeht</a:t>
            </a:r>
            <a:endParaRPr lang="en-US" sz="1600" dirty="0"/>
          </a:p>
          <a:p>
            <a:r>
              <a:rPr lang="en-US" sz="1600" dirty="0"/>
              <a:t>Blueprint (Node Coding)</a:t>
            </a:r>
          </a:p>
          <a:p>
            <a:r>
              <a:rPr lang="en-US" sz="1600" dirty="0"/>
              <a:t>Teamwork</a:t>
            </a:r>
          </a:p>
        </p:txBody>
      </p:sp>
    </p:spTree>
    <p:extLst>
      <p:ext uri="{BB962C8B-B14F-4D97-AF65-F5344CB8AC3E}">
        <p14:creationId xmlns:p14="http://schemas.microsoft.com/office/powerpoint/2010/main" val="295684168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1FCB4B-2BC5-713A-00A8-5F37ABA6F9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Was hat </a:t>
            </a:r>
            <a:r>
              <a:rPr lang="en-US" err="1"/>
              <a:t>uns</a:t>
            </a:r>
            <a:r>
              <a:rPr lang="en-US"/>
              <a:t> </a:t>
            </a:r>
            <a:r>
              <a:rPr lang="en-US" err="1"/>
              <a:t>überrascht</a:t>
            </a:r>
            <a:r>
              <a:rPr lang="en-US"/>
              <a:t>?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0EC9B3E-52D4-4BF9-C422-2542983E9D7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600" dirty="0"/>
              <a:t>Wie </a:t>
            </a:r>
            <a:r>
              <a:rPr lang="en-US" sz="1600" dirty="0" err="1"/>
              <a:t>weit</a:t>
            </a:r>
            <a:r>
              <a:rPr lang="en-US" sz="1600" dirty="0"/>
              <a:t> </a:t>
            </a:r>
            <a:r>
              <a:rPr lang="en-US" sz="1600" dirty="0" err="1"/>
              <a:t>wir</a:t>
            </a:r>
            <a:r>
              <a:rPr lang="en-US" sz="1600" dirty="0"/>
              <a:t> </a:t>
            </a:r>
            <a:r>
              <a:rPr lang="en-US" sz="1600" dirty="0" err="1"/>
              <a:t>gekommen</a:t>
            </a:r>
            <a:r>
              <a:rPr lang="en-US" sz="1600" dirty="0"/>
              <a:t> </a:t>
            </a:r>
            <a:r>
              <a:rPr lang="en-US" sz="1600" dirty="0" err="1"/>
              <a:t>sind</a:t>
            </a:r>
            <a:endParaRPr lang="en-US" sz="1600" dirty="0"/>
          </a:p>
          <a:p>
            <a:r>
              <a:rPr lang="en-US" sz="1600" dirty="0"/>
              <a:t>Was </a:t>
            </a:r>
            <a:r>
              <a:rPr lang="en-US" sz="1600" dirty="0" err="1"/>
              <a:t>wir</a:t>
            </a:r>
            <a:r>
              <a:rPr lang="en-US" sz="1600" dirty="0"/>
              <a:t> </a:t>
            </a:r>
            <a:r>
              <a:rPr lang="en-US" sz="1600" dirty="0" err="1"/>
              <a:t>gelernt</a:t>
            </a:r>
            <a:r>
              <a:rPr lang="en-US" sz="1600" dirty="0"/>
              <a:t> </a:t>
            </a:r>
            <a:r>
              <a:rPr lang="en-US" sz="1600" dirty="0" err="1"/>
              <a:t>haben</a:t>
            </a:r>
            <a:endParaRPr lang="en-US" sz="1600" dirty="0"/>
          </a:p>
          <a:p>
            <a:endParaRPr lang="en-US" sz="1600" dirty="0"/>
          </a:p>
        </p:txBody>
      </p:sp>
    </p:spTree>
    <p:extLst>
      <p:ext uri="{BB962C8B-B14F-4D97-AF65-F5344CB8AC3E}">
        <p14:creationId xmlns:p14="http://schemas.microsoft.com/office/powerpoint/2010/main" val="322260935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516892-C00E-313C-FF64-B873412C38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CH" dirty="0"/>
              <a:t>Reflektion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5C3359C-C614-42D7-6DFF-B701FD0A2A4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de-CH" dirty="0"/>
              <a:t>Wir haben alles gegeben</a:t>
            </a:r>
          </a:p>
          <a:p>
            <a:r>
              <a:rPr lang="de-CH" dirty="0"/>
              <a:t>Projekt fehlgeschlagen</a:t>
            </a:r>
          </a:p>
          <a:p>
            <a:r>
              <a:rPr lang="de-CH" dirty="0"/>
              <a:t>Teile vom </a:t>
            </a:r>
            <a:r>
              <a:rPr lang="de-CH" dirty="0" err="1"/>
              <a:t>projekt</a:t>
            </a:r>
            <a:r>
              <a:rPr lang="de-CH" dirty="0"/>
              <a:t> funktionsfähig</a:t>
            </a:r>
          </a:p>
        </p:txBody>
      </p:sp>
    </p:spTree>
    <p:extLst>
      <p:ext uri="{BB962C8B-B14F-4D97-AF65-F5344CB8AC3E}">
        <p14:creationId xmlns:p14="http://schemas.microsoft.com/office/powerpoint/2010/main" val="312540031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8E8923-795B-0343-A98E-2F62B6D08B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CH" dirty="0"/>
              <a:t>Was würden wir anders machen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F9E98EC-6BBA-1982-420C-A84B5EEC6C1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20000" y="1383132"/>
            <a:ext cx="7704000" cy="3426300"/>
          </a:xfrm>
        </p:spPr>
        <p:txBody>
          <a:bodyPr/>
          <a:lstStyle/>
          <a:p>
            <a:r>
              <a:rPr lang="de-CH" dirty="0"/>
              <a:t>Ein anderes Projekt.</a:t>
            </a:r>
          </a:p>
        </p:txBody>
      </p:sp>
    </p:spTree>
    <p:extLst>
      <p:ext uri="{BB962C8B-B14F-4D97-AF65-F5344CB8AC3E}">
        <p14:creationId xmlns:p14="http://schemas.microsoft.com/office/powerpoint/2010/main" val="277922716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DACD8F-AB50-D991-EEC3-02103D6D55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CH" dirty="0"/>
              <a:t>Live-demo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4384C5B-8482-0181-3754-76912FFEAA6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4045245401"/>
      </p:ext>
    </p:extLst>
  </p:cSld>
  <p:clrMapOvr>
    <a:masterClrMapping/>
  </p:clrMapOvr>
</p:sld>
</file>

<file path=ppt/theme/theme1.xml><?xml version="1.0" encoding="utf-8"?>
<a:theme xmlns:a="http://schemas.openxmlformats.org/drawingml/2006/main" name="Zombie Apocalypse Minitheme by Slidesgo">
  <a:themeElements>
    <a:clrScheme name="Simple Light">
      <a:dk1>
        <a:srgbClr val="000000"/>
      </a:dk1>
      <a:lt1>
        <a:srgbClr val="FFFFFF"/>
      </a:lt1>
      <a:dk2>
        <a:srgbClr val="1C0627"/>
      </a:dk2>
      <a:lt2>
        <a:srgbClr val="380C4D"/>
      </a:lt2>
      <a:accent1>
        <a:srgbClr val="76BFB8"/>
      </a:accent1>
      <a:accent2>
        <a:srgbClr val="869F57"/>
      </a:accent2>
      <a:accent3>
        <a:srgbClr val="DD3557"/>
      </a:accent3>
      <a:accent4>
        <a:srgbClr val="D4CCAE"/>
      </a:accent4>
      <a:accent5>
        <a:srgbClr val="BFD9E0"/>
      </a:accent5>
      <a:accent6>
        <a:srgbClr val="9D73BF"/>
      </a:accent6>
      <a:hlink>
        <a:srgbClr val="FFFFFF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233</Words>
  <Application>Microsoft Office PowerPoint</Application>
  <PresentationFormat>Bildschirmpräsentation (16:9)</PresentationFormat>
  <Paragraphs>69</Paragraphs>
  <Slides>12</Slides>
  <Notes>1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7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12</vt:i4>
      </vt:variant>
    </vt:vector>
  </HeadingPairs>
  <TitlesOfParts>
    <vt:vector size="20" baseType="lpstr">
      <vt:lpstr>Overpass</vt:lpstr>
      <vt:lpstr>Aptos</vt:lpstr>
      <vt:lpstr>Nosifer</vt:lpstr>
      <vt:lpstr>Darker Grotesque SemiBold</vt:lpstr>
      <vt:lpstr>Calibri</vt:lpstr>
      <vt:lpstr>Arial</vt:lpstr>
      <vt:lpstr>Overpass SemiBold</vt:lpstr>
      <vt:lpstr>Zombie Apocalypse Minitheme by Slidesgo</vt:lpstr>
      <vt:lpstr>Vr-Games  Strong Standing (Beta)</vt:lpstr>
      <vt:lpstr>Tools</vt:lpstr>
      <vt:lpstr>Endresultat vs Zielsetzung </vt:lpstr>
      <vt:lpstr>Endresultat vs zielsetzung</vt:lpstr>
      <vt:lpstr>Was lief gut?</vt:lpstr>
      <vt:lpstr>Wo gab es probleme?</vt:lpstr>
      <vt:lpstr>Worauf sind wir stolz?</vt:lpstr>
      <vt:lpstr>Was haben wir gelernt</vt:lpstr>
      <vt:lpstr>Was hat uns überrascht?</vt:lpstr>
      <vt:lpstr>Reflektion</vt:lpstr>
      <vt:lpstr>Was würden wir anders machen</vt:lpstr>
      <vt:lpstr>Live-demo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Elia Anthamatten</dc:creator>
  <cp:lastModifiedBy>ANTHAMATTEN Elia (STD)</cp:lastModifiedBy>
  <cp:revision>2</cp:revision>
  <dcterms:modified xsi:type="dcterms:W3CDTF">2026-03-18T10:33:16Z</dcterms:modified>
</cp:coreProperties>
</file>